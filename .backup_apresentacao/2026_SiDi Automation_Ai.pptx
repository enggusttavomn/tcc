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67" r:id="rId4"/>
  </p:sldMasterIdLst>
  <p:notesMasterIdLst>
    <p:notesMasterId r:id="rId8"/>
  </p:notesMasterIdLst>
  <p:handoutMasterIdLst>
    <p:handoutMasterId r:id="rId9"/>
  </p:handoutMasterIdLst>
  <p:sldIdLst>
    <p:sldId id="426" r:id="rId5"/>
    <p:sldId id="4277" r:id="rId6"/>
    <p:sldId id="417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D3C"/>
    <a:srgbClr val="00762D"/>
    <a:srgbClr val="FFC500"/>
    <a:srgbClr val="2068A5"/>
    <a:srgbClr val="66707B"/>
    <a:srgbClr val="2A4C39"/>
    <a:srgbClr val="182C21"/>
    <a:srgbClr val="1DA795"/>
    <a:srgbClr val="28163D"/>
    <a:srgbClr val="9233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2" autoAdjust="0"/>
    <p:restoredTop sz="96416" autoAdjust="0"/>
  </p:normalViewPr>
  <p:slideViewPr>
    <p:cSldViewPr snapToGrid="0">
      <p:cViewPr varScale="1">
        <p:scale>
          <a:sx n="146" d="100"/>
          <a:sy n="146" d="100"/>
        </p:scale>
        <p:origin x="558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74" y="114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64D17921-CBED-4618-B939-CDEE1D8224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4D78631-F718-4422-BD21-604A8B703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23376-9AB9-43C0-BA51-F3FF68482EAC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5054488-875C-46A5-9B94-97096A2C6E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8FBD7E0-85B2-4AC0-BE93-DAF18A7CF2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FEC31-DE29-461E-8FD2-7E0F708A3F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7134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45D5E9D-AE9E-4354-85F3-1C6BA252B7A8}"/>
              </a:ext>
            </a:extLst>
          </p:cNvPr>
          <p:cNvGrpSpPr>
            <a:grpSpLocks noChangeAspect="1"/>
          </p:cNvGrpSpPr>
          <p:nvPr/>
        </p:nvGrpSpPr>
        <p:grpSpPr>
          <a:xfrm>
            <a:off x="473028" y="563697"/>
            <a:ext cx="2160000" cy="506232"/>
            <a:chOff x="3881689" y="514662"/>
            <a:chExt cx="1380690" cy="323589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D62EEC6-A887-42B2-BB75-007CF69D0C5D}"/>
                </a:ext>
              </a:extLst>
            </p:cNvPr>
            <p:cNvSpPr/>
            <p:nvPr/>
          </p:nvSpPr>
          <p:spPr>
            <a:xfrm>
              <a:off x="4615910" y="527367"/>
              <a:ext cx="646469" cy="310883"/>
            </a:xfrm>
            <a:custGeom>
              <a:avLst/>
              <a:gdLst>
                <a:gd name="connsiteX0" fmla="*/ 240324 w 646469"/>
                <a:gd name="connsiteY0" fmla="*/ 263132 h 310883"/>
                <a:gd name="connsiteX1" fmla="*/ 229194 w 646469"/>
                <a:gd name="connsiteY1" fmla="*/ 267496 h 310883"/>
                <a:gd name="connsiteX2" fmla="*/ 223093 w 646469"/>
                <a:gd name="connsiteY2" fmla="*/ 278017 h 310883"/>
                <a:gd name="connsiteX3" fmla="*/ 223084 w 646469"/>
                <a:gd name="connsiteY3" fmla="*/ 278018 h 310883"/>
                <a:gd name="connsiteX4" fmla="*/ 223093 w 646469"/>
                <a:gd name="connsiteY4" fmla="*/ 278018 h 310883"/>
                <a:gd name="connsiteX5" fmla="*/ 223093 w 646469"/>
                <a:gd name="connsiteY5" fmla="*/ 278017 h 310883"/>
                <a:gd name="connsiteX6" fmla="*/ 232555 w 646469"/>
                <a:gd name="connsiteY6" fmla="*/ 277221 h 310883"/>
                <a:gd name="connsiteX7" fmla="*/ 249851 w 646469"/>
                <a:gd name="connsiteY7" fmla="*/ 277253 h 310883"/>
                <a:gd name="connsiteX8" fmla="*/ 253631 w 646469"/>
                <a:gd name="connsiteY8" fmla="*/ 277398 h 310883"/>
                <a:gd name="connsiteX9" fmla="*/ 257411 w 646469"/>
                <a:gd name="connsiteY9" fmla="*/ 277720 h 310883"/>
                <a:gd name="connsiteX10" fmla="*/ 251350 w 646469"/>
                <a:gd name="connsiteY10" fmla="*/ 267262 h 310883"/>
                <a:gd name="connsiteX11" fmla="*/ 240324 w 646469"/>
                <a:gd name="connsiteY11" fmla="*/ 263132 h 310883"/>
                <a:gd name="connsiteX12" fmla="*/ 81298 w 646469"/>
                <a:gd name="connsiteY12" fmla="*/ 262850 h 310883"/>
                <a:gd name="connsiteX13" fmla="*/ 70168 w 646469"/>
                <a:gd name="connsiteY13" fmla="*/ 267214 h 310883"/>
                <a:gd name="connsiteX14" fmla="*/ 64067 w 646469"/>
                <a:gd name="connsiteY14" fmla="*/ 277736 h 310883"/>
                <a:gd name="connsiteX15" fmla="*/ 64059 w 646469"/>
                <a:gd name="connsiteY15" fmla="*/ 277744 h 310883"/>
                <a:gd name="connsiteX16" fmla="*/ 73529 w 646469"/>
                <a:gd name="connsiteY16" fmla="*/ 276947 h 310883"/>
                <a:gd name="connsiteX17" fmla="*/ 90825 w 646469"/>
                <a:gd name="connsiteY17" fmla="*/ 276979 h 310883"/>
                <a:gd name="connsiteX18" fmla="*/ 94605 w 646469"/>
                <a:gd name="connsiteY18" fmla="*/ 277124 h 310883"/>
                <a:gd name="connsiteX19" fmla="*/ 98385 w 646469"/>
                <a:gd name="connsiteY19" fmla="*/ 277446 h 310883"/>
                <a:gd name="connsiteX20" fmla="*/ 92324 w 646469"/>
                <a:gd name="connsiteY20" fmla="*/ 266988 h 310883"/>
                <a:gd name="connsiteX21" fmla="*/ 81298 w 646469"/>
                <a:gd name="connsiteY21" fmla="*/ 262850 h 310883"/>
                <a:gd name="connsiteX22" fmla="*/ 306197 w 646469"/>
                <a:gd name="connsiteY22" fmla="*/ 255105 h 310883"/>
                <a:gd name="connsiteX23" fmla="*/ 308527 w 646469"/>
                <a:gd name="connsiteY23" fmla="*/ 264879 h 310883"/>
                <a:gd name="connsiteX24" fmla="*/ 304706 w 646469"/>
                <a:gd name="connsiteY24" fmla="*/ 264331 h 310883"/>
                <a:gd name="connsiteX25" fmla="*/ 292963 w 646469"/>
                <a:gd name="connsiteY25" fmla="*/ 269146 h 310883"/>
                <a:gd name="connsiteX26" fmla="*/ 288506 w 646469"/>
                <a:gd name="connsiteY26" fmla="*/ 282929 h 310883"/>
                <a:gd name="connsiteX27" fmla="*/ 288458 w 646469"/>
                <a:gd name="connsiteY27" fmla="*/ 309884 h 310883"/>
                <a:gd name="connsiteX28" fmla="*/ 279075 w 646469"/>
                <a:gd name="connsiteY28" fmla="*/ 309868 h 310883"/>
                <a:gd name="connsiteX29" fmla="*/ 279075 w 646469"/>
                <a:gd name="connsiteY29" fmla="*/ 309860 h 310883"/>
                <a:gd name="connsiteX30" fmla="*/ 279172 w 646469"/>
                <a:gd name="connsiteY30" fmla="*/ 255596 h 310883"/>
                <a:gd name="connsiteX31" fmla="*/ 287862 w 646469"/>
                <a:gd name="connsiteY31" fmla="*/ 255612 h 310883"/>
                <a:gd name="connsiteX32" fmla="*/ 287845 w 646469"/>
                <a:gd name="connsiteY32" fmla="*/ 265563 h 310883"/>
                <a:gd name="connsiteX33" fmla="*/ 295244 w 646469"/>
                <a:gd name="connsiteY33" fmla="*/ 257931 h 310883"/>
                <a:gd name="connsiteX34" fmla="*/ 306197 w 646469"/>
                <a:gd name="connsiteY34" fmla="*/ 255105 h 310883"/>
                <a:gd name="connsiteX35" fmla="*/ 240340 w 646469"/>
                <a:gd name="connsiteY35" fmla="*/ 254445 h 310883"/>
                <a:gd name="connsiteX36" fmla="*/ 253542 w 646469"/>
                <a:gd name="connsiteY36" fmla="*/ 258044 h 310883"/>
                <a:gd name="connsiteX37" fmla="*/ 263085 w 646469"/>
                <a:gd name="connsiteY37" fmla="*/ 267689 h 310883"/>
                <a:gd name="connsiteX38" fmla="*/ 266623 w 646469"/>
                <a:gd name="connsiteY38" fmla="*/ 281440 h 310883"/>
                <a:gd name="connsiteX39" fmla="*/ 266623 w 646469"/>
                <a:gd name="connsiteY39" fmla="*/ 285417 h 310883"/>
                <a:gd name="connsiteX40" fmla="*/ 232555 w 646469"/>
                <a:gd name="connsiteY40" fmla="*/ 285361 h 310883"/>
                <a:gd name="connsiteX41" fmla="*/ 227953 w 646469"/>
                <a:gd name="connsiteY41" fmla="*/ 285176 h 310883"/>
                <a:gd name="connsiteX42" fmla="*/ 223350 w 646469"/>
                <a:gd name="connsiteY42" fmla="*/ 284628 h 310883"/>
                <a:gd name="connsiteX43" fmla="*/ 229629 w 646469"/>
                <a:gd name="connsiteY43" fmla="*/ 296761 h 310883"/>
                <a:gd name="connsiteX44" fmla="*/ 242347 w 646469"/>
                <a:gd name="connsiteY44" fmla="*/ 301664 h 310883"/>
                <a:gd name="connsiteX45" fmla="*/ 251559 w 646469"/>
                <a:gd name="connsiteY45" fmla="*/ 299329 h 310883"/>
                <a:gd name="connsiteX46" fmla="*/ 258434 w 646469"/>
                <a:gd name="connsiteY46" fmla="*/ 293098 h 310883"/>
                <a:gd name="connsiteX47" fmla="*/ 261021 w 646469"/>
                <a:gd name="connsiteY47" fmla="*/ 304224 h 310883"/>
                <a:gd name="connsiteX48" fmla="*/ 252454 w 646469"/>
                <a:gd name="connsiteY48" fmla="*/ 309136 h 310883"/>
                <a:gd name="connsiteX49" fmla="*/ 242242 w 646469"/>
                <a:gd name="connsiteY49" fmla="*/ 310883 h 310883"/>
                <a:gd name="connsiteX50" fmla="*/ 242234 w 646469"/>
                <a:gd name="connsiteY50" fmla="*/ 310883 h 310883"/>
                <a:gd name="connsiteX51" fmla="*/ 227598 w 646469"/>
                <a:gd name="connsiteY51" fmla="*/ 307058 h 310883"/>
                <a:gd name="connsiteX52" fmla="*/ 217451 w 646469"/>
                <a:gd name="connsiteY52" fmla="*/ 296689 h 310883"/>
                <a:gd name="connsiteX53" fmla="*/ 213784 w 646469"/>
                <a:gd name="connsiteY53" fmla="*/ 282076 h 310883"/>
                <a:gd name="connsiteX54" fmla="*/ 217370 w 646469"/>
                <a:gd name="connsiteY54" fmla="*/ 268107 h 310883"/>
                <a:gd name="connsiteX55" fmla="*/ 226993 w 646469"/>
                <a:gd name="connsiteY55" fmla="*/ 258132 h 310883"/>
                <a:gd name="connsiteX56" fmla="*/ 240340 w 646469"/>
                <a:gd name="connsiteY56" fmla="*/ 254445 h 310883"/>
                <a:gd name="connsiteX57" fmla="*/ 146131 w 646469"/>
                <a:gd name="connsiteY57" fmla="*/ 254292 h 310883"/>
                <a:gd name="connsiteX58" fmla="*/ 156423 w 646469"/>
                <a:gd name="connsiteY58" fmla="*/ 257158 h 310883"/>
                <a:gd name="connsiteX59" fmla="*/ 164096 w 646469"/>
                <a:gd name="connsiteY59" fmla="*/ 265402 h 310883"/>
                <a:gd name="connsiteX60" fmla="*/ 167029 w 646469"/>
                <a:gd name="connsiteY60" fmla="*/ 278477 h 310883"/>
                <a:gd name="connsiteX61" fmla="*/ 166973 w 646469"/>
                <a:gd name="connsiteY61" fmla="*/ 309675 h 310883"/>
                <a:gd name="connsiteX62" fmla="*/ 157583 w 646469"/>
                <a:gd name="connsiteY62" fmla="*/ 309659 h 310883"/>
                <a:gd name="connsiteX63" fmla="*/ 157632 w 646469"/>
                <a:gd name="connsiteY63" fmla="*/ 279814 h 310883"/>
                <a:gd name="connsiteX64" fmla="*/ 153957 w 646469"/>
                <a:gd name="connsiteY64" fmla="*/ 268454 h 310883"/>
                <a:gd name="connsiteX65" fmla="*/ 143584 w 646469"/>
                <a:gd name="connsiteY65" fmla="*/ 263510 h 310883"/>
                <a:gd name="connsiteX66" fmla="*/ 133799 w 646469"/>
                <a:gd name="connsiteY66" fmla="*/ 267608 h 310883"/>
                <a:gd name="connsiteX67" fmla="*/ 129479 w 646469"/>
                <a:gd name="connsiteY67" fmla="*/ 279492 h 310883"/>
                <a:gd name="connsiteX68" fmla="*/ 129431 w 646469"/>
                <a:gd name="connsiteY68" fmla="*/ 309611 h 310883"/>
                <a:gd name="connsiteX69" fmla="*/ 120049 w 646469"/>
                <a:gd name="connsiteY69" fmla="*/ 309595 h 310883"/>
                <a:gd name="connsiteX70" fmla="*/ 120049 w 646469"/>
                <a:gd name="connsiteY70" fmla="*/ 309586 h 310883"/>
                <a:gd name="connsiteX71" fmla="*/ 120146 w 646469"/>
                <a:gd name="connsiteY71" fmla="*/ 255322 h 310883"/>
                <a:gd name="connsiteX72" fmla="*/ 128834 w 646469"/>
                <a:gd name="connsiteY72" fmla="*/ 255339 h 310883"/>
                <a:gd name="connsiteX73" fmla="*/ 128818 w 646469"/>
                <a:gd name="connsiteY73" fmla="*/ 264114 h 310883"/>
                <a:gd name="connsiteX74" fmla="*/ 136266 w 646469"/>
                <a:gd name="connsiteY74" fmla="*/ 256804 h 310883"/>
                <a:gd name="connsiteX75" fmla="*/ 146131 w 646469"/>
                <a:gd name="connsiteY75" fmla="*/ 254292 h 310883"/>
                <a:gd name="connsiteX76" fmla="*/ 81306 w 646469"/>
                <a:gd name="connsiteY76" fmla="*/ 254171 h 310883"/>
                <a:gd name="connsiteX77" fmla="*/ 94508 w 646469"/>
                <a:gd name="connsiteY77" fmla="*/ 257770 h 310883"/>
                <a:gd name="connsiteX78" fmla="*/ 104051 w 646469"/>
                <a:gd name="connsiteY78" fmla="*/ 267415 h 310883"/>
                <a:gd name="connsiteX79" fmla="*/ 107589 w 646469"/>
                <a:gd name="connsiteY79" fmla="*/ 281166 h 310883"/>
                <a:gd name="connsiteX80" fmla="*/ 107589 w 646469"/>
                <a:gd name="connsiteY80" fmla="*/ 285143 h 310883"/>
                <a:gd name="connsiteX81" fmla="*/ 73521 w 646469"/>
                <a:gd name="connsiteY81" fmla="*/ 285087 h 310883"/>
                <a:gd name="connsiteX82" fmla="*/ 68918 w 646469"/>
                <a:gd name="connsiteY82" fmla="*/ 284902 h 310883"/>
                <a:gd name="connsiteX83" fmla="*/ 64316 w 646469"/>
                <a:gd name="connsiteY83" fmla="*/ 284354 h 310883"/>
                <a:gd name="connsiteX84" fmla="*/ 70595 w 646469"/>
                <a:gd name="connsiteY84" fmla="*/ 296487 h 310883"/>
                <a:gd name="connsiteX85" fmla="*/ 83321 w 646469"/>
                <a:gd name="connsiteY85" fmla="*/ 301390 h 310883"/>
                <a:gd name="connsiteX86" fmla="*/ 92533 w 646469"/>
                <a:gd name="connsiteY86" fmla="*/ 299055 h 310883"/>
                <a:gd name="connsiteX87" fmla="*/ 99408 w 646469"/>
                <a:gd name="connsiteY87" fmla="*/ 292824 h 310883"/>
                <a:gd name="connsiteX88" fmla="*/ 101996 w 646469"/>
                <a:gd name="connsiteY88" fmla="*/ 303950 h 310883"/>
                <a:gd name="connsiteX89" fmla="*/ 93428 w 646469"/>
                <a:gd name="connsiteY89" fmla="*/ 308862 h 310883"/>
                <a:gd name="connsiteX90" fmla="*/ 83216 w 646469"/>
                <a:gd name="connsiteY90" fmla="*/ 310609 h 310883"/>
                <a:gd name="connsiteX91" fmla="*/ 83200 w 646469"/>
                <a:gd name="connsiteY91" fmla="*/ 310609 h 310883"/>
                <a:gd name="connsiteX92" fmla="*/ 68564 w 646469"/>
                <a:gd name="connsiteY92" fmla="*/ 306784 h 310883"/>
                <a:gd name="connsiteX93" fmla="*/ 58417 w 646469"/>
                <a:gd name="connsiteY93" fmla="*/ 296415 h 310883"/>
                <a:gd name="connsiteX94" fmla="*/ 54750 w 646469"/>
                <a:gd name="connsiteY94" fmla="*/ 281802 h 310883"/>
                <a:gd name="connsiteX95" fmla="*/ 58336 w 646469"/>
                <a:gd name="connsiteY95" fmla="*/ 267833 h 310883"/>
                <a:gd name="connsiteX96" fmla="*/ 67959 w 646469"/>
                <a:gd name="connsiteY96" fmla="*/ 257858 h 310883"/>
                <a:gd name="connsiteX97" fmla="*/ 81306 w 646469"/>
                <a:gd name="connsiteY97" fmla="*/ 254171 h 310883"/>
                <a:gd name="connsiteX98" fmla="*/ 27685 w 646469"/>
                <a:gd name="connsiteY98" fmla="*/ 254083 h 310883"/>
                <a:gd name="connsiteX99" fmla="*/ 38283 w 646469"/>
                <a:gd name="connsiteY99" fmla="*/ 256184 h 310883"/>
                <a:gd name="connsiteX100" fmla="*/ 46963 w 646469"/>
                <a:gd name="connsiteY100" fmla="*/ 261715 h 310883"/>
                <a:gd name="connsiteX101" fmla="*/ 44078 w 646469"/>
                <a:gd name="connsiteY101" fmla="*/ 274009 h 310883"/>
                <a:gd name="connsiteX102" fmla="*/ 37534 w 646469"/>
                <a:gd name="connsiteY102" fmla="*/ 266401 h 310883"/>
                <a:gd name="connsiteX103" fmla="*/ 27588 w 646469"/>
                <a:gd name="connsiteY103" fmla="*/ 263309 h 310883"/>
                <a:gd name="connsiteX104" fmla="*/ 18416 w 646469"/>
                <a:gd name="connsiteY104" fmla="*/ 265870 h 310883"/>
                <a:gd name="connsiteX105" fmla="*/ 11847 w 646469"/>
                <a:gd name="connsiteY105" fmla="*/ 272729 h 310883"/>
                <a:gd name="connsiteX106" fmla="*/ 9397 w 646469"/>
                <a:gd name="connsiteY106" fmla="*/ 282270 h 310883"/>
                <a:gd name="connsiteX107" fmla="*/ 11815 w 646469"/>
                <a:gd name="connsiteY107" fmla="*/ 291770 h 310883"/>
                <a:gd name="connsiteX108" fmla="*/ 18368 w 646469"/>
                <a:gd name="connsiteY108" fmla="*/ 298702 h 310883"/>
                <a:gd name="connsiteX109" fmla="*/ 27531 w 646469"/>
                <a:gd name="connsiteY109" fmla="*/ 301294 h 310883"/>
                <a:gd name="connsiteX110" fmla="*/ 37485 w 646469"/>
                <a:gd name="connsiteY110" fmla="*/ 298323 h 310883"/>
                <a:gd name="connsiteX111" fmla="*/ 44062 w 646469"/>
                <a:gd name="connsiteY111" fmla="*/ 290651 h 310883"/>
                <a:gd name="connsiteX112" fmla="*/ 46907 w 646469"/>
                <a:gd name="connsiteY112" fmla="*/ 302953 h 310883"/>
                <a:gd name="connsiteX113" fmla="*/ 38211 w 646469"/>
                <a:gd name="connsiteY113" fmla="*/ 308452 h 310883"/>
                <a:gd name="connsiteX114" fmla="*/ 27604 w 646469"/>
                <a:gd name="connsiteY114" fmla="*/ 310513 h 310883"/>
                <a:gd name="connsiteX115" fmla="*/ 27588 w 646469"/>
                <a:gd name="connsiteY115" fmla="*/ 310513 h 310883"/>
                <a:gd name="connsiteX116" fmla="*/ 13693 w 646469"/>
                <a:gd name="connsiteY116" fmla="*/ 306688 h 310883"/>
                <a:gd name="connsiteX117" fmla="*/ 3715 w 646469"/>
                <a:gd name="connsiteY117" fmla="*/ 296456 h 310883"/>
                <a:gd name="connsiteX118" fmla="*/ 0 w 646469"/>
                <a:gd name="connsiteY118" fmla="*/ 282253 h 310883"/>
                <a:gd name="connsiteX119" fmla="*/ 3763 w 646469"/>
                <a:gd name="connsiteY119" fmla="*/ 268059 h 310883"/>
                <a:gd name="connsiteX120" fmla="*/ 13774 w 646469"/>
                <a:gd name="connsiteY120" fmla="*/ 257859 h 310883"/>
                <a:gd name="connsiteX121" fmla="*/ 27685 w 646469"/>
                <a:gd name="connsiteY121" fmla="*/ 254083 h 310883"/>
                <a:gd name="connsiteX122" fmla="*/ 187355 w 646469"/>
                <a:gd name="connsiteY122" fmla="*/ 237345 h 310883"/>
                <a:gd name="connsiteX123" fmla="*/ 196221 w 646469"/>
                <a:gd name="connsiteY123" fmla="*/ 237361 h 310883"/>
                <a:gd name="connsiteX124" fmla="*/ 196189 w 646469"/>
                <a:gd name="connsiteY124" fmla="*/ 255452 h 310883"/>
                <a:gd name="connsiteX125" fmla="*/ 209142 w 646469"/>
                <a:gd name="connsiteY125" fmla="*/ 255476 h 310883"/>
                <a:gd name="connsiteX126" fmla="*/ 209126 w 646469"/>
                <a:gd name="connsiteY126" fmla="*/ 263615 h 310883"/>
                <a:gd name="connsiteX127" fmla="*/ 196439 w 646469"/>
                <a:gd name="connsiteY127" fmla="*/ 263591 h 310883"/>
                <a:gd name="connsiteX128" fmla="*/ 196358 w 646469"/>
                <a:gd name="connsiteY128" fmla="*/ 309717 h 310883"/>
                <a:gd name="connsiteX129" fmla="*/ 186968 w 646469"/>
                <a:gd name="connsiteY129" fmla="*/ 309701 h 310883"/>
                <a:gd name="connsiteX130" fmla="*/ 186960 w 646469"/>
                <a:gd name="connsiteY130" fmla="*/ 309701 h 310883"/>
                <a:gd name="connsiteX131" fmla="*/ 187041 w 646469"/>
                <a:gd name="connsiteY131" fmla="*/ 263575 h 310883"/>
                <a:gd name="connsiteX132" fmla="*/ 175225 w 646469"/>
                <a:gd name="connsiteY132" fmla="*/ 263551 h 310883"/>
                <a:gd name="connsiteX133" fmla="*/ 175242 w 646469"/>
                <a:gd name="connsiteY133" fmla="*/ 255411 h 310883"/>
                <a:gd name="connsiteX134" fmla="*/ 187323 w 646469"/>
                <a:gd name="connsiteY134" fmla="*/ 255436 h 310883"/>
                <a:gd name="connsiteX135" fmla="*/ 424827 w 646469"/>
                <a:gd name="connsiteY135" fmla="*/ 157961 h 310883"/>
                <a:gd name="connsiteX136" fmla="*/ 415696 w 646469"/>
                <a:gd name="connsiteY136" fmla="*/ 160522 h 310883"/>
                <a:gd name="connsiteX137" fmla="*/ 409166 w 646469"/>
                <a:gd name="connsiteY137" fmla="*/ 167381 h 310883"/>
                <a:gd name="connsiteX138" fmla="*/ 406716 w 646469"/>
                <a:gd name="connsiteY138" fmla="*/ 176922 h 310883"/>
                <a:gd name="connsiteX139" fmla="*/ 409134 w 646469"/>
                <a:gd name="connsiteY139" fmla="*/ 186470 h 310883"/>
                <a:gd name="connsiteX140" fmla="*/ 415639 w 646469"/>
                <a:gd name="connsiteY140" fmla="*/ 193354 h 310883"/>
                <a:gd name="connsiteX141" fmla="*/ 424763 w 646469"/>
                <a:gd name="connsiteY141" fmla="*/ 195946 h 310883"/>
                <a:gd name="connsiteX142" fmla="*/ 433894 w 646469"/>
                <a:gd name="connsiteY142" fmla="*/ 193386 h 310883"/>
                <a:gd name="connsiteX143" fmla="*/ 440423 w 646469"/>
                <a:gd name="connsiteY143" fmla="*/ 186526 h 310883"/>
                <a:gd name="connsiteX144" fmla="*/ 442873 w 646469"/>
                <a:gd name="connsiteY144" fmla="*/ 176986 h 310883"/>
                <a:gd name="connsiteX145" fmla="*/ 440455 w 646469"/>
                <a:gd name="connsiteY145" fmla="*/ 167437 h 310883"/>
                <a:gd name="connsiteX146" fmla="*/ 433951 w 646469"/>
                <a:gd name="connsiteY146" fmla="*/ 160554 h 310883"/>
                <a:gd name="connsiteX147" fmla="*/ 424827 w 646469"/>
                <a:gd name="connsiteY147" fmla="*/ 157961 h 310883"/>
                <a:gd name="connsiteX148" fmla="*/ 293349 w 646469"/>
                <a:gd name="connsiteY148" fmla="*/ 157736 h 310883"/>
                <a:gd name="connsiteX149" fmla="*/ 284347 w 646469"/>
                <a:gd name="connsiteY149" fmla="*/ 160296 h 310883"/>
                <a:gd name="connsiteX150" fmla="*/ 277907 w 646469"/>
                <a:gd name="connsiteY150" fmla="*/ 167156 h 310883"/>
                <a:gd name="connsiteX151" fmla="*/ 275497 w 646469"/>
                <a:gd name="connsiteY151" fmla="*/ 176696 h 310883"/>
                <a:gd name="connsiteX152" fmla="*/ 277867 w 646469"/>
                <a:gd name="connsiteY152" fmla="*/ 186245 h 310883"/>
                <a:gd name="connsiteX153" fmla="*/ 284282 w 646469"/>
                <a:gd name="connsiteY153" fmla="*/ 193128 h 310883"/>
                <a:gd name="connsiteX154" fmla="*/ 293269 w 646469"/>
                <a:gd name="connsiteY154" fmla="*/ 195721 h 310883"/>
                <a:gd name="connsiteX155" fmla="*/ 293285 w 646469"/>
                <a:gd name="connsiteY155" fmla="*/ 195721 h 310883"/>
                <a:gd name="connsiteX156" fmla="*/ 302279 w 646469"/>
                <a:gd name="connsiteY156" fmla="*/ 193161 h 310883"/>
                <a:gd name="connsiteX157" fmla="*/ 308719 w 646469"/>
                <a:gd name="connsiteY157" fmla="*/ 186301 h 310883"/>
                <a:gd name="connsiteX158" fmla="*/ 311121 w 646469"/>
                <a:gd name="connsiteY158" fmla="*/ 176761 h 310883"/>
                <a:gd name="connsiteX159" fmla="*/ 308751 w 646469"/>
                <a:gd name="connsiteY159" fmla="*/ 167212 h 310883"/>
                <a:gd name="connsiteX160" fmla="*/ 302336 w 646469"/>
                <a:gd name="connsiteY160" fmla="*/ 160329 h 310883"/>
                <a:gd name="connsiteX161" fmla="*/ 293349 w 646469"/>
                <a:gd name="connsiteY161" fmla="*/ 157736 h 310883"/>
                <a:gd name="connsiteX162" fmla="*/ 178893 w 646469"/>
                <a:gd name="connsiteY162" fmla="*/ 157534 h 310883"/>
                <a:gd name="connsiteX163" fmla="*/ 169761 w 646469"/>
                <a:gd name="connsiteY163" fmla="*/ 160095 h 310883"/>
                <a:gd name="connsiteX164" fmla="*/ 163233 w 646469"/>
                <a:gd name="connsiteY164" fmla="*/ 166954 h 310883"/>
                <a:gd name="connsiteX165" fmla="*/ 160783 w 646469"/>
                <a:gd name="connsiteY165" fmla="*/ 176495 h 310883"/>
                <a:gd name="connsiteX166" fmla="*/ 163201 w 646469"/>
                <a:gd name="connsiteY166" fmla="*/ 186043 h 310883"/>
                <a:gd name="connsiteX167" fmla="*/ 169705 w 646469"/>
                <a:gd name="connsiteY167" fmla="*/ 192927 h 310883"/>
                <a:gd name="connsiteX168" fmla="*/ 178829 w 646469"/>
                <a:gd name="connsiteY168" fmla="*/ 195519 h 310883"/>
                <a:gd name="connsiteX169" fmla="*/ 187960 w 646469"/>
                <a:gd name="connsiteY169" fmla="*/ 192959 h 310883"/>
                <a:gd name="connsiteX170" fmla="*/ 194490 w 646469"/>
                <a:gd name="connsiteY170" fmla="*/ 186099 h 310883"/>
                <a:gd name="connsiteX171" fmla="*/ 196940 w 646469"/>
                <a:gd name="connsiteY171" fmla="*/ 176559 h 310883"/>
                <a:gd name="connsiteX172" fmla="*/ 194522 w 646469"/>
                <a:gd name="connsiteY172" fmla="*/ 167010 h 310883"/>
                <a:gd name="connsiteX173" fmla="*/ 188017 w 646469"/>
                <a:gd name="connsiteY173" fmla="*/ 160127 h 310883"/>
                <a:gd name="connsiteX174" fmla="*/ 178893 w 646469"/>
                <a:gd name="connsiteY174" fmla="*/ 157534 h 310883"/>
                <a:gd name="connsiteX175" fmla="*/ 374961 w 646469"/>
                <a:gd name="connsiteY175" fmla="*/ 149741 h 310883"/>
                <a:gd name="connsiteX176" fmla="*/ 384342 w 646469"/>
                <a:gd name="connsiteY176" fmla="*/ 149757 h 310883"/>
                <a:gd name="connsiteX177" fmla="*/ 384246 w 646469"/>
                <a:gd name="connsiteY177" fmla="*/ 204022 h 310883"/>
                <a:gd name="connsiteX178" fmla="*/ 374864 w 646469"/>
                <a:gd name="connsiteY178" fmla="*/ 204005 h 310883"/>
                <a:gd name="connsiteX179" fmla="*/ 210366 w 646469"/>
                <a:gd name="connsiteY179" fmla="*/ 149451 h 310883"/>
                <a:gd name="connsiteX180" fmla="*/ 221054 w 646469"/>
                <a:gd name="connsiteY180" fmla="*/ 149467 h 310883"/>
                <a:gd name="connsiteX181" fmla="*/ 231612 w 646469"/>
                <a:gd name="connsiteY181" fmla="*/ 173000 h 310883"/>
                <a:gd name="connsiteX182" fmla="*/ 234384 w 646469"/>
                <a:gd name="connsiteY182" fmla="*/ 179248 h 310883"/>
                <a:gd name="connsiteX183" fmla="*/ 236891 w 646469"/>
                <a:gd name="connsiteY183" fmla="*/ 186760 h 310883"/>
                <a:gd name="connsiteX184" fmla="*/ 239559 w 646469"/>
                <a:gd name="connsiteY184" fmla="*/ 179216 h 310883"/>
                <a:gd name="connsiteX185" fmla="*/ 242307 w 646469"/>
                <a:gd name="connsiteY185" fmla="*/ 173024 h 310883"/>
                <a:gd name="connsiteX186" fmla="*/ 253035 w 646469"/>
                <a:gd name="connsiteY186" fmla="*/ 149531 h 310883"/>
                <a:gd name="connsiteX187" fmla="*/ 263029 w 646469"/>
                <a:gd name="connsiteY187" fmla="*/ 149547 h 310883"/>
                <a:gd name="connsiteX188" fmla="*/ 236601 w 646469"/>
                <a:gd name="connsiteY188" fmla="*/ 206477 h 310883"/>
                <a:gd name="connsiteX189" fmla="*/ 3901 w 646469"/>
                <a:gd name="connsiteY189" fmla="*/ 149088 h 310883"/>
                <a:gd name="connsiteX190" fmla="*/ 13282 w 646469"/>
                <a:gd name="connsiteY190" fmla="*/ 149104 h 310883"/>
                <a:gd name="connsiteX191" fmla="*/ 13186 w 646469"/>
                <a:gd name="connsiteY191" fmla="*/ 203368 h 310883"/>
                <a:gd name="connsiteX192" fmla="*/ 3804 w 646469"/>
                <a:gd name="connsiteY192" fmla="*/ 203352 h 310883"/>
                <a:gd name="connsiteX193" fmla="*/ 292148 w 646469"/>
                <a:gd name="connsiteY193" fmla="*/ 148872 h 310883"/>
                <a:gd name="connsiteX194" fmla="*/ 302271 w 646469"/>
                <a:gd name="connsiteY194" fmla="*/ 150973 h 310883"/>
                <a:gd name="connsiteX195" fmla="*/ 310476 w 646469"/>
                <a:gd name="connsiteY195" fmla="*/ 156778 h 310883"/>
                <a:gd name="connsiteX196" fmla="*/ 310476 w 646469"/>
                <a:gd name="connsiteY196" fmla="*/ 149637 h 310883"/>
                <a:gd name="connsiteX197" fmla="*/ 319181 w 646469"/>
                <a:gd name="connsiteY197" fmla="*/ 149653 h 310883"/>
                <a:gd name="connsiteX198" fmla="*/ 319084 w 646469"/>
                <a:gd name="connsiteY198" fmla="*/ 203917 h 310883"/>
                <a:gd name="connsiteX199" fmla="*/ 310395 w 646469"/>
                <a:gd name="connsiteY199" fmla="*/ 203901 h 310883"/>
                <a:gd name="connsiteX200" fmla="*/ 310412 w 646469"/>
                <a:gd name="connsiteY200" fmla="*/ 196759 h 310883"/>
                <a:gd name="connsiteX201" fmla="*/ 302191 w 646469"/>
                <a:gd name="connsiteY201" fmla="*/ 202492 h 310883"/>
                <a:gd name="connsiteX202" fmla="*/ 292060 w 646469"/>
                <a:gd name="connsiteY202" fmla="*/ 204601 h 310883"/>
                <a:gd name="connsiteX203" fmla="*/ 292052 w 646469"/>
                <a:gd name="connsiteY203" fmla="*/ 204585 h 310883"/>
                <a:gd name="connsiteX204" fmla="*/ 279027 w 646469"/>
                <a:gd name="connsiteY204" fmla="*/ 200809 h 310883"/>
                <a:gd name="connsiteX205" fmla="*/ 269613 w 646469"/>
                <a:gd name="connsiteY205" fmla="*/ 190705 h 310883"/>
                <a:gd name="connsiteX206" fmla="*/ 266116 w 646469"/>
                <a:gd name="connsiteY206" fmla="*/ 176680 h 310883"/>
                <a:gd name="connsiteX207" fmla="*/ 269662 w 646469"/>
                <a:gd name="connsiteY207" fmla="*/ 162671 h 310883"/>
                <a:gd name="connsiteX208" fmla="*/ 279108 w 646469"/>
                <a:gd name="connsiteY208" fmla="*/ 152600 h 310883"/>
                <a:gd name="connsiteX209" fmla="*/ 292148 w 646469"/>
                <a:gd name="connsiteY209" fmla="*/ 148872 h 310883"/>
                <a:gd name="connsiteX210" fmla="*/ 491312 w 646469"/>
                <a:gd name="connsiteY210" fmla="*/ 148863 h 310883"/>
                <a:gd name="connsiteX211" fmla="*/ 501604 w 646469"/>
                <a:gd name="connsiteY211" fmla="*/ 151729 h 310883"/>
                <a:gd name="connsiteX212" fmla="*/ 509285 w 646469"/>
                <a:gd name="connsiteY212" fmla="*/ 159973 h 310883"/>
                <a:gd name="connsiteX213" fmla="*/ 512219 w 646469"/>
                <a:gd name="connsiteY213" fmla="*/ 173048 h 310883"/>
                <a:gd name="connsiteX214" fmla="*/ 512162 w 646469"/>
                <a:gd name="connsiteY214" fmla="*/ 204246 h 310883"/>
                <a:gd name="connsiteX215" fmla="*/ 502773 w 646469"/>
                <a:gd name="connsiteY215" fmla="*/ 204230 h 310883"/>
                <a:gd name="connsiteX216" fmla="*/ 502821 w 646469"/>
                <a:gd name="connsiteY216" fmla="*/ 174385 h 310883"/>
                <a:gd name="connsiteX217" fmla="*/ 499146 w 646469"/>
                <a:gd name="connsiteY217" fmla="*/ 163025 h 310883"/>
                <a:gd name="connsiteX218" fmla="*/ 488773 w 646469"/>
                <a:gd name="connsiteY218" fmla="*/ 158081 h 310883"/>
                <a:gd name="connsiteX219" fmla="*/ 478988 w 646469"/>
                <a:gd name="connsiteY219" fmla="*/ 162179 h 310883"/>
                <a:gd name="connsiteX220" fmla="*/ 474668 w 646469"/>
                <a:gd name="connsiteY220" fmla="*/ 174063 h 310883"/>
                <a:gd name="connsiteX221" fmla="*/ 474620 w 646469"/>
                <a:gd name="connsiteY221" fmla="*/ 204182 h 310883"/>
                <a:gd name="connsiteX222" fmla="*/ 465238 w 646469"/>
                <a:gd name="connsiteY222" fmla="*/ 204166 h 310883"/>
                <a:gd name="connsiteX223" fmla="*/ 465238 w 646469"/>
                <a:gd name="connsiteY223" fmla="*/ 204157 h 310883"/>
                <a:gd name="connsiteX224" fmla="*/ 465335 w 646469"/>
                <a:gd name="connsiteY224" fmla="*/ 149893 h 310883"/>
                <a:gd name="connsiteX225" fmla="*/ 474024 w 646469"/>
                <a:gd name="connsiteY225" fmla="*/ 149910 h 310883"/>
                <a:gd name="connsiteX226" fmla="*/ 474007 w 646469"/>
                <a:gd name="connsiteY226" fmla="*/ 158685 h 310883"/>
                <a:gd name="connsiteX227" fmla="*/ 481447 w 646469"/>
                <a:gd name="connsiteY227" fmla="*/ 151375 h 310883"/>
                <a:gd name="connsiteX228" fmla="*/ 491312 w 646469"/>
                <a:gd name="connsiteY228" fmla="*/ 148863 h 310883"/>
                <a:gd name="connsiteX229" fmla="*/ 424843 w 646469"/>
                <a:gd name="connsiteY229" fmla="*/ 148743 h 310883"/>
                <a:gd name="connsiteX230" fmla="*/ 438698 w 646469"/>
                <a:gd name="connsiteY230" fmla="*/ 152567 h 310883"/>
                <a:gd name="connsiteX231" fmla="*/ 448587 w 646469"/>
                <a:gd name="connsiteY231" fmla="*/ 162760 h 310883"/>
                <a:gd name="connsiteX232" fmla="*/ 452254 w 646469"/>
                <a:gd name="connsiteY232" fmla="*/ 177010 h 310883"/>
                <a:gd name="connsiteX233" fmla="*/ 448539 w 646469"/>
                <a:gd name="connsiteY233" fmla="*/ 191204 h 310883"/>
                <a:gd name="connsiteX234" fmla="*/ 438617 w 646469"/>
                <a:gd name="connsiteY234" fmla="*/ 201405 h 310883"/>
                <a:gd name="connsiteX235" fmla="*/ 424755 w 646469"/>
                <a:gd name="connsiteY235" fmla="*/ 205181 h 310883"/>
                <a:gd name="connsiteX236" fmla="*/ 424747 w 646469"/>
                <a:gd name="connsiteY236" fmla="*/ 205173 h 310883"/>
                <a:gd name="connsiteX237" fmla="*/ 410932 w 646469"/>
                <a:gd name="connsiteY237" fmla="*/ 201348 h 310883"/>
                <a:gd name="connsiteX238" fmla="*/ 401002 w 646469"/>
                <a:gd name="connsiteY238" fmla="*/ 191116 h 310883"/>
                <a:gd name="connsiteX239" fmla="*/ 397335 w 646469"/>
                <a:gd name="connsiteY239" fmla="*/ 176913 h 310883"/>
                <a:gd name="connsiteX240" fmla="*/ 401050 w 646469"/>
                <a:gd name="connsiteY240" fmla="*/ 162679 h 310883"/>
                <a:gd name="connsiteX241" fmla="*/ 411021 w 646469"/>
                <a:gd name="connsiteY241" fmla="*/ 152519 h 310883"/>
                <a:gd name="connsiteX242" fmla="*/ 424843 w 646469"/>
                <a:gd name="connsiteY242" fmla="*/ 148743 h 310883"/>
                <a:gd name="connsiteX243" fmla="*/ 178917 w 646469"/>
                <a:gd name="connsiteY243" fmla="*/ 148316 h 310883"/>
                <a:gd name="connsiteX244" fmla="*/ 192773 w 646469"/>
                <a:gd name="connsiteY244" fmla="*/ 152140 h 310883"/>
                <a:gd name="connsiteX245" fmla="*/ 202662 w 646469"/>
                <a:gd name="connsiteY245" fmla="*/ 162333 h 310883"/>
                <a:gd name="connsiteX246" fmla="*/ 206329 w 646469"/>
                <a:gd name="connsiteY246" fmla="*/ 176583 h 310883"/>
                <a:gd name="connsiteX247" fmla="*/ 202614 w 646469"/>
                <a:gd name="connsiteY247" fmla="*/ 190777 h 310883"/>
                <a:gd name="connsiteX248" fmla="*/ 192692 w 646469"/>
                <a:gd name="connsiteY248" fmla="*/ 200978 h 310883"/>
                <a:gd name="connsiteX249" fmla="*/ 178821 w 646469"/>
                <a:gd name="connsiteY249" fmla="*/ 204754 h 310883"/>
                <a:gd name="connsiteX250" fmla="*/ 178821 w 646469"/>
                <a:gd name="connsiteY250" fmla="*/ 204746 h 310883"/>
                <a:gd name="connsiteX251" fmla="*/ 165006 w 646469"/>
                <a:gd name="connsiteY251" fmla="*/ 200921 h 310883"/>
                <a:gd name="connsiteX252" fmla="*/ 155077 w 646469"/>
                <a:gd name="connsiteY252" fmla="*/ 190689 h 310883"/>
                <a:gd name="connsiteX253" fmla="*/ 151410 w 646469"/>
                <a:gd name="connsiteY253" fmla="*/ 176486 h 310883"/>
                <a:gd name="connsiteX254" fmla="*/ 155125 w 646469"/>
                <a:gd name="connsiteY254" fmla="*/ 162252 h 310883"/>
                <a:gd name="connsiteX255" fmla="*/ 165095 w 646469"/>
                <a:gd name="connsiteY255" fmla="*/ 152092 h 310883"/>
                <a:gd name="connsiteX256" fmla="*/ 178917 w 646469"/>
                <a:gd name="connsiteY256" fmla="*/ 148316 h 310883"/>
                <a:gd name="connsiteX257" fmla="*/ 118510 w 646469"/>
                <a:gd name="connsiteY257" fmla="*/ 148219 h 310883"/>
                <a:gd name="connsiteX258" fmla="*/ 128802 w 646469"/>
                <a:gd name="connsiteY258" fmla="*/ 151085 h 310883"/>
                <a:gd name="connsiteX259" fmla="*/ 136475 w 646469"/>
                <a:gd name="connsiteY259" fmla="*/ 159329 h 310883"/>
                <a:gd name="connsiteX260" fmla="*/ 139408 w 646469"/>
                <a:gd name="connsiteY260" fmla="*/ 172404 h 310883"/>
                <a:gd name="connsiteX261" fmla="*/ 139352 w 646469"/>
                <a:gd name="connsiteY261" fmla="*/ 203602 h 310883"/>
                <a:gd name="connsiteX262" fmla="*/ 129962 w 646469"/>
                <a:gd name="connsiteY262" fmla="*/ 203586 h 310883"/>
                <a:gd name="connsiteX263" fmla="*/ 130011 w 646469"/>
                <a:gd name="connsiteY263" fmla="*/ 173741 h 310883"/>
                <a:gd name="connsiteX264" fmla="*/ 126336 w 646469"/>
                <a:gd name="connsiteY264" fmla="*/ 162381 h 310883"/>
                <a:gd name="connsiteX265" fmla="*/ 115963 w 646469"/>
                <a:gd name="connsiteY265" fmla="*/ 157437 h 310883"/>
                <a:gd name="connsiteX266" fmla="*/ 106178 w 646469"/>
                <a:gd name="connsiteY266" fmla="*/ 161535 h 310883"/>
                <a:gd name="connsiteX267" fmla="*/ 101858 w 646469"/>
                <a:gd name="connsiteY267" fmla="*/ 173419 h 310883"/>
                <a:gd name="connsiteX268" fmla="*/ 101810 w 646469"/>
                <a:gd name="connsiteY268" fmla="*/ 203538 h 310883"/>
                <a:gd name="connsiteX269" fmla="*/ 92428 w 646469"/>
                <a:gd name="connsiteY269" fmla="*/ 203522 h 310883"/>
                <a:gd name="connsiteX270" fmla="*/ 92437 w 646469"/>
                <a:gd name="connsiteY270" fmla="*/ 203513 h 310883"/>
                <a:gd name="connsiteX271" fmla="*/ 92533 w 646469"/>
                <a:gd name="connsiteY271" fmla="*/ 149249 h 310883"/>
                <a:gd name="connsiteX272" fmla="*/ 101222 w 646469"/>
                <a:gd name="connsiteY272" fmla="*/ 149266 h 310883"/>
                <a:gd name="connsiteX273" fmla="*/ 101206 w 646469"/>
                <a:gd name="connsiteY273" fmla="*/ 158041 h 310883"/>
                <a:gd name="connsiteX274" fmla="*/ 108645 w 646469"/>
                <a:gd name="connsiteY274" fmla="*/ 150731 h 310883"/>
                <a:gd name="connsiteX275" fmla="*/ 118510 w 646469"/>
                <a:gd name="connsiteY275" fmla="*/ 148219 h 310883"/>
                <a:gd name="connsiteX276" fmla="*/ 55951 w 646469"/>
                <a:gd name="connsiteY276" fmla="*/ 148107 h 310883"/>
                <a:gd name="connsiteX277" fmla="*/ 66243 w 646469"/>
                <a:gd name="connsiteY277" fmla="*/ 150973 h 310883"/>
                <a:gd name="connsiteX278" fmla="*/ 73916 w 646469"/>
                <a:gd name="connsiteY278" fmla="*/ 159217 h 310883"/>
                <a:gd name="connsiteX279" fmla="*/ 76850 w 646469"/>
                <a:gd name="connsiteY279" fmla="*/ 172292 h 310883"/>
                <a:gd name="connsiteX280" fmla="*/ 76793 w 646469"/>
                <a:gd name="connsiteY280" fmla="*/ 203490 h 310883"/>
                <a:gd name="connsiteX281" fmla="*/ 67412 w 646469"/>
                <a:gd name="connsiteY281" fmla="*/ 203474 h 310883"/>
                <a:gd name="connsiteX282" fmla="*/ 67460 w 646469"/>
                <a:gd name="connsiteY282" fmla="*/ 173629 h 310883"/>
                <a:gd name="connsiteX283" fmla="*/ 63785 w 646469"/>
                <a:gd name="connsiteY283" fmla="*/ 162269 h 310883"/>
                <a:gd name="connsiteX284" fmla="*/ 53412 w 646469"/>
                <a:gd name="connsiteY284" fmla="*/ 157325 h 310883"/>
                <a:gd name="connsiteX285" fmla="*/ 43627 w 646469"/>
                <a:gd name="connsiteY285" fmla="*/ 161423 h 310883"/>
                <a:gd name="connsiteX286" fmla="*/ 39307 w 646469"/>
                <a:gd name="connsiteY286" fmla="*/ 173307 h 310883"/>
                <a:gd name="connsiteX287" fmla="*/ 39259 w 646469"/>
                <a:gd name="connsiteY287" fmla="*/ 203426 h 310883"/>
                <a:gd name="connsiteX288" fmla="*/ 29878 w 646469"/>
                <a:gd name="connsiteY288" fmla="*/ 203410 h 310883"/>
                <a:gd name="connsiteX289" fmla="*/ 29869 w 646469"/>
                <a:gd name="connsiteY289" fmla="*/ 203401 h 310883"/>
                <a:gd name="connsiteX290" fmla="*/ 29966 w 646469"/>
                <a:gd name="connsiteY290" fmla="*/ 149137 h 310883"/>
                <a:gd name="connsiteX291" fmla="*/ 38655 w 646469"/>
                <a:gd name="connsiteY291" fmla="*/ 149154 h 310883"/>
                <a:gd name="connsiteX292" fmla="*/ 38638 w 646469"/>
                <a:gd name="connsiteY292" fmla="*/ 157929 h 310883"/>
                <a:gd name="connsiteX293" fmla="*/ 46086 w 646469"/>
                <a:gd name="connsiteY293" fmla="*/ 150619 h 310883"/>
                <a:gd name="connsiteX294" fmla="*/ 55951 w 646469"/>
                <a:gd name="connsiteY294" fmla="*/ 148107 h 310883"/>
                <a:gd name="connsiteX295" fmla="*/ 8604 w 646469"/>
                <a:gd name="connsiteY295" fmla="*/ 139328 h 310883"/>
                <a:gd name="connsiteX296" fmla="*/ 8608 w 646469"/>
                <a:gd name="connsiteY296" fmla="*/ 139330 h 310883"/>
                <a:gd name="connsiteX297" fmla="*/ 8600 w 646469"/>
                <a:gd name="connsiteY297" fmla="*/ 139330 h 310883"/>
                <a:gd name="connsiteX298" fmla="*/ 342240 w 646469"/>
                <a:gd name="connsiteY298" fmla="*/ 131586 h 310883"/>
                <a:gd name="connsiteX299" fmla="*/ 351106 w 646469"/>
                <a:gd name="connsiteY299" fmla="*/ 131602 h 310883"/>
                <a:gd name="connsiteX300" fmla="*/ 351074 w 646469"/>
                <a:gd name="connsiteY300" fmla="*/ 149693 h 310883"/>
                <a:gd name="connsiteX301" fmla="*/ 364026 w 646469"/>
                <a:gd name="connsiteY301" fmla="*/ 149717 h 310883"/>
                <a:gd name="connsiteX302" fmla="*/ 364010 w 646469"/>
                <a:gd name="connsiteY302" fmla="*/ 157856 h 310883"/>
                <a:gd name="connsiteX303" fmla="*/ 351324 w 646469"/>
                <a:gd name="connsiteY303" fmla="*/ 157832 h 310883"/>
                <a:gd name="connsiteX304" fmla="*/ 351243 w 646469"/>
                <a:gd name="connsiteY304" fmla="*/ 203958 h 310883"/>
                <a:gd name="connsiteX305" fmla="*/ 341861 w 646469"/>
                <a:gd name="connsiteY305" fmla="*/ 203942 h 310883"/>
                <a:gd name="connsiteX306" fmla="*/ 341845 w 646469"/>
                <a:gd name="connsiteY306" fmla="*/ 203942 h 310883"/>
                <a:gd name="connsiteX307" fmla="*/ 341926 w 646469"/>
                <a:gd name="connsiteY307" fmla="*/ 157816 h 310883"/>
                <a:gd name="connsiteX308" fmla="*/ 330109 w 646469"/>
                <a:gd name="connsiteY308" fmla="*/ 157792 h 310883"/>
                <a:gd name="connsiteX309" fmla="*/ 330126 w 646469"/>
                <a:gd name="connsiteY309" fmla="*/ 149652 h 310883"/>
                <a:gd name="connsiteX310" fmla="*/ 342208 w 646469"/>
                <a:gd name="connsiteY310" fmla="*/ 149677 h 310883"/>
                <a:gd name="connsiteX311" fmla="*/ 379692 w 646469"/>
                <a:gd name="connsiteY311" fmla="*/ 126957 h 310883"/>
                <a:gd name="connsiteX312" fmla="*/ 384165 w 646469"/>
                <a:gd name="connsiteY312" fmla="*/ 128817 h 310883"/>
                <a:gd name="connsiteX313" fmla="*/ 385938 w 646469"/>
                <a:gd name="connsiteY313" fmla="*/ 133478 h 310883"/>
                <a:gd name="connsiteX314" fmla="*/ 384149 w 646469"/>
                <a:gd name="connsiteY314" fmla="*/ 138083 h 310883"/>
                <a:gd name="connsiteX315" fmla="*/ 379668 w 646469"/>
                <a:gd name="connsiteY315" fmla="*/ 139975 h 310883"/>
                <a:gd name="connsiteX316" fmla="*/ 375243 w 646469"/>
                <a:gd name="connsiteY316" fmla="*/ 138067 h 310883"/>
                <a:gd name="connsiteX317" fmla="*/ 373430 w 646469"/>
                <a:gd name="connsiteY317" fmla="*/ 133454 h 310883"/>
                <a:gd name="connsiteX318" fmla="*/ 375259 w 646469"/>
                <a:gd name="connsiteY318" fmla="*/ 128801 h 310883"/>
                <a:gd name="connsiteX319" fmla="*/ 379692 w 646469"/>
                <a:gd name="connsiteY319" fmla="*/ 126957 h 310883"/>
                <a:gd name="connsiteX320" fmla="*/ 8624 w 646469"/>
                <a:gd name="connsiteY320" fmla="*/ 126312 h 310883"/>
                <a:gd name="connsiteX321" fmla="*/ 13097 w 646469"/>
                <a:gd name="connsiteY321" fmla="*/ 128172 h 310883"/>
                <a:gd name="connsiteX322" fmla="*/ 14870 w 646469"/>
                <a:gd name="connsiteY322" fmla="*/ 132833 h 310883"/>
                <a:gd name="connsiteX323" fmla="*/ 13081 w 646469"/>
                <a:gd name="connsiteY323" fmla="*/ 137438 h 310883"/>
                <a:gd name="connsiteX324" fmla="*/ 8604 w 646469"/>
                <a:gd name="connsiteY324" fmla="*/ 139328 h 310883"/>
                <a:gd name="connsiteX325" fmla="*/ 4175 w 646469"/>
                <a:gd name="connsiteY325" fmla="*/ 137422 h 310883"/>
                <a:gd name="connsiteX326" fmla="*/ 2362 w 646469"/>
                <a:gd name="connsiteY326" fmla="*/ 132809 h 310883"/>
                <a:gd name="connsiteX327" fmla="*/ 4191 w 646469"/>
                <a:gd name="connsiteY327" fmla="*/ 128156 h 310883"/>
                <a:gd name="connsiteX328" fmla="*/ 8624 w 646469"/>
                <a:gd name="connsiteY328" fmla="*/ 126312 h 310883"/>
                <a:gd name="connsiteX329" fmla="*/ 613585 w 646469"/>
                <a:gd name="connsiteY329" fmla="*/ 54650 h 310883"/>
                <a:gd name="connsiteX330" fmla="*/ 610289 w 646469"/>
                <a:gd name="connsiteY330" fmla="*/ 57138 h 310883"/>
                <a:gd name="connsiteX331" fmla="*/ 607170 w 646469"/>
                <a:gd name="connsiteY331" fmla="*/ 61228 h 310883"/>
                <a:gd name="connsiteX332" fmla="*/ 605832 w 646469"/>
                <a:gd name="connsiteY332" fmla="*/ 67291 h 310883"/>
                <a:gd name="connsiteX333" fmla="*/ 609394 w 646469"/>
                <a:gd name="connsiteY333" fmla="*/ 76904 h 310883"/>
                <a:gd name="connsiteX334" fmla="*/ 619469 w 646469"/>
                <a:gd name="connsiteY334" fmla="*/ 81018 h 310883"/>
                <a:gd name="connsiteX335" fmla="*/ 619477 w 646469"/>
                <a:gd name="connsiteY335" fmla="*/ 81018 h 310883"/>
                <a:gd name="connsiteX336" fmla="*/ 624732 w 646469"/>
                <a:gd name="connsiteY336" fmla="*/ 80132 h 310883"/>
                <a:gd name="connsiteX337" fmla="*/ 629568 w 646469"/>
                <a:gd name="connsiteY337" fmla="*/ 77830 h 310883"/>
                <a:gd name="connsiteX338" fmla="*/ 290947 w 646469"/>
                <a:gd name="connsiteY338" fmla="*/ 40875 h 310883"/>
                <a:gd name="connsiteX339" fmla="*/ 281952 w 646469"/>
                <a:gd name="connsiteY339" fmla="*/ 43435 h 310883"/>
                <a:gd name="connsiteX340" fmla="*/ 275512 w 646469"/>
                <a:gd name="connsiteY340" fmla="*/ 50295 h 310883"/>
                <a:gd name="connsiteX341" fmla="*/ 273102 w 646469"/>
                <a:gd name="connsiteY341" fmla="*/ 59835 h 310883"/>
                <a:gd name="connsiteX342" fmla="*/ 275472 w 646469"/>
                <a:gd name="connsiteY342" fmla="*/ 69384 h 310883"/>
                <a:gd name="connsiteX343" fmla="*/ 281887 w 646469"/>
                <a:gd name="connsiteY343" fmla="*/ 76268 h 310883"/>
                <a:gd name="connsiteX344" fmla="*/ 290870 w 646469"/>
                <a:gd name="connsiteY344" fmla="*/ 78859 h 310883"/>
                <a:gd name="connsiteX345" fmla="*/ 290866 w 646469"/>
                <a:gd name="connsiteY345" fmla="*/ 78861 h 310883"/>
                <a:gd name="connsiteX346" fmla="*/ 290874 w 646469"/>
                <a:gd name="connsiteY346" fmla="*/ 78861 h 310883"/>
                <a:gd name="connsiteX347" fmla="*/ 290870 w 646469"/>
                <a:gd name="connsiteY347" fmla="*/ 78859 h 310883"/>
                <a:gd name="connsiteX348" fmla="*/ 299869 w 646469"/>
                <a:gd name="connsiteY348" fmla="*/ 76301 h 310883"/>
                <a:gd name="connsiteX349" fmla="*/ 306308 w 646469"/>
                <a:gd name="connsiteY349" fmla="*/ 69440 h 310883"/>
                <a:gd name="connsiteX350" fmla="*/ 308718 w 646469"/>
                <a:gd name="connsiteY350" fmla="*/ 59900 h 310883"/>
                <a:gd name="connsiteX351" fmla="*/ 306349 w 646469"/>
                <a:gd name="connsiteY351" fmla="*/ 50351 h 310883"/>
                <a:gd name="connsiteX352" fmla="*/ 299933 w 646469"/>
                <a:gd name="connsiteY352" fmla="*/ 43468 h 310883"/>
                <a:gd name="connsiteX353" fmla="*/ 290947 w 646469"/>
                <a:gd name="connsiteY353" fmla="*/ 40875 h 310883"/>
                <a:gd name="connsiteX354" fmla="*/ 535301 w 646469"/>
                <a:gd name="connsiteY354" fmla="*/ 40754 h 310883"/>
                <a:gd name="connsiteX355" fmla="*/ 524171 w 646469"/>
                <a:gd name="connsiteY355" fmla="*/ 45118 h 310883"/>
                <a:gd name="connsiteX356" fmla="*/ 518070 w 646469"/>
                <a:gd name="connsiteY356" fmla="*/ 55640 h 310883"/>
                <a:gd name="connsiteX357" fmla="*/ 518061 w 646469"/>
                <a:gd name="connsiteY357" fmla="*/ 55648 h 310883"/>
                <a:gd name="connsiteX358" fmla="*/ 527532 w 646469"/>
                <a:gd name="connsiteY358" fmla="*/ 54851 h 310883"/>
                <a:gd name="connsiteX359" fmla="*/ 544828 w 646469"/>
                <a:gd name="connsiteY359" fmla="*/ 54883 h 310883"/>
                <a:gd name="connsiteX360" fmla="*/ 548608 w 646469"/>
                <a:gd name="connsiteY360" fmla="*/ 55028 h 310883"/>
                <a:gd name="connsiteX361" fmla="*/ 552388 w 646469"/>
                <a:gd name="connsiteY361" fmla="*/ 55350 h 310883"/>
                <a:gd name="connsiteX362" fmla="*/ 546327 w 646469"/>
                <a:gd name="connsiteY362" fmla="*/ 44892 h 310883"/>
                <a:gd name="connsiteX363" fmla="*/ 535301 w 646469"/>
                <a:gd name="connsiteY363" fmla="*/ 40754 h 310883"/>
                <a:gd name="connsiteX364" fmla="*/ 356287 w 646469"/>
                <a:gd name="connsiteY364" fmla="*/ 40448 h 310883"/>
                <a:gd name="connsiteX365" fmla="*/ 345157 w 646469"/>
                <a:gd name="connsiteY365" fmla="*/ 44812 h 310883"/>
                <a:gd name="connsiteX366" fmla="*/ 339056 w 646469"/>
                <a:gd name="connsiteY366" fmla="*/ 55334 h 310883"/>
                <a:gd name="connsiteX367" fmla="*/ 348526 w 646469"/>
                <a:gd name="connsiteY367" fmla="*/ 54537 h 310883"/>
                <a:gd name="connsiteX368" fmla="*/ 365822 w 646469"/>
                <a:gd name="connsiteY368" fmla="*/ 54569 h 310883"/>
                <a:gd name="connsiteX369" fmla="*/ 369602 w 646469"/>
                <a:gd name="connsiteY369" fmla="*/ 54714 h 310883"/>
                <a:gd name="connsiteX370" fmla="*/ 373382 w 646469"/>
                <a:gd name="connsiteY370" fmla="*/ 55036 h 310883"/>
                <a:gd name="connsiteX371" fmla="*/ 367313 w 646469"/>
                <a:gd name="connsiteY371" fmla="*/ 44578 h 310883"/>
                <a:gd name="connsiteX372" fmla="*/ 356287 w 646469"/>
                <a:gd name="connsiteY372" fmla="*/ 40448 h 310883"/>
                <a:gd name="connsiteX373" fmla="*/ 150345 w 646469"/>
                <a:gd name="connsiteY373" fmla="*/ 40086 h 310883"/>
                <a:gd name="connsiteX374" fmla="*/ 139215 w 646469"/>
                <a:gd name="connsiteY374" fmla="*/ 44450 h 310883"/>
                <a:gd name="connsiteX375" fmla="*/ 133114 w 646469"/>
                <a:gd name="connsiteY375" fmla="*/ 54972 h 310883"/>
                <a:gd name="connsiteX376" fmla="*/ 133106 w 646469"/>
                <a:gd name="connsiteY376" fmla="*/ 54980 h 310883"/>
                <a:gd name="connsiteX377" fmla="*/ 142576 w 646469"/>
                <a:gd name="connsiteY377" fmla="*/ 54183 h 310883"/>
                <a:gd name="connsiteX378" fmla="*/ 159872 w 646469"/>
                <a:gd name="connsiteY378" fmla="*/ 54215 h 310883"/>
                <a:gd name="connsiteX379" fmla="*/ 163652 w 646469"/>
                <a:gd name="connsiteY379" fmla="*/ 54360 h 310883"/>
                <a:gd name="connsiteX380" fmla="*/ 167432 w 646469"/>
                <a:gd name="connsiteY380" fmla="*/ 54682 h 310883"/>
                <a:gd name="connsiteX381" fmla="*/ 161371 w 646469"/>
                <a:gd name="connsiteY381" fmla="*/ 44224 h 310883"/>
                <a:gd name="connsiteX382" fmla="*/ 150345 w 646469"/>
                <a:gd name="connsiteY382" fmla="*/ 40086 h 310883"/>
                <a:gd name="connsiteX383" fmla="*/ 241332 w 646469"/>
                <a:gd name="connsiteY383" fmla="*/ 32646 h 310883"/>
                <a:gd name="connsiteX384" fmla="*/ 250713 w 646469"/>
                <a:gd name="connsiteY384" fmla="*/ 32662 h 310883"/>
                <a:gd name="connsiteX385" fmla="*/ 250617 w 646469"/>
                <a:gd name="connsiteY385" fmla="*/ 86926 h 310883"/>
                <a:gd name="connsiteX386" fmla="*/ 241235 w 646469"/>
                <a:gd name="connsiteY386" fmla="*/ 86910 h 310883"/>
                <a:gd name="connsiteX387" fmla="*/ 4094 w 646469"/>
                <a:gd name="connsiteY387" fmla="*/ 32236 h 310883"/>
                <a:gd name="connsiteX388" fmla="*/ 13475 w 646469"/>
                <a:gd name="connsiteY388" fmla="*/ 32252 h 310883"/>
                <a:gd name="connsiteX389" fmla="*/ 13379 w 646469"/>
                <a:gd name="connsiteY389" fmla="*/ 86516 h 310883"/>
                <a:gd name="connsiteX390" fmla="*/ 3997 w 646469"/>
                <a:gd name="connsiteY390" fmla="*/ 86500 h 310883"/>
                <a:gd name="connsiteX391" fmla="*/ 535317 w 646469"/>
                <a:gd name="connsiteY391" fmla="*/ 32075 h 310883"/>
                <a:gd name="connsiteX392" fmla="*/ 548519 w 646469"/>
                <a:gd name="connsiteY392" fmla="*/ 35674 h 310883"/>
                <a:gd name="connsiteX393" fmla="*/ 558062 w 646469"/>
                <a:gd name="connsiteY393" fmla="*/ 45319 h 310883"/>
                <a:gd name="connsiteX394" fmla="*/ 561600 w 646469"/>
                <a:gd name="connsiteY394" fmla="*/ 59070 h 310883"/>
                <a:gd name="connsiteX395" fmla="*/ 561600 w 646469"/>
                <a:gd name="connsiteY395" fmla="*/ 63047 h 310883"/>
                <a:gd name="connsiteX396" fmla="*/ 527532 w 646469"/>
                <a:gd name="connsiteY396" fmla="*/ 62991 h 310883"/>
                <a:gd name="connsiteX397" fmla="*/ 522930 w 646469"/>
                <a:gd name="connsiteY397" fmla="*/ 62806 h 310883"/>
                <a:gd name="connsiteX398" fmla="*/ 518327 w 646469"/>
                <a:gd name="connsiteY398" fmla="*/ 62258 h 310883"/>
                <a:gd name="connsiteX399" fmla="*/ 524606 w 646469"/>
                <a:gd name="connsiteY399" fmla="*/ 74391 h 310883"/>
                <a:gd name="connsiteX400" fmla="*/ 537324 w 646469"/>
                <a:gd name="connsiteY400" fmla="*/ 79294 h 310883"/>
                <a:gd name="connsiteX401" fmla="*/ 546536 w 646469"/>
                <a:gd name="connsiteY401" fmla="*/ 76959 h 310883"/>
                <a:gd name="connsiteX402" fmla="*/ 553411 w 646469"/>
                <a:gd name="connsiteY402" fmla="*/ 70728 h 310883"/>
                <a:gd name="connsiteX403" fmla="*/ 555998 w 646469"/>
                <a:gd name="connsiteY403" fmla="*/ 81854 h 310883"/>
                <a:gd name="connsiteX404" fmla="*/ 547431 w 646469"/>
                <a:gd name="connsiteY404" fmla="*/ 86766 h 310883"/>
                <a:gd name="connsiteX405" fmla="*/ 537219 w 646469"/>
                <a:gd name="connsiteY405" fmla="*/ 88513 h 310883"/>
                <a:gd name="connsiteX406" fmla="*/ 537211 w 646469"/>
                <a:gd name="connsiteY406" fmla="*/ 88513 h 310883"/>
                <a:gd name="connsiteX407" fmla="*/ 522575 w 646469"/>
                <a:gd name="connsiteY407" fmla="*/ 84688 h 310883"/>
                <a:gd name="connsiteX408" fmla="*/ 512428 w 646469"/>
                <a:gd name="connsiteY408" fmla="*/ 74319 h 310883"/>
                <a:gd name="connsiteX409" fmla="*/ 508761 w 646469"/>
                <a:gd name="connsiteY409" fmla="*/ 59706 h 310883"/>
                <a:gd name="connsiteX410" fmla="*/ 512347 w 646469"/>
                <a:gd name="connsiteY410" fmla="*/ 45737 h 310883"/>
                <a:gd name="connsiteX411" fmla="*/ 521970 w 646469"/>
                <a:gd name="connsiteY411" fmla="*/ 35762 h 310883"/>
                <a:gd name="connsiteX412" fmla="*/ 535317 w 646469"/>
                <a:gd name="connsiteY412" fmla="*/ 32075 h 310883"/>
                <a:gd name="connsiteX413" fmla="*/ 289705 w 646469"/>
                <a:gd name="connsiteY413" fmla="*/ 32011 h 310883"/>
                <a:gd name="connsiteX414" fmla="*/ 299828 w 646469"/>
                <a:gd name="connsiteY414" fmla="*/ 34112 h 310883"/>
                <a:gd name="connsiteX415" fmla="*/ 308033 w 646469"/>
                <a:gd name="connsiteY415" fmla="*/ 39917 h 310883"/>
                <a:gd name="connsiteX416" fmla="*/ 308049 w 646469"/>
                <a:gd name="connsiteY416" fmla="*/ 32776 h 310883"/>
                <a:gd name="connsiteX417" fmla="*/ 316738 w 646469"/>
                <a:gd name="connsiteY417" fmla="*/ 32792 h 310883"/>
                <a:gd name="connsiteX418" fmla="*/ 316641 w 646469"/>
                <a:gd name="connsiteY418" fmla="*/ 87057 h 310883"/>
                <a:gd name="connsiteX419" fmla="*/ 312659 w 646469"/>
                <a:gd name="connsiteY419" fmla="*/ 102241 h 310883"/>
                <a:gd name="connsiteX420" fmla="*/ 302254 w 646469"/>
                <a:gd name="connsiteY420" fmla="*/ 111902 h 310883"/>
                <a:gd name="connsiteX421" fmla="*/ 288343 w 646469"/>
                <a:gd name="connsiteY421" fmla="*/ 115227 h 310883"/>
                <a:gd name="connsiteX422" fmla="*/ 288367 w 646469"/>
                <a:gd name="connsiteY422" fmla="*/ 115211 h 310883"/>
                <a:gd name="connsiteX423" fmla="*/ 277463 w 646469"/>
                <a:gd name="connsiteY423" fmla="*/ 113384 h 310883"/>
                <a:gd name="connsiteX424" fmla="*/ 268734 w 646469"/>
                <a:gd name="connsiteY424" fmla="*/ 108392 h 310883"/>
                <a:gd name="connsiteX425" fmla="*/ 271362 w 646469"/>
                <a:gd name="connsiteY425" fmla="*/ 97362 h 310883"/>
                <a:gd name="connsiteX426" fmla="*/ 278301 w 646469"/>
                <a:gd name="connsiteY426" fmla="*/ 103706 h 310883"/>
                <a:gd name="connsiteX427" fmla="*/ 288287 w 646469"/>
                <a:gd name="connsiteY427" fmla="*/ 106162 h 310883"/>
                <a:gd name="connsiteX428" fmla="*/ 302504 w 646469"/>
                <a:gd name="connsiteY428" fmla="*/ 100671 h 310883"/>
                <a:gd name="connsiteX429" fmla="*/ 307961 w 646469"/>
                <a:gd name="connsiteY429" fmla="*/ 86485 h 310883"/>
                <a:gd name="connsiteX430" fmla="*/ 307961 w 646469"/>
                <a:gd name="connsiteY430" fmla="*/ 79883 h 310883"/>
                <a:gd name="connsiteX431" fmla="*/ 299748 w 646469"/>
                <a:gd name="connsiteY431" fmla="*/ 85616 h 310883"/>
                <a:gd name="connsiteX432" fmla="*/ 289617 w 646469"/>
                <a:gd name="connsiteY432" fmla="*/ 87725 h 310883"/>
                <a:gd name="connsiteX433" fmla="*/ 276584 w 646469"/>
                <a:gd name="connsiteY433" fmla="*/ 83949 h 310883"/>
                <a:gd name="connsiteX434" fmla="*/ 267170 w 646469"/>
                <a:gd name="connsiteY434" fmla="*/ 73844 h 310883"/>
                <a:gd name="connsiteX435" fmla="*/ 263673 w 646469"/>
                <a:gd name="connsiteY435" fmla="*/ 59819 h 310883"/>
                <a:gd name="connsiteX436" fmla="*/ 267219 w 646469"/>
                <a:gd name="connsiteY436" fmla="*/ 45810 h 310883"/>
                <a:gd name="connsiteX437" fmla="*/ 276665 w 646469"/>
                <a:gd name="connsiteY437" fmla="*/ 35738 h 310883"/>
                <a:gd name="connsiteX438" fmla="*/ 289705 w 646469"/>
                <a:gd name="connsiteY438" fmla="*/ 32011 h 310883"/>
                <a:gd name="connsiteX439" fmla="*/ 481696 w 646469"/>
                <a:gd name="connsiteY439" fmla="*/ 31986 h 310883"/>
                <a:gd name="connsiteX440" fmla="*/ 492294 w 646469"/>
                <a:gd name="connsiteY440" fmla="*/ 34087 h 310883"/>
                <a:gd name="connsiteX441" fmla="*/ 500974 w 646469"/>
                <a:gd name="connsiteY441" fmla="*/ 39618 h 310883"/>
                <a:gd name="connsiteX442" fmla="*/ 498089 w 646469"/>
                <a:gd name="connsiteY442" fmla="*/ 51912 h 310883"/>
                <a:gd name="connsiteX443" fmla="*/ 491545 w 646469"/>
                <a:gd name="connsiteY443" fmla="*/ 44304 h 310883"/>
                <a:gd name="connsiteX444" fmla="*/ 481599 w 646469"/>
                <a:gd name="connsiteY444" fmla="*/ 41212 h 310883"/>
                <a:gd name="connsiteX445" fmla="*/ 472427 w 646469"/>
                <a:gd name="connsiteY445" fmla="*/ 43773 h 310883"/>
                <a:gd name="connsiteX446" fmla="*/ 465850 w 646469"/>
                <a:gd name="connsiteY446" fmla="*/ 50632 h 310883"/>
                <a:gd name="connsiteX447" fmla="*/ 463400 w 646469"/>
                <a:gd name="connsiteY447" fmla="*/ 60173 h 310883"/>
                <a:gd name="connsiteX448" fmla="*/ 465818 w 646469"/>
                <a:gd name="connsiteY448" fmla="*/ 69673 h 310883"/>
                <a:gd name="connsiteX449" fmla="*/ 472370 w 646469"/>
                <a:gd name="connsiteY449" fmla="*/ 76605 h 310883"/>
                <a:gd name="connsiteX450" fmla="*/ 481534 w 646469"/>
                <a:gd name="connsiteY450" fmla="*/ 79197 h 310883"/>
                <a:gd name="connsiteX451" fmla="*/ 491488 w 646469"/>
                <a:gd name="connsiteY451" fmla="*/ 76226 h 310883"/>
                <a:gd name="connsiteX452" fmla="*/ 498065 w 646469"/>
                <a:gd name="connsiteY452" fmla="*/ 68554 h 310883"/>
                <a:gd name="connsiteX453" fmla="*/ 500910 w 646469"/>
                <a:gd name="connsiteY453" fmla="*/ 80856 h 310883"/>
                <a:gd name="connsiteX454" fmla="*/ 492213 w 646469"/>
                <a:gd name="connsiteY454" fmla="*/ 86355 h 310883"/>
                <a:gd name="connsiteX455" fmla="*/ 481607 w 646469"/>
                <a:gd name="connsiteY455" fmla="*/ 88416 h 310883"/>
                <a:gd name="connsiteX456" fmla="*/ 481599 w 646469"/>
                <a:gd name="connsiteY456" fmla="*/ 88416 h 310883"/>
                <a:gd name="connsiteX457" fmla="*/ 467704 w 646469"/>
                <a:gd name="connsiteY457" fmla="*/ 84591 h 310883"/>
                <a:gd name="connsiteX458" fmla="*/ 457726 w 646469"/>
                <a:gd name="connsiteY458" fmla="*/ 74359 h 310883"/>
                <a:gd name="connsiteX459" fmla="*/ 454011 w 646469"/>
                <a:gd name="connsiteY459" fmla="*/ 60156 h 310883"/>
                <a:gd name="connsiteX460" fmla="*/ 457774 w 646469"/>
                <a:gd name="connsiteY460" fmla="*/ 45962 h 310883"/>
                <a:gd name="connsiteX461" fmla="*/ 467785 w 646469"/>
                <a:gd name="connsiteY461" fmla="*/ 35762 h 310883"/>
                <a:gd name="connsiteX462" fmla="*/ 481696 w 646469"/>
                <a:gd name="connsiteY462" fmla="*/ 31986 h 310883"/>
                <a:gd name="connsiteX463" fmla="*/ 421128 w 646469"/>
                <a:gd name="connsiteY463" fmla="*/ 31882 h 310883"/>
                <a:gd name="connsiteX464" fmla="*/ 431420 w 646469"/>
                <a:gd name="connsiteY464" fmla="*/ 34748 h 310883"/>
                <a:gd name="connsiteX465" fmla="*/ 439093 w 646469"/>
                <a:gd name="connsiteY465" fmla="*/ 42992 h 310883"/>
                <a:gd name="connsiteX466" fmla="*/ 442027 w 646469"/>
                <a:gd name="connsiteY466" fmla="*/ 56067 h 310883"/>
                <a:gd name="connsiteX467" fmla="*/ 441970 w 646469"/>
                <a:gd name="connsiteY467" fmla="*/ 87265 h 310883"/>
                <a:gd name="connsiteX468" fmla="*/ 432580 w 646469"/>
                <a:gd name="connsiteY468" fmla="*/ 87249 h 310883"/>
                <a:gd name="connsiteX469" fmla="*/ 432629 w 646469"/>
                <a:gd name="connsiteY469" fmla="*/ 57404 h 310883"/>
                <a:gd name="connsiteX470" fmla="*/ 428954 w 646469"/>
                <a:gd name="connsiteY470" fmla="*/ 46044 h 310883"/>
                <a:gd name="connsiteX471" fmla="*/ 418581 w 646469"/>
                <a:gd name="connsiteY471" fmla="*/ 41100 h 310883"/>
                <a:gd name="connsiteX472" fmla="*/ 408796 w 646469"/>
                <a:gd name="connsiteY472" fmla="*/ 45198 h 310883"/>
                <a:gd name="connsiteX473" fmla="*/ 404476 w 646469"/>
                <a:gd name="connsiteY473" fmla="*/ 57082 h 310883"/>
                <a:gd name="connsiteX474" fmla="*/ 404428 w 646469"/>
                <a:gd name="connsiteY474" fmla="*/ 87201 h 310883"/>
                <a:gd name="connsiteX475" fmla="*/ 395046 w 646469"/>
                <a:gd name="connsiteY475" fmla="*/ 87185 h 310883"/>
                <a:gd name="connsiteX476" fmla="*/ 395046 w 646469"/>
                <a:gd name="connsiteY476" fmla="*/ 87176 h 310883"/>
                <a:gd name="connsiteX477" fmla="*/ 395143 w 646469"/>
                <a:gd name="connsiteY477" fmla="*/ 32912 h 310883"/>
                <a:gd name="connsiteX478" fmla="*/ 403832 w 646469"/>
                <a:gd name="connsiteY478" fmla="*/ 32929 h 310883"/>
                <a:gd name="connsiteX479" fmla="*/ 403815 w 646469"/>
                <a:gd name="connsiteY479" fmla="*/ 41704 h 310883"/>
                <a:gd name="connsiteX480" fmla="*/ 411263 w 646469"/>
                <a:gd name="connsiteY480" fmla="*/ 34394 h 310883"/>
                <a:gd name="connsiteX481" fmla="*/ 421128 w 646469"/>
                <a:gd name="connsiteY481" fmla="*/ 31882 h 310883"/>
                <a:gd name="connsiteX482" fmla="*/ 356303 w 646469"/>
                <a:gd name="connsiteY482" fmla="*/ 31761 h 310883"/>
                <a:gd name="connsiteX483" fmla="*/ 369505 w 646469"/>
                <a:gd name="connsiteY483" fmla="*/ 35360 h 310883"/>
                <a:gd name="connsiteX484" fmla="*/ 379048 w 646469"/>
                <a:gd name="connsiteY484" fmla="*/ 45005 h 310883"/>
                <a:gd name="connsiteX485" fmla="*/ 382586 w 646469"/>
                <a:gd name="connsiteY485" fmla="*/ 58756 h 310883"/>
                <a:gd name="connsiteX486" fmla="*/ 382586 w 646469"/>
                <a:gd name="connsiteY486" fmla="*/ 62733 h 310883"/>
                <a:gd name="connsiteX487" fmla="*/ 348518 w 646469"/>
                <a:gd name="connsiteY487" fmla="*/ 62677 h 310883"/>
                <a:gd name="connsiteX488" fmla="*/ 343915 w 646469"/>
                <a:gd name="connsiteY488" fmla="*/ 62492 h 310883"/>
                <a:gd name="connsiteX489" fmla="*/ 339313 w 646469"/>
                <a:gd name="connsiteY489" fmla="*/ 61944 h 310883"/>
                <a:gd name="connsiteX490" fmla="*/ 345592 w 646469"/>
                <a:gd name="connsiteY490" fmla="*/ 74077 h 310883"/>
                <a:gd name="connsiteX491" fmla="*/ 358318 w 646469"/>
                <a:gd name="connsiteY491" fmla="*/ 78980 h 310883"/>
                <a:gd name="connsiteX492" fmla="*/ 367530 w 646469"/>
                <a:gd name="connsiteY492" fmla="*/ 76645 h 310883"/>
                <a:gd name="connsiteX493" fmla="*/ 374405 w 646469"/>
                <a:gd name="connsiteY493" fmla="*/ 70414 h 310883"/>
                <a:gd name="connsiteX494" fmla="*/ 376992 w 646469"/>
                <a:gd name="connsiteY494" fmla="*/ 81540 h 310883"/>
                <a:gd name="connsiteX495" fmla="*/ 368425 w 646469"/>
                <a:gd name="connsiteY495" fmla="*/ 86452 h 310883"/>
                <a:gd name="connsiteX496" fmla="*/ 358213 w 646469"/>
                <a:gd name="connsiteY496" fmla="*/ 88199 h 310883"/>
                <a:gd name="connsiteX497" fmla="*/ 358197 w 646469"/>
                <a:gd name="connsiteY497" fmla="*/ 88199 h 310883"/>
                <a:gd name="connsiteX498" fmla="*/ 343561 w 646469"/>
                <a:gd name="connsiteY498" fmla="*/ 84374 h 310883"/>
                <a:gd name="connsiteX499" fmla="*/ 333414 w 646469"/>
                <a:gd name="connsiteY499" fmla="*/ 74005 h 310883"/>
                <a:gd name="connsiteX500" fmla="*/ 329747 w 646469"/>
                <a:gd name="connsiteY500" fmla="*/ 59392 h 310883"/>
                <a:gd name="connsiteX501" fmla="*/ 333333 w 646469"/>
                <a:gd name="connsiteY501" fmla="*/ 45423 h 310883"/>
                <a:gd name="connsiteX502" fmla="*/ 342956 w 646469"/>
                <a:gd name="connsiteY502" fmla="*/ 35448 h 310883"/>
                <a:gd name="connsiteX503" fmla="*/ 356303 w 646469"/>
                <a:gd name="connsiteY503" fmla="*/ 31761 h 310883"/>
                <a:gd name="connsiteX504" fmla="*/ 150353 w 646469"/>
                <a:gd name="connsiteY504" fmla="*/ 31407 h 310883"/>
                <a:gd name="connsiteX505" fmla="*/ 163555 w 646469"/>
                <a:gd name="connsiteY505" fmla="*/ 35006 h 310883"/>
                <a:gd name="connsiteX506" fmla="*/ 173098 w 646469"/>
                <a:gd name="connsiteY506" fmla="*/ 44651 h 310883"/>
                <a:gd name="connsiteX507" fmla="*/ 176636 w 646469"/>
                <a:gd name="connsiteY507" fmla="*/ 58402 h 310883"/>
                <a:gd name="connsiteX508" fmla="*/ 176636 w 646469"/>
                <a:gd name="connsiteY508" fmla="*/ 62379 h 310883"/>
                <a:gd name="connsiteX509" fmla="*/ 142568 w 646469"/>
                <a:gd name="connsiteY509" fmla="*/ 62323 h 310883"/>
                <a:gd name="connsiteX510" fmla="*/ 137966 w 646469"/>
                <a:gd name="connsiteY510" fmla="*/ 62138 h 310883"/>
                <a:gd name="connsiteX511" fmla="*/ 133363 w 646469"/>
                <a:gd name="connsiteY511" fmla="*/ 61590 h 310883"/>
                <a:gd name="connsiteX512" fmla="*/ 139642 w 646469"/>
                <a:gd name="connsiteY512" fmla="*/ 73723 h 310883"/>
                <a:gd name="connsiteX513" fmla="*/ 152360 w 646469"/>
                <a:gd name="connsiteY513" fmla="*/ 78626 h 310883"/>
                <a:gd name="connsiteX514" fmla="*/ 161572 w 646469"/>
                <a:gd name="connsiteY514" fmla="*/ 76291 h 310883"/>
                <a:gd name="connsiteX515" fmla="*/ 168447 w 646469"/>
                <a:gd name="connsiteY515" fmla="*/ 70060 h 310883"/>
                <a:gd name="connsiteX516" fmla="*/ 171034 w 646469"/>
                <a:gd name="connsiteY516" fmla="*/ 81186 h 310883"/>
                <a:gd name="connsiteX517" fmla="*/ 162467 w 646469"/>
                <a:gd name="connsiteY517" fmla="*/ 86098 h 310883"/>
                <a:gd name="connsiteX518" fmla="*/ 152255 w 646469"/>
                <a:gd name="connsiteY518" fmla="*/ 87845 h 310883"/>
                <a:gd name="connsiteX519" fmla="*/ 152247 w 646469"/>
                <a:gd name="connsiteY519" fmla="*/ 87845 h 310883"/>
                <a:gd name="connsiteX520" fmla="*/ 137611 w 646469"/>
                <a:gd name="connsiteY520" fmla="*/ 84020 h 310883"/>
                <a:gd name="connsiteX521" fmla="*/ 127464 w 646469"/>
                <a:gd name="connsiteY521" fmla="*/ 73651 h 310883"/>
                <a:gd name="connsiteX522" fmla="*/ 123797 w 646469"/>
                <a:gd name="connsiteY522" fmla="*/ 59038 h 310883"/>
                <a:gd name="connsiteX523" fmla="*/ 127383 w 646469"/>
                <a:gd name="connsiteY523" fmla="*/ 45069 h 310883"/>
                <a:gd name="connsiteX524" fmla="*/ 137006 w 646469"/>
                <a:gd name="connsiteY524" fmla="*/ 35094 h 310883"/>
                <a:gd name="connsiteX525" fmla="*/ 150353 w 646469"/>
                <a:gd name="connsiteY525" fmla="*/ 31407 h 310883"/>
                <a:gd name="connsiteX526" fmla="*/ 56144 w 646469"/>
                <a:gd name="connsiteY526" fmla="*/ 31254 h 310883"/>
                <a:gd name="connsiteX527" fmla="*/ 66436 w 646469"/>
                <a:gd name="connsiteY527" fmla="*/ 34120 h 310883"/>
                <a:gd name="connsiteX528" fmla="*/ 74117 w 646469"/>
                <a:gd name="connsiteY528" fmla="*/ 42364 h 310883"/>
                <a:gd name="connsiteX529" fmla="*/ 77051 w 646469"/>
                <a:gd name="connsiteY529" fmla="*/ 55439 h 310883"/>
                <a:gd name="connsiteX530" fmla="*/ 76994 w 646469"/>
                <a:gd name="connsiteY530" fmla="*/ 86637 h 310883"/>
                <a:gd name="connsiteX531" fmla="*/ 67613 w 646469"/>
                <a:gd name="connsiteY531" fmla="*/ 86621 h 310883"/>
                <a:gd name="connsiteX532" fmla="*/ 67661 w 646469"/>
                <a:gd name="connsiteY532" fmla="*/ 56776 h 310883"/>
                <a:gd name="connsiteX533" fmla="*/ 63986 w 646469"/>
                <a:gd name="connsiteY533" fmla="*/ 45416 h 310883"/>
                <a:gd name="connsiteX534" fmla="*/ 53613 w 646469"/>
                <a:gd name="connsiteY534" fmla="*/ 40472 h 310883"/>
                <a:gd name="connsiteX535" fmla="*/ 43828 w 646469"/>
                <a:gd name="connsiteY535" fmla="*/ 44570 h 310883"/>
                <a:gd name="connsiteX536" fmla="*/ 39508 w 646469"/>
                <a:gd name="connsiteY536" fmla="*/ 56454 h 310883"/>
                <a:gd name="connsiteX537" fmla="*/ 39452 w 646469"/>
                <a:gd name="connsiteY537" fmla="*/ 86573 h 310883"/>
                <a:gd name="connsiteX538" fmla="*/ 30070 w 646469"/>
                <a:gd name="connsiteY538" fmla="*/ 86557 h 310883"/>
                <a:gd name="connsiteX539" fmla="*/ 30070 w 646469"/>
                <a:gd name="connsiteY539" fmla="*/ 86548 h 310883"/>
                <a:gd name="connsiteX540" fmla="*/ 30167 w 646469"/>
                <a:gd name="connsiteY540" fmla="*/ 32284 h 310883"/>
                <a:gd name="connsiteX541" fmla="*/ 38856 w 646469"/>
                <a:gd name="connsiteY541" fmla="*/ 32301 h 310883"/>
                <a:gd name="connsiteX542" fmla="*/ 38839 w 646469"/>
                <a:gd name="connsiteY542" fmla="*/ 41076 h 310883"/>
                <a:gd name="connsiteX543" fmla="*/ 46279 w 646469"/>
                <a:gd name="connsiteY543" fmla="*/ 33766 h 310883"/>
                <a:gd name="connsiteX544" fmla="*/ 56144 w 646469"/>
                <a:gd name="connsiteY544" fmla="*/ 31254 h 310883"/>
                <a:gd name="connsiteX545" fmla="*/ 618421 w 646469"/>
                <a:gd name="connsiteY545" fmla="*/ 26817 h 310883"/>
                <a:gd name="connsiteX546" fmla="*/ 613231 w 646469"/>
                <a:gd name="connsiteY546" fmla="*/ 29039 h 310883"/>
                <a:gd name="connsiteX547" fmla="*/ 611184 w 646469"/>
                <a:gd name="connsiteY547" fmla="*/ 34393 h 310883"/>
                <a:gd name="connsiteX548" fmla="*/ 612215 w 646469"/>
                <a:gd name="connsiteY548" fmla="*/ 38306 h 310883"/>
                <a:gd name="connsiteX549" fmla="*/ 614601 w 646469"/>
                <a:gd name="connsiteY549" fmla="*/ 42291 h 310883"/>
                <a:gd name="connsiteX550" fmla="*/ 616527 w 646469"/>
                <a:gd name="connsiteY550" fmla="*/ 45198 h 310883"/>
                <a:gd name="connsiteX551" fmla="*/ 616535 w 646469"/>
                <a:gd name="connsiteY551" fmla="*/ 45206 h 310883"/>
                <a:gd name="connsiteX552" fmla="*/ 619469 w 646469"/>
                <a:gd name="connsiteY552" fmla="*/ 43644 h 310883"/>
                <a:gd name="connsiteX553" fmla="*/ 621903 w 646469"/>
                <a:gd name="connsiteY553" fmla="*/ 42082 h 310883"/>
                <a:gd name="connsiteX554" fmla="*/ 624595 w 646469"/>
                <a:gd name="connsiteY554" fmla="*/ 39184 h 310883"/>
                <a:gd name="connsiteX555" fmla="*/ 625780 w 646469"/>
                <a:gd name="connsiteY555" fmla="*/ 34643 h 310883"/>
                <a:gd name="connsiteX556" fmla="*/ 623676 w 646469"/>
                <a:gd name="connsiteY556" fmla="*/ 29096 h 310883"/>
                <a:gd name="connsiteX557" fmla="*/ 618421 w 646469"/>
                <a:gd name="connsiteY557" fmla="*/ 26817 h 310883"/>
                <a:gd name="connsiteX558" fmla="*/ 618445 w 646469"/>
                <a:gd name="connsiteY558" fmla="*/ 19676 h 310883"/>
                <a:gd name="connsiteX559" fmla="*/ 626021 w 646469"/>
                <a:gd name="connsiteY559" fmla="*/ 21737 h 310883"/>
                <a:gd name="connsiteX560" fmla="*/ 631486 w 646469"/>
                <a:gd name="connsiteY560" fmla="*/ 27252 h 310883"/>
                <a:gd name="connsiteX561" fmla="*/ 633509 w 646469"/>
                <a:gd name="connsiteY561" fmla="*/ 35037 h 310883"/>
                <a:gd name="connsiteX562" fmla="*/ 631421 w 646469"/>
                <a:gd name="connsiteY562" fmla="*/ 42662 h 310883"/>
                <a:gd name="connsiteX563" fmla="*/ 626803 w 646469"/>
                <a:gd name="connsiteY563" fmla="*/ 47339 h 310883"/>
                <a:gd name="connsiteX564" fmla="*/ 622830 w 646469"/>
                <a:gd name="connsiteY564" fmla="*/ 49827 h 310883"/>
                <a:gd name="connsiteX565" fmla="*/ 620468 w 646469"/>
                <a:gd name="connsiteY565" fmla="*/ 51091 h 310883"/>
                <a:gd name="connsiteX566" fmla="*/ 635379 w 646469"/>
                <a:gd name="connsiteY566" fmla="*/ 72556 h 310883"/>
                <a:gd name="connsiteX567" fmla="*/ 640763 w 646469"/>
                <a:gd name="connsiteY567" fmla="*/ 59240 h 310883"/>
                <a:gd name="connsiteX568" fmla="*/ 646469 w 646469"/>
                <a:gd name="connsiteY568" fmla="*/ 67436 h 310883"/>
                <a:gd name="connsiteX569" fmla="*/ 639368 w 646469"/>
                <a:gd name="connsiteY569" fmla="*/ 78965 h 310883"/>
                <a:gd name="connsiteX570" fmla="*/ 645429 w 646469"/>
                <a:gd name="connsiteY570" fmla="*/ 87612 h 310883"/>
                <a:gd name="connsiteX571" fmla="*/ 636273 w 646469"/>
                <a:gd name="connsiteY571" fmla="*/ 87595 h 310883"/>
                <a:gd name="connsiteX572" fmla="*/ 633348 w 646469"/>
                <a:gd name="connsiteY572" fmla="*/ 83497 h 310883"/>
                <a:gd name="connsiteX573" fmla="*/ 626473 w 646469"/>
                <a:gd name="connsiteY573" fmla="*/ 87241 h 310883"/>
                <a:gd name="connsiteX574" fmla="*/ 619034 w 646469"/>
                <a:gd name="connsiteY574" fmla="*/ 88457 h 310883"/>
                <a:gd name="connsiteX575" fmla="*/ 619034 w 646469"/>
                <a:gd name="connsiteY575" fmla="*/ 88465 h 310883"/>
                <a:gd name="connsiteX576" fmla="*/ 608097 w 646469"/>
                <a:gd name="connsiteY576" fmla="*/ 85800 h 310883"/>
                <a:gd name="connsiteX577" fmla="*/ 600561 w 646469"/>
                <a:gd name="connsiteY577" fmla="*/ 78417 h 310883"/>
                <a:gd name="connsiteX578" fmla="*/ 597829 w 646469"/>
                <a:gd name="connsiteY578" fmla="*/ 67581 h 310883"/>
                <a:gd name="connsiteX579" fmla="*/ 599811 w 646469"/>
                <a:gd name="connsiteY579" fmla="*/ 58765 h 310883"/>
                <a:gd name="connsiteX580" fmla="*/ 604542 w 646469"/>
                <a:gd name="connsiteY580" fmla="*/ 52782 h 310883"/>
                <a:gd name="connsiteX581" fmla="*/ 609596 w 646469"/>
                <a:gd name="connsiteY581" fmla="*/ 49070 h 310883"/>
                <a:gd name="connsiteX582" fmla="*/ 608169 w 646469"/>
                <a:gd name="connsiteY582" fmla="*/ 47130 h 310883"/>
                <a:gd name="connsiteX583" fmla="*/ 604921 w 646469"/>
                <a:gd name="connsiteY583" fmla="*/ 41800 h 310883"/>
                <a:gd name="connsiteX584" fmla="*/ 603470 w 646469"/>
                <a:gd name="connsiteY584" fmla="*/ 35061 h 310883"/>
                <a:gd name="connsiteX585" fmla="*/ 605485 w 646469"/>
                <a:gd name="connsiteY585" fmla="*/ 27212 h 310883"/>
                <a:gd name="connsiteX586" fmla="*/ 610893 w 646469"/>
                <a:gd name="connsiteY586" fmla="*/ 21713 h 310883"/>
                <a:gd name="connsiteX587" fmla="*/ 618445 w 646469"/>
                <a:gd name="connsiteY587" fmla="*/ 19676 h 310883"/>
                <a:gd name="connsiteX588" fmla="*/ 97377 w 646469"/>
                <a:gd name="connsiteY588" fmla="*/ 14306 h 310883"/>
                <a:gd name="connsiteX589" fmla="*/ 106243 w 646469"/>
                <a:gd name="connsiteY589" fmla="*/ 14322 h 310883"/>
                <a:gd name="connsiteX590" fmla="*/ 106211 w 646469"/>
                <a:gd name="connsiteY590" fmla="*/ 32413 h 310883"/>
                <a:gd name="connsiteX591" fmla="*/ 119164 w 646469"/>
                <a:gd name="connsiteY591" fmla="*/ 32437 h 310883"/>
                <a:gd name="connsiteX592" fmla="*/ 119148 w 646469"/>
                <a:gd name="connsiteY592" fmla="*/ 40576 h 310883"/>
                <a:gd name="connsiteX593" fmla="*/ 106461 w 646469"/>
                <a:gd name="connsiteY593" fmla="*/ 40552 h 310883"/>
                <a:gd name="connsiteX594" fmla="*/ 106380 w 646469"/>
                <a:gd name="connsiteY594" fmla="*/ 86678 h 310883"/>
                <a:gd name="connsiteX595" fmla="*/ 96990 w 646469"/>
                <a:gd name="connsiteY595" fmla="*/ 86662 h 310883"/>
                <a:gd name="connsiteX596" fmla="*/ 96982 w 646469"/>
                <a:gd name="connsiteY596" fmla="*/ 86662 h 310883"/>
                <a:gd name="connsiteX597" fmla="*/ 97063 w 646469"/>
                <a:gd name="connsiteY597" fmla="*/ 40536 h 310883"/>
                <a:gd name="connsiteX598" fmla="*/ 85247 w 646469"/>
                <a:gd name="connsiteY598" fmla="*/ 40512 h 310883"/>
                <a:gd name="connsiteX599" fmla="*/ 85264 w 646469"/>
                <a:gd name="connsiteY599" fmla="*/ 32372 h 310883"/>
                <a:gd name="connsiteX600" fmla="*/ 97345 w 646469"/>
                <a:gd name="connsiteY600" fmla="*/ 32397 h 310883"/>
                <a:gd name="connsiteX601" fmla="*/ 246063 w 646469"/>
                <a:gd name="connsiteY601" fmla="*/ 9870 h 310883"/>
                <a:gd name="connsiteX602" fmla="*/ 250536 w 646469"/>
                <a:gd name="connsiteY602" fmla="*/ 11730 h 310883"/>
                <a:gd name="connsiteX603" fmla="*/ 252309 w 646469"/>
                <a:gd name="connsiteY603" fmla="*/ 16391 h 310883"/>
                <a:gd name="connsiteX604" fmla="*/ 250520 w 646469"/>
                <a:gd name="connsiteY604" fmla="*/ 20996 h 310883"/>
                <a:gd name="connsiteX605" fmla="*/ 246039 w 646469"/>
                <a:gd name="connsiteY605" fmla="*/ 22888 h 310883"/>
                <a:gd name="connsiteX606" fmla="*/ 241614 w 646469"/>
                <a:gd name="connsiteY606" fmla="*/ 20980 h 310883"/>
                <a:gd name="connsiteX607" fmla="*/ 239801 w 646469"/>
                <a:gd name="connsiteY607" fmla="*/ 16367 h 310883"/>
                <a:gd name="connsiteX608" fmla="*/ 241630 w 646469"/>
                <a:gd name="connsiteY608" fmla="*/ 11714 h 310883"/>
                <a:gd name="connsiteX609" fmla="*/ 246063 w 646469"/>
                <a:gd name="connsiteY609" fmla="*/ 9870 h 310883"/>
                <a:gd name="connsiteX610" fmla="*/ 8825 w 646469"/>
                <a:gd name="connsiteY610" fmla="*/ 9460 h 310883"/>
                <a:gd name="connsiteX611" fmla="*/ 13298 w 646469"/>
                <a:gd name="connsiteY611" fmla="*/ 11320 h 310883"/>
                <a:gd name="connsiteX612" fmla="*/ 15071 w 646469"/>
                <a:gd name="connsiteY612" fmla="*/ 15981 h 310883"/>
                <a:gd name="connsiteX613" fmla="*/ 13282 w 646469"/>
                <a:gd name="connsiteY613" fmla="*/ 20586 h 310883"/>
                <a:gd name="connsiteX614" fmla="*/ 8801 w 646469"/>
                <a:gd name="connsiteY614" fmla="*/ 22478 h 310883"/>
                <a:gd name="connsiteX615" fmla="*/ 4376 w 646469"/>
                <a:gd name="connsiteY615" fmla="*/ 20570 h 310883"/>
                <a:gd name="connsiteX616" fmla="*/ 2563 w 646469"/>
                <a:gd name="connsiteY616" fmla="*/ 15957 h 310883"/>
                <a:gd name="connsiteX617" fmla="*/ 4392 w 646469"/>
                <a:gd name="connsiteY617" fmla="*/ 11304 h 310883"/>
                <a:gd name="connsiteX618" fmla="*/ 8825 w 646469"/>
                <a:gd name="connsiteY618" fmla="*/ 9460 h 310883"/>
                <a:gd name="connsiteX619" fmla="*/ 215315 w 646469"/>
                <a:gd name="connsiteY619" fmla="*/ 48 h 310883"/>
                <a:gd name="connsiteX620" fmla="*/ 224697 w 646469"/>
                <a:gd name="connsiteY620" fmla="*/ 64 h 310883"/>
                <a:gd name="connsiteX621" fmla="*/ 224544 w 646469"/>
                <a:gd name="connsiteY621" fmla="*/ 86886 h 310883"/>
                <a:gd name="connsiteX622" fmla="*/ 215161 w 646469"/>
                <a:gd name="connsiteY622" fmla="*/ 86870 h 310883"/>
                <a:gd name="connsiteX623" fmla="*/ 189250 w 646469"/>
                <a:gd name="connsiteY623" fmla="*/ 0 h 310883"/>
                <a:gd name="connsiteX624" fmla="*/ 198632 w 646469"/>
                <a:gd name="connsiteY624" fmla="*/ 16 h 310883"/>
                <a:gd name="connsiteX625" fmla="*/ 198479 w 646469"/>
                <a:gd name="connsiteY625" fmla="*/ 86838 h 310883"/>
                <a:gd name="connsiteX626" fmla="*/ 189096 w 646469"/>
                <a:gd name="connsiteY626" fmla="*/ 86822 h 31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</a:cxnLst>
              <a:rect l="l" t="t" r="r" b="b"/>
              <a:pathLst>
                <a:path w="646469" h="310883">
                  <a:moveTo>
                    <a:pt x="240324" y="263132"/>
                  </a:moveTo>
                  <a:cubicBezTo>
                    <a:pt x="236093" y="263132"/>
                    <a:pt x="232385" y="264581"/>
                    <a:pt x="229194" y="267496"/>
                  </a:cubicBezTo>
                  <a:lnTo>
                    <a:pt x="223093" y="278017"/>
                  </a:lnTo>
                  <a:lnTo>
                    <a:pt x="223084" y="278018"/>
                  </a:lnTo>
                  <a:lnTo>
                    <a:pt x="223093" y="278018"/>
                  </a:lnTo>
                  <a:lnTo>
                    <a:pt x="223093" y="278017"/>
                  </a:lnTo>
                  <a:lnTo>
                    <a:pt x="232555" y="277221"/>
                  </a:lnTo>
                  <a:lnTo>
                    <a:pt x="249851" y="277253"/>
                  </a:lnTo>
                  <a:cubicBezTo>
                    <a:pt x="251124" y="277253"/>
                    <a:pt x="252381" y="277302"/>
                    <a:pt x="253631" y="277398"/>
                  </a:cubicBezTo>
                  <a:cubicBezTo>
                    <a:pt x="254872" y="277495"/>
                    <a:pt x="256137" y="277600"/>
                    <a:pt x="257411" y="277720"/>
                  </a:cubicBezTo>
                  <a:cubicBezTo>
                    <a:pt x="256605" y="273502"/>
                    <a:pt x="254582" y="270016"/>
                    <a:pt x="251350" y="267262"/>
                  </a:cubicBezTo>
                  <a:cubicBezTo>
                    <a:pt x="248110" y="264517"/>
                    <a:pt x="244435" y="263132"/>
                    <a:pt x="240324" y="263132"/>
                  </a:cubicBezTo>
                  <a:close/>
                  <a:moveTo>
                    <a:pt x="81298" y="262850"/>
                  </a:moveTo>
                  <a:cubicBezTo>
                    <a:pt x="77067" y="262850"/>
                    <a:pt x="73359" y="264299"/>
                    <a:pt x="70168" y="267214"/>
                  </a:cubicBezTo>
                  <a:cubicBezTo>
                    <a:pt x="66976" y="270136"/>
                    <a:pt x="64945" y="273638"/>
                    <a:pt x="64067" y="277736"/>
                  </a:cubicBezTo>
                  <a:lnTo>
                    <a:pt x="64059" y="277744"/>
                  </a:lnTo>
                  <a:cubicBezTo>
                    <a:pt x="67186" y="277205"/>
                    <a:pt x="70345" y="276939"/>
                    <a:pt x="73529" y="276947"/>
                  </a:cubicBezTo>
                  <a:lnTo>
                    <a:pt x="90825" y="276979"/>
                  </a:lnTo>
                  <a:cubicBezTo>
                    <a:pt x="92098" y="276979"/>
                    <a:pt x="93356" y="277028"/>
                    <a:pt x="94605" y="277124"/>
                  </a:cubicBezTo>
                  <a:cubicBezTo>
                    <a:pt x="95846" y="277221"/>
                    <a:pt x="97111" y="277326"/>
                    <a:pt x="98385" y="277446"/>
                  </a:cubicBezTo>
                  <a:cubicBezTo>
                    <a:pt x="97579" y="273228"/>
                    <a:pt x="95556" y="269742"/>
                    <a:pt x="92324" y="266988"/>
                  </a:cubicBezTo>
                  <a:cubicBezTo>
                    <a:pt x="89084" y="264243"/>
                    <a:pt x="85409" y="262858"/>
                    <a:pt x="81298" y="262850"/>
                  </a:cubicBezTo>
                  <a:close/>
                  <a:moveTo>
                    <a:pt x="306197" y="255105"/>
                  </a:moveTo>
                  <a:lnTo>
                    <a:pt x="308527" y="264879"/>
                  </a:lnTo>
                  <a:cubicBezTo>
                    <a:pt x="307422" y="264517"/>
                    <a:pt x="306149" y="264331"/>
                    <a:pt x="304706" y="264331"/>
                  </a:cubicBezTo>
                  <a:cubicBezTo>
                    <a:pt x="299838" y="264323"/>
                    <a:pt x="295929" y="265925"/>
                    <a:pt x="292963" y="269146"/>
                  </a:cubicBezTo>
                  <a:cubicBezTo>
                    <a:pt x="290005" y="272366"/>
                    <a:pt x="288514" y="276963"/>
                    <a:pt x="288506" y="282929"/>
                  </a:cubicBezTo>
                  <a:lnTo>
                    <a:pt x="288458" y="309884"/>
                  </a:lnTo>
                  <a:lnTo>
                    <a:pt x="279075" y="309868"/>
                  </a:lnTo>
                  <a:lnTo>
                    <a:pt x="279075" y="309860"/>
                  </a:lnTo>
                  <a:lnTo>
                    <a:pt x="279172" y="255596"/>
                  </a:lnTo>
                  <a:lnTo>
                    <a:pt x="287862" y="255612"/>
                  </a:lnTo>
                  <a:lnTo>
                    <a:pt x="287845" y="265563"/>
                  </a:lnTo>
                  <a:cubicBezTo>
                    <a:pt x="289707" y="262375"/>
                    <a:pt x="292173" y="259831"/>
                    <a:pt x="295244" y="257931"/>
                  </a:cubicBezTo>
                  <a:cubicBezTo>
                    <a:pt x="298315" y="256039"/>
                    <a:pt x="301966" y="255097"/>
                    <a:pt x="306197" y="255105"/>
                  </a:cubicBezTo>
                  <a:close/>
                  <a:moveTo>
                    <a:pt x="240340" y="254445"/>
                  </a:moveTo>
                  <a:cubicBezTo>
                    <a:pt x="245152" y="254453"/>
                    <a:pt x="249552" y="255653"/>
                    <a:pt x="253542" y="258044"/>
                  </a:cubicBezTo>
                  <a:cubicBezTo>
                    <a:pt x="257532" y="260435"/>
                    <a:pt x="260715" y="263647"/>
                    <a:pt x="263085" y="267689"/>
                  </a:cubicBezTo>
                  <a:cubicBezTo>
                    <a:pt x="265454" y="271730"/>
                    <a:pt x="266631" y="276320"/>
                    <a:pt x="266623" y="281440"/>
                  </a:cubicBezTo>
                  <a:lnTo>
                    <a:pt x="266623" y="285417"/>
                  </a:lnTo>
                  <a:cubicBezTo>
                    <a:pt x="266623" y="285417"/>
                    <a:pt x="232555" y="285361"/>
                    <a:pt x="232555" y="285361"/>
                  </a:cubicBezTo>
                  <a:cubicBezTo>
                    <a:pt x="231047" y="285361"/>
                    <a:pt x="229516" y="285296"/>
                    <a:pt x="227953" y="285176"/>
                  </a:cubicBezTo>
                  <a:cubicBezTo>
                    <a:pt x="226389" y="285055"/>
                    <a:pt x="224849" y="284870"/>
                    <a:pt x="223350" y="284628"/>
                  </a:cubicBezTo>
                  <a:cubicBezTo>
                    <a:pt x="223979" y="289451"/>
                    <a:pt x="226075" y="293492"/>
                    <a:pt x="229629" y="296761"/>
                  </a:cubicBezTo>
                  <a:cubicBezTo>
                    <a:pt x="233183" y="300022"/>
                    <a:pt x="237423" y="301656"/>
                    <a:pt x="242347" y="301664"/>
                  </a:cubicBezTo>
                  <a:cubicBezTo>
                    <a:pt x="245652" y="301664"/>
                    <a:pt x="248722" y="300891"/>
                    <a:pt x="251559" y="299329"/>
                  </a:cubicBezTo>
                  <a:cubicBezTo>
                    <a:pt x="254396" y="297768"/>
                    <a:pt x="256693" y="295690"/>
                    <a:pt x="258434" y="293098"/>
                  </a:cubicBezTo>
                  <a:lnTo>
                    <a:pt x="261021" y="304224"/>
                  </a:lnTo>
                  <a:cubicBezTo>
                    <a:pt x="258523" y="306334"/>
                    <a:pt x="255670" y="307968"/>
                    <a:pt x="252454" y="309136"/>
                  </a:cubicBezTo>
                  <a:cubicBezTo>
                    <a:pt x="249238" y="310303"/>
                    <a:pt x="245829" y="310891"/>
                    <a:pt x="242242" y="310883"/>
                  </a:cubicBezTo>
                  <a:lnTo>
                    <a:pt x="242234" y="310883"/>
                  </a:lnTo>
                  <a:cubicBezTo>
                    <a:pt x="236786" y="310875"/>
                    <a:pt x="231910" y="309603"/>
                    <a:pt x="227598" y="307058"/>
                  </a:cubicBezTo>
                  <a:cubicBezTo>
                    <a:pt x="223286" y="304522"/>
                    <a:pt x="219901" y="301060"/>
                    <a:pt x="217451" y="296689"/>
                  </a:cubicBezTo>
                  <a:cubicBezTo>
                    <a:pt x="214992" y="292317"/>
                    <a:pt x="213775" y="287446"/>
                    <a:pt x="213784" y="282076"/>
                  </a:cubicBezTo>
                  <a:cubicBezTo>
                    <a:pt x="213792" y="276956"/>
                    <a:pt x="214984" y="272294"/>
                    <a:pt x="217370" y="268107"/>
                  </a:cubicBezTo>
                  <a:cubicBezTo>
                    <a:pt x="219756" y="263921"/>
                    <a:pt x="222955" y="260596"/>
                    <a:pt x="226993" y="258132"/>
                  </a:cubicBezTo>
                  <a:cubicBezTo>
                    <a:pt x="231023" y="255669"/>
                    <a:pt x="235472" y="254437"/>
                    <a:pt x="240340" y="254445"/>
                  </a:cubicBezTo>
                  <a:close/>
                  <a:moveTo>
                    <a:pt x="146131" y="254292"/>
                  </a:moveTo>
                  <a:cubicBezTo>
                    <a:pt x="149838" y="254292"/>
                    <a:pt x="153272" y="255250"/>
                    <a:pt x="156423" y="257158"/>
                  </a:cubicBezTo>
                  <a:cubicBezTo>
                    <a:pt x="159574" y="259066"/>
                    <a:pt x="162137" y="261812"/>
                    <a:pt x="164096" y="265402"/>
                  </a:cubicBezTo>
                  <a:cubicBezTo>
                    <a:pt x="166062" y="268993"/>
                    <a:pt x="167037" y="273349"/>
                    <a:pt x="167029" y="278477"/>
                  </a:cubicBezTo>
                  <a:lnTo>
                    <a:pt x="166973" y="309675"/>
                  </a:lnTo>
                  <a:lnTo>
                    <a:pt x="157583" y="309659"/>
                  </a:lnTo>
                  <a:lnTo>
                    <a:pt x="157632" y="279814"/>
                  </a:lnTo>
                  <a:cubicBezTo>
                    <a:pt x="157632" y="275531"/>
                    <a:pt x="156415" y="271747"/>
                    <a:pt x="153957" y="268454"/>
                  </a:cubicBezTo>
                  <a:cubicBezTo>
                    <a:pt x="151498" y="265161"/>
                    <a:pt x="148041" y="263518"/>
                    <a:pt x="143584" y="263510"/>
                  </a:cubicBezTo>
                  <a:cubicBezTo>
                    <a:pt x="139933" y="263510"/>
                    <a:pt x="136677" y="264871"/>
                    <a:pt x="133799" y="267608"/>
                  </a:cubicBezTo>
                  <a:cubicBezTo>
                    <a:pt x="130930" y="270346"/>
                    <a:pt x="129487" y="274307"/>
                    <a:pt x="129479" y="279492"/>
                  </a:cubicBezTo>
                  <a:lnTo>
                    <a:pt x="129431" y="309611"/>
                  </a:lnTo>
                  <a:lnTo>
                    <a:pt x="120049" y="309595"/>
                  </a:lnTo>
                  <a:lnTo>
                    <a:pt x="120049" y="309586"/>
                  </a:lnTo>
                  <a:lnTo>
                    <a:pt x="120146" y="255322"/>
                  </a:lnTo>
                  <a:lnTo>
                    <a:pt x="128834" y="255339"/>
                  </a:lnTo>
                  <a:lnTo>
                    <a:pt x="128818" y="264114"/>
                  </a:lnTo>
                  <a:cubicBezTo>
                    <a:pt x="130737" y="260926"/>
                    <a:pt x="133219" y="258486"/>
                    <a:pt x="136266" y="256804"/>
                  </a:cubicBezTo>
                  <a:cubicBezTo>
                    <a:pt x="139312" y="255121"/>
                    <a:pt x="142601" y="254284"/>
                    <a:pt x="146131" y="254292"/>
                  </a:cubicBezTo>
                  <a:close/>
                  <a:moveTo>
                    <a:pt x="81306" y="254171"/>
                  </a:moveTo>
                  <a:cubicBezTo>
                    <a:pt x="86118" y="254179"/>
                    <a:pt x="90518" y="255379"/>
                    <a:pt x="94508" y="257770"/>
                  </a:cubicBezTo>
                  <a:cubicBezTo>
                    <a:pt x="98498" y="260161"/>
                    <a:pt x="101681" y="263373"/>
                    <a:pt x="104051" y="267415"/>
                  </a:cubicBezTo>
                  <a:cubicBezTo>
                    <a:pt x="106420" y="271456"/>
                    <a:pt x="107597" y="276046"/>
                    <a:pt x="107589" y="281166"/>
                  </a:cubicBezTo>
                  <a:lnTo>
                    <a:pt x="107589" y="285143"/>
                  </a:lnTo>
                  <a:cubicBezTo>
                    <a:pt x="107589" y="285143"/>
                    <a:pt x="73521" y="285087"/>
                    <a:pt x="73521" y="285087"/>
                  </a:cubicBezTo>
                  <a:cubicBezTo>
                    <a:pt x="72013" y="285087"/>
                    <a:pt x="70482" y="285022"/>
                    <a:pt x="68918" y="284902"/>
                  </a:cubicBezTo>
                  <a:cubicBezTo>
                    <a:pt x="67355" y="284781"/>
                    <a:pt x="65816" y="284596"/>
                    <a:pt x="64316" y="284354"/>
                  </a:cubicBezTo>
                  <a:cubicBezTo>
                    <a:pt x="64945" y="289177"/>
                    <a:pt x="67041" y="293218"/>
                    <a:pt x="70595" y="296487"/>
                  </a:cubicBezTo>
                  <a:cubicBezTo>
                    <a:pt x="74149" y="299748"/>
                    <a:pt x="78389" y="301382"/>
                    <a:pt x="83321" y="301390"/>
                  </a:cubicBezTo>
                  <a:cubicBezTo>
                    <a:pt x="86626" y="301390"/>
                    <a:pt x="89696" y="300617"/>
                    <a:pt x="92533" y="299055"/>
                  </a:cubicBezTo>
                  <a:cubicBezTo>
                    <a:pt x="95370" y="297494"/>
                    <a:pt x="97667" y="295416"/>
                    <a:pt x="99408" y="292824"/>
                  </a:cubicBezTo>
                  <a:lnTo>
                    <a:pt x="101996" y="303950"/>
                  </a:lnTo>
                  <a:cubicBezTo>
                    <a:pt x="99497" y="306060"/>
                    <a:pt x="96644" y="307694"/>
                    <a:pt x="93428" y="308862"/>
                  </a:cubicBezTo>
                  <a:cubicBezTo>
                    <a:pt x="90212" y="310029"/>
                    <a:pt x="86803" y="310617"/>
                    <a:pt x="83216" y="310609"/>
                  </a:cubicBezTo>
                  <a:lnTo>
                    <a:pt x="83200" y="310609"/>
                  </a:lnTo>
                  <a:cubicBezTo>
                    <a:pt x="77752" y="310601"/>
                    <a:pt x="72876" y="309321"/>
                    <a:pt x="68564" y="306784"/>
                  </a:cubicBezTo>
                  <a:cubicBezTo>
                    <a:pt x="64252" y="304240"/>
                    <a:pt x="60867" y="300786"/>
                    <a:pt x="58417" y="296415"/>
                  </a:cubicBezTo>
                  <a:cubicBezTo>
                    <a:pt x="55958" y="292043"/>
                    <a:pt x="54741" y="287172"/>
                    <a:pt x="54750" y="281802"/>
                  </a:cubicBezTo>
                  <a:cubicBezTo>
                    <a:pt x="54758" y="276682"/>
                    <a:pt x="55950" y="272020"/>
                    <a:pt x="58336" y="267833"/>
                  </a:cubicBezTo>
                  <a:cubicBezTo>
                    <a:pt x="60722" y="263647"/>
                    <a:pt x="63921" y="260322"/>
                    <a:pt x="67959" y="257858"/>
                  </a:cubicBezTo>
                  <a:cubicBezTo>
                    <a:pt x="71989" y="255395"/>
                    <a:pt x="76438" y="254163"/>
                    <a:pt x="81306" y="254171"/>
                  </a:cubicBezTo>
                  <a:close/>
                  <a:moveTo>
                    <a:pt x="27685" y="254083"/>
                  </a:moveTo>
                  <a:cubicBezTo>
                    <a:pt x="31448" y="254083"/>
                    <a:pt x="34987" y="254791"/>
                    <a:pt x="38283" y="256184"/>
                  </a:cubicBezTo>
                  <a:cubicBezTo>
                    <a:pt x="41588" y="257577"/>
                    <a:pt x="44473" y="259421"/>
                    <a:pt x="46963" y="261715"/>
                  </a:cubicBezTo>
                  <a:lnTo>
                    <a:pt x="44078" y="274009"/>
                  </a:lnTo>
                  <a:cubicBezTo>
                    <a:pt x="42635" y="270990"/>
                    <a:pt x="40451" y="268454"/>
                    <a:pt x="37534" y="266401"/>
                  </a:cubicBezTo>
                  <a:cubicBezTo>
                    <a:pt x="34608" y="264348"/>
                    <a:pt x="31295" y="263317"/>
                    <a:pt x="27588" y="263309"/>
                  </a:cubicBezTo>
                  <a:cubicBezTo>
                    <a:pt x="24227" y="263309"/>
                    <a:pt x="21172" y="264155"/>
                    <a:pt x="18416" y="265870"/>
                  </a:cubicBezTo>
                  <a:cubicBezTo>
                    <a:pt x="15660" y="267584"/>
                    <a:pt x="13467" y="269871"/>
                    <a:pt x="11847" y="272729"/>
                  </a:cubicBezTo>
                  <a:cubicBezTo>
                    <a:pt x="10219" y="275587"/>
                    <a:pt x="9405" y="278767"/>
                    <a:pt x="9397" y="282270"/>
                  </a:cubicBezTo>
                  <a:cubicBezTo>
                    <a:pt x="9397" y="285707"/>
                    <a:pt x="10195" y="288871"/>
                    <a:pt x="11815" y="291770"/>
                  </a:cubicBezTo>
                  <a:cubicBezTo>
                    <a:pt x="13427" y="294668"/>
                    <a:pt x="15611" y="296979"/>
                    <a:pt x="18368" y="298702"/>
                  </a:cubicBezTo>
                  <a:cubicBezTo>
                    <a:pt x="21116" y="300425"/>
                    <a:pt x="24171" y="301286"/>
                    <a:pt x="27531" y="301294"/>
                  </a:cubicBezTo>
                  <a:cubicBezTo>
                    <a:pt x="31239" y="301294"/>
                    <a:pt x="34560" y="300312"/>
                    <a:pt x="37485" y="298323"/>
                  </a:cubicBezTo>
                  <a:cubicBezTo>
                    <a:pt x="40411" y="296335"/>
                    <a:pt x="42603" y="293783"/>
                    <a:pt x="44062" y="290651"/>
                  </a:cubicBezTo>
                  <a:lnTo>
                    <a:pt x="46907" y="302953"/>
                  </a:lnTo>
                  <a:cubicBezTo>
                    <a:pt x="44409" y="305239"/>
                    <a:pt x="41515" y="307075"/>
                    <a:pt x="38211" y="308452"/>
                  </a:cubicBezTo>
                  <a:cubicBezTo>
                    <a:pt x="34906" y="309828"/>
                    <a:pt x="31368" y="310521"/>
                    <a:pt x="27604" y="310513"/>
                  </a:cubicBezTo>
                  <a:lnTo>
                    <a:pt x="27588" y="310513"/>
                  </a:lnTo>
                  <a:cubicBezTo>
                    <a:pt x="22486" y="310505"/>
                    <a:pt x="17860" y="309233"/>
                    <a:pt x="13693" y="306688"/>
                  </a:cubicBezTo>
                  <a:cubicBezTo>
                    <a:pt x="9526" y="304152"/>
                    <a:pt x="6197" y="300739"/>
                    <a:pt x="3715" y="296456"/>
                  </a:cubicBezTo>
                  <a:cubicBezTo>
                    <a:pt x="1233" y="292172"/>
                    <a:pt x="-9" y="287438"/>
                    <a:pt x="0" y="282253"/>
                  </a:cubicBezTo>
                  <a:cubicBezTo>
                    <a:pt x="8" y="277069"/>
                    <a:pt x="1265" y="272335"/>
                    <a:pt x="3763" y="268059"/>
                  </a:cubicBezTo>
                  <a:cubicBezTo>
                    <a:pt x="6262" y="263784"/>
                    <a:pt x="9599" y="260379"/>
                    <a:pt x="13774" y="257859"/>
                  </a:cubicBezTo>
                  <a:cubicBezTo>
                    <a:pt x="17948" y="255331"/>
                    <a:pt x="22583" y="254075"/>
                    <a:pt x="27685" y="254083"/>
                  </a:cubicBezTo>
                  <a:close/>
                  <a:moveTo>
                    <a:pt x="187355" y="237345"/>
                  </a:moveTo>
                  <a:lnTo>
                    <a:pt x="196221" y="237361"/>
                  </a:lnTo>
                  <a:lnTo>
                    <a:pt x="196189" y="255452"/>
                  </a:lnTo>
                  <a:lnTo>
                    <a:pt x="209142" y="255476"/>
                  </a:lnTo>
                  <a:lnTo>
                    <a:pt x="209126" y="263615"/>
                  </a:lnTo>
                  <a:lnTo>
                    <a:pt x="196439" y="263591"/>
                  </a:lnTo>
                  <a:lnTo>
                    <a:pt x="196358" y="309717"/>
                  </a:lnTo>
                  <a:lnTo>
                    <a:pt x="186968" y="309701"/>
                  </a:lnTo>
                  <a:lnTo>
                    <a:pt x="186960" y="309701"/>
                  </a:lnTo>
                  <a:lnTo>
                    <a:pt x="187041" y="263575"/>
                  </a:lnTo>
                  <a:lnTo>
                    <a:pt x="175225" y="263551"/>
                  </a:lnTo>
                  <a:lnTo>
                    <a:pt x="175242" y="255411"/>
                  </a:lnTo>
                  <a:lnTo>
                    <a:pt x="187323" y="255436"/>
                  </a:lnTo>
                  <a:close/>
                  <a:moveTo>
                    <a:pt x="424827" y="157961"/>
                  </a:moveTo>
                  <a:cubicBezTo>
                    <a:pt x="421466" y="157961"/>
                    <a:pt x="418420" y="158807"/>
                    <a:pt x="415696" y="160522"/>
                  </a:cubicBezTo>
                  <a:cubicBezTo>
                    <a:pt x="412971" y="162236"/>
                    <a:pt x="410795" y="164523"/>
                    <a:pt x="409166" y="167381"/>
                  </a:cubicBezTo>
                  <a:cubicBezTo>
                    <a:pt x="407538" y="170239"/>
                    <a:pt x="406724" y="173419"/>
                    <a:pt x="406716" y="176922"/>
                  </a:cubicBezTo>
                  <a:cubicBezTo>
                    <a:pt x="406716" y="180416"/>
                    <a:pt x="407514" y="183604"/>
                    <a:pt x="409134" y="186470"/>
                  </a:cubicBezTo>
                  <a:cubicBezTo>
                    <a:pt x="410755" y="189336"/>
                    <a:pt x="412923" y="191631"/>
                    <a:pt x="415639" y="193354"/>
                  </a:cubicBezTo>
                  <a:cubicBezTo>
                    <a:pt x="418355" y="195077"/>
                    <a:pt x="421402" y="195938"/>
                    <a:pt x="424763" y="195946"/>
                  </a:cubicBezTo>
                  <a:cubicBezTo>
                    <a:pt x="428124" y="195946"/>
                    <a:pt x="431162" y="195101"/>
                    <a:pt x="433894" y="193386"/>
                  </a:cubicBezTo>
                  <a:cubicBezTo>
                    <a:pt x="436619" y="191671"/>
                    <a:pt x="438795" y="189385"/>
                    <a:pt x="440423" y="186526"/>
                  </a:cubicBezTo>
                  <a:cubicBezTo>
                    <a:pt x="442051" y="183668"/>
                    <a:pt x="442865" y="180488"/>
                    <a:pt x="442873" y="176986"/>
                  </a:cubicBezTo>
                  <a:cubicBezTo>
                    <a:pt x="442873" y="173492"/>
                    <a:pt x="442075" y="170304"/>
                    <a:pt x="440455" y="167437"/>
                  </a:cubicBezTo>
                  <a:cubicBezTo>
                    <a:pt x="438835" y="164571"/>
                    <a:pt x="436667" y="162277"/>
                    <a:pt x="433951" y="160554"/>
                  </a:cubicBezTo>
                  <a:cubicBezTo>
                    <a:pt x="431227" y="158831"/>
                    <a:pt x="428188" y="157969"/>
                    <a:pt x="424827" y="157961"/>
                  </a:cubicBezTo>
                  <a:close/>
                  <a:moveTo>
                    <a:pt x="293349" y="157736"/>
                  </a:moveTo>
                  <a:cubicBezTo>
                    <a:pt x="290045" y="157736"/>
                    <a:pt x="287047" y="158581"/>
                    <a:pt x="284347" y="160296"/>
                  </a:cubicBezTo>
                  <a:cubicBezTo>
                    <a:pt x="281647" y="162011"/>
                    <a:pt x="279503" y="164298"/>
                    <a:pt x="277907" y="167156"/>
                  </a:cubicBezTo>
                  <a:cubicBezTo>
                    <a:pt x="276311" y="170014"/>
                    <a:pt x="275505" y="173194"/>
                    <a:pt x="275497" y="176696"/>
                  </a:cubicBezTo>
                  <a:cubicBezTo>
                    <a:pt x="275497" y="180190"/>
                    <a:pt x="276279" y="183379"/>
                    <a:pt x="277867" y="186245"/>
                  </a:cubicBezTo>
                  <a:cubicBezTo>
                    <a:pt x="279454" y="189111"/>
                    <a:pt x="281598" y="191406"/>
                    <a:pt x="284282" y="193128"/>
                  </a:cubicBezTo>
                  <a:cubicBezTo>
                    <a:pt x="286974" y="194851"/>
                    <a:pt x="289972" y="195713"/>
                    <a:pt x="293269" y="195721"/>
                  </a:cubicBezTo>
                  <a:lnTo>
                    <a:pt x="293285" y="195721"/>
                  </a:lnTo>
                  <a:cubicBezTo>
                    <a:pt x="296589" y="195721"/>
                    <a:pt x="299587" y="194876"/>
                    <a:pt x="302279" y="193161"/>
                  </a:cubicBezTo>
                  <a:cubicBezTo>
                    <a:pt x="304979" y="191446"/>
                    <a:pt x="307123" y="189159"/>
                    <a:pt x="308719" y="186301"/>
                  </a:cubicBezTo>
                  <a:cubicBezTo>
                    <a:pt x="310315" y="183443"/>
                    <a:pt x="311121" y="180263"/>
                    <a:pt x="311121" y="176761"/>
                  </a:cubicBezTo>
                  <a:cubicBezTo>
                    <a:pt x="311121" y="173267"/>
                    <a:pt x="310339" y="170078"/>
                    <a:pt x="308751" y="167212"/>
                  </a:cubicBezTo>
                  <a:cubicBezTo>
                    <a:pt x="307164" y="164346"/>
                    <a:pt x="305028" y="162051"/>
                    <a:pt x="302336" y="160329"/>
                  </a:cubicBezTo>
                  <a:cubicBezTo>
                    <a:pt x="299644" y="158606"/>
                    <a:pt x="296646" y="157744"/>
                    <a:pt x="293349" y="157736"/>
                  </a:cubicBezTo>
                  <a:close/>
                  <a:moveTo>
                    <a:pt x="178893" y="157534"/>
                  </a:moveTo>
                  <a:cubicBezTo>
                    <a:pt x="175532" y="157534"/>
                    <a:pt x="172486" y="158380"/>
                    <a:pt x="169761" y="160095"/>
                  </a:cubicBezTo>
                  <a:cubicBezTo>
                    <a:pt x="167037" y="161809"/>
                    <a:pt x="164861" y="164096"/>
                    <a:pt x="163233" y="166954"/>
                  </a:cubicBezTo>
                  <a:cubicBezTo>
                    <a:pt x="161605" y="169812"/>
                    <a:pt x="160791" y="172992"/>
                    <a:pt x="160783" y="176495"/>
                  </a:cubicBezTo>
                  <a:cubicBezTo>
                    <a:pt x="160783" y="179989"/>
                    <a:pt x="161581" y="183177"/>
                    <a:pt x="163201" y="186043"/>
                  </a:cubicBezTo>
                  <a:cubicBezTo>
                    <a:pt x="164821" y="188909"/>
                    <a:pt x="166989" y="191204"/>
                    <a:pt x="169705" y="192927"/>
                  </a:cubicBezTo>
                  <a:cubicBezTo>
                    <a:pt x="172421" y="194650"/>
                    <a:pt x="175468" y="195511"/>
                    <a:pt x="178829" y="195519"/>
                  </a:cubicBezTo>
                  <a:cubicBezTo>
                    <a:pt x="182190" y="195519"/>
                    <a:pt x="185228" y="194674"/>
                    <a:pt x="187960" y="192959"/>
                  </a:cubicBezTo>
                  <a:cubicBezTo>
                    <a:pt x="190684" y="191244"/>
                    <a:pt x="192862" y="188958"/>
                    <a:pt x="194490" y="186099"/>
                  </a:cubicBezTo>
                  <a:cubicBezTo>
                    <a:pt x="196118" y="183241"/>
                    <a:pt x="196932" y="180061"/>
                    <a:pt x="196940" y="176559"/>
                  </a:cubicBezTo>
                  <a:cubicBezTo>
                    <a:pt x="196940" y="173065"/>
                    <a:pt x="196142" y="169877"/>
                    <a:pt x="194522" y="167010"/>
                  </a:cubicBezTo>
                  <a:cubicBezTo>
                    <a:pt x="192902" y="164144"/>
                    <a:pt x="190733" y="161850"/>
                    <a:pt x="188017" y="160127"/>
                  </a:cubicBezTo>
                  <a:cubicBezTo>
                    <a:pt x="185293" y="158404"/>
                    <a:pt x="182254" y="157542"/>
                    <a:pt x="178893" y="157534"/>
                  </a:cubicBezTo>
                  <a:close/>
                  <a:moveTo>
                    <a:pt x="374961" y="149741"/>
                  </a:moveTo>
                  <a:lnTo>
                    <a:pt x="384342" y="149757"/>
                  </a:lnTo>
                  <a:lnTo>
                    <a:pt x="384246" y="204022"/>
                  </a:lnTo>
                  <a:lnTo>
                    <a:pt x="374864" y="204005"/>
                  </a:lnTo>
                  <a:close/>
                  <a:moveTo>
                    <a:pt x="210366" y="149451"/>
                  </a:moveTo>
                  <a:lnTo>
                    <a:pt x="221054" y="149467"/>
                  </a:lnTo>
                  <a:lnTo>
                    <a:pt x="231612" y="173000"/>
                  </a:lnTo>
                  <a:cubicBezTo>
                    <a:pt x="232595" y="175110"/>
                    <a:pt x="233514" y="177195"/>
                    <a:pt x="234384" y="179248"/>
                  </a:cubicBezTo>
                  <a:cubicBezTo>
                    <a:pt x="235247" y="181302"/>
                    <a:pt x="236085" y="183806"/>
                    <a:pt x="236891" y="186760"/>
                  </a:cubicBezTo>
                  <a:cubicBezTo>
                    <a:pt x="237761" y="183806"/>
                    <a:pt x="238656" y="181294"/>
                    <a:pt x="239559" y="179216"/>
                  </a:cubicBezTo>
                  <a:cubicBezTo>
                    <a:pt x="240461" y="177138"/>
                    <a:pt x="241380" y="175077"/>
                    <a:pt x="242307" y="173024"/>
                  </a:cubicBezTo>
                  <a:lnTo>
                    <a:pt x="253035" y="149531"/>
                  </a:lnTo>
                  <a:lnTo>
                    <a:pt x="263029" y="149547"/>
                  </a:lnTo>
                  <a:lnTo>
                    <a:pt x="236601" y="206477"/>
                  </a:lnTo>
                  <a:close/>
                  <a:moveTo>
                    <a:pt x="3901" y="149088"/>
                  </a:moveTo>
                  <a:lnTo>
                    <a:pt x="13282" y="149104"/>
                  </a:lnTo>
                  <a:lnTo>
                    <a:pt x="13186" y="203368"/>
                  </a:lnTo>
                  <a:lnTo>
                    <a:pt x="3804" y="203352"/>
                  </a:lnTo>
                  <a:close/>
                  <a:moveTo>
                    <a:pt x="292148" y="148872"/>
                  </a:moveTo>
                  <a:cubicBezTo>
                    <a:pt x="295743" y="148872"/>
                    <a:pt x="299112" y="149580"/>
                    <a:pt x="302271" y="150973"/>
                  </a:cubicBezTo>
                  <a:cubicBezTo>
                    <a:pt x="305423" y="152366"/>
                    <a:pt x="308163" y="154298"/>
                    <a:pt x="310476" y="156778"/>
                  </a:cubicBezTo>
                  <a:lnTo>
                    <a:pt x="310476" y="149637"/>
                  </a:lnTo>
                  <a:cubicBezTo>
                    <a:pt x="310476" y="149637"/>
                    <a:pt x="319181" y="149653"/>
                    <a:pt x="319181" y="149653"/>
                  </a:cubicBezTo>
                  <a:lnTo>
                    <a:pt x="319084" y="203917"/>
                  </a:lnTo>
                  <a:lnTo>
                    <a:pt x="310395" y="203901"/>
                  </a:lnTo>
                  <a:lnTo>
                    <a:pt x="310412" y="196759"/>
                  </a:lnTo>
                  <a:cubicBezTo>
                    <a:pt x="308090" y="199167"/>
                    <a:pt x="305350" y="201075"/>
                    <a:pt x="302191" y="202492"/>
                  </a:cubicBezTo>
                  <a:cubicBezTo>
                    <a:pt x="299031" y="203901"/>
                    <a:pt x="295654" y="204601"/>
                    <a:pt x="292060" y="204601"/>
                  </a:cubicBezTo>
                  <a:lnTo>
                    <a:pt x="292052" y="204585"/>
                  </a:lnTo>
                  <a:cubicBezTo>
                    <a:pt x="287304" y="204577"/>
                    <a:pt x="282960" y="203321"/>
                    <a:pt x="279027" y="200809"/>
                  </a:cubicBezTo>
                  <a:cubicBezTo>
                    <a:pt x="275094" y="198297"/>
                    <a:pt x="271959" y="194932"/>
                    <a:pt x="269613" y="190705"/>
                  </a:cubicBezTo>
                  <a:cubicBezTo>
                    <a:pt x="267276" y="186478"/>
                    <a:pt x="266107" y="181809"/>
                    <a:pt x="266116" y="176680"/>
                  </a:cubicBezTo>
                  <a:cubicBezTo>
                    <a:pt x="266124" y="171560"/>
                    <a:pt x="267308" y="166882"/>
                    <a:pt x="269662" y="162671"/>
                  </a:cubicBezTo>
                  <a:cubicBezTo>
                    <a:pt x="272015" y="158453"/>
                    <a:pt x="275167" y="155095"/>
                    <a:pt x="279108" y="152600"/>
                  </a:cubicBezTo>
                  <a:cubicBezTo>
                    <a:pt x="283049" y="150104"/>
                    <a:pt x="287401" y="148864"/>
                    <a:pt x="292148" y="148872"/>
                  </a:cubicBezTo>
                  <a:close/>
                  <a:moveTo>
                    <a:pt x="491312" y="148863"/>
                  </a:moveTo>
                  <a:cubicBezTo>
                    <a:pt x="495019" y="148863"/>
                    <a:pt x="498453" y="149821"/>
                    <a:pt x="501604" y="151729"/>
                  </a:cubicBezTo>
                  <a:cubicBezTo>
                    <a:pt x="504755" y="153637"/>
                    <a:pt x="507318" y="156383"/>
                    <a:pt x="509285" y="159973"/>
                  </a:cubicBezTo>
                  <a:cubicBezTo>
                    <a:pt x="511251" y="163564"/>
                    <a:pt x="512227" y="167920"/>
                    <a:pt x="512219" y="173048"/>
                  </a:cubicBezTo>
                  <a:lnTo>
                    <a:pt x="512162" y="204246"/>
                  </a:lnTo>
                  <a:lnTo>
                    <a:pt x="502773" y="204230"/>
                  </a:lnTo>
                  <a:lnTo>
                    <a:pt x="502821" y="174385"/>
                  </a:lnTo>
                  <a:cubicBezTo>
                    <a:pt x="502821" y="170102"/>
                    <a:pt x="501604" y="166318"/>
                    <a:pt x="499146" y="163025"/>
                  </a:cubicBezTo>
                  <a:cubicBezTo>
                    <a:pt x="496687" y="159732"/>
                    <a:pt x="493230" y="158089"/>
                    <a:pt x="488773" y="158081"/>
                  </a:cubicBezTo>
                  <a:cubicBezTo>
                    <a:pt x="485122" y="158081"/>
                    <a:pt x="481858" y="159442"/>
                    <a:pt x="478988" y="162179"/>
                  </a:cubicBezTo>
                  <a:cubicBezTo>
                    <a:pt x="476119" y="164917"/>
                    <a:pt x="474676" y="168878"/>
                    <a:pt x="474668" y="174063"/>
                  </a:cubicBezTo>
                  <a:lnTo>
                    <a:pt x="474620" y="204182"/>
                  </a:lnTo>
                  <a:lnTo>
                    <a:pt x="465238" y="204166"/>
                  </a:lnTo>
                  <a:lnTo>
                    <a:pt x="465238" y="204157"/>
                  </a:lnTo>
                  <a:lnTo>
                    <a:pt x="465335" y="149893"/>
                  </a:lnTo>
                  <a:lnTo>
                    <a:pt x="474024" y="149910"/>
                  </a:lnTo>
                  <a:lnTo>
                    <a:pt x="474007" y="158685"/>
                  </a:lnTo>
                  <a:cubicBezTo>
                    <a:pt x="475926" y="155497"/>
                    <a:pt x="478408" y="153057"/>
                    <a:pt x="481447" y="151375"/>
                  </a:cubicBezTo>
                  <a:cubicBezTo>
                    <a:pt x="484493" y="149692"/>
                    <a:pt x="487781" y="148855"/>
                    <a:pt x="491312" y="148863"/>
                  </a:cubicBezTo>
                  <a:close/>
                  <a:moveTo>
                    <a:pt x="424843" y="148743"/>
                  </a:moveTo>
                  <a:cubicBezTo>
                    <a:pt x="429937" y="148751"/>
                    <a:pt x="434555" y="150023"/>
                    <a:pt x="438698" y="152567"/>
                  </a:cubicBezTo>
                  <a:cubicBezTo>
                    <a:pt x="442833" y="155103"/>
                    <a:pt x="446129" y="158501"/>
                    <a:pt x="448587" y="162760"/>
                  </a:cubicBezTo>
                  <a:cubicBezTo>
                    <a:pt x="451045" y="167011"/>
                    <a:pt x="452262" y="171761"/>
                    <a:pt x="452254" y="177010"/>
                  </a:cubicBezTo>
                  <a:cubicBezTo>
                    <a:pt x="452246" y="182195"/>
                    <a:pt x="451005" y="186929"/>
                    <a:pt x="448539" y="191204"/>
                  </a:cubicBezTo>
                  <a:cubicBezTo>
                    <a:pt x="446065" y="195479"/>
                    <a:pt x="442760" y="198877"/>
                    <a:pt x="438617" y="201405"/>
                  </a:cubicBezTo>
                  <a:cubicBezTo>
                    <a:pt x="434475" y="203933"/>
                    <a:pt x="429848" y="205189"/>
                    <a:pt x="424755" y="205181"/>
                  </a:cubicBezTo>
                  <a:lnTo>
                    <a:pt x="424747" y="205173"/>
                  </a:lnTo>
                  <a:cubicBezTo>
                    <a:pt x="419709" y="205165"/>
                    <a:pt x="415099" y="203893"/>
                    <a:pt x="410932" y="201348"/>
                  </a:cubicBezTo>
                  <a:cubicBezTo>
                    <a:pt x="406764" y="198812"/>
                    <a:pt x="403452" y="195399"/>
                    <a:pt x="401002" y="191116"/>
                  </a:cubicBezTo>
                  <a:cubicBezTo>
                    <a:pt x="398543" y="186832"/>
                    <a:pt x="397326" y="182098"/>
                    <a:pt x="397335" y="176913"/>
                  </a:cubicBezTo>
                  <a:cubicBezTo>
                    <a:pt x="397343" y="171664"/>
                    <a:pt x="398584" y="166922"/>
                    <a:pt x="401050" y="162679"/>
                  </a:cubicBezTo>
                  <a:cubicBezTo>
                    <a:pt x="403516" y="158436"/>
                    <a:pt x="406845" y="155047"/>
                    <a:pt x="411021" y="152519"/>
                  </a:cubicBezTo>
                  <a:cubicBezTo>
                    <a:pt x="415196" y="149991"/>
                    <a:pt x="419806" y="148735"/>
                    <a:pt x="424843" y="148743"/>
                  </a:cubicBezTo>
                  <a:close/>
                  <a:moveTo>
                    <a:pt x="178917" y="148316"/>
                  </a:moveTo>
                  <a:cubicBezTo>
                    <a:pt x="184019" y="148324"/>
                    <a:pt x="188637" y="149596"/>
                    <a:pt x="192773" y="152140"/>
                  </a:cubicBezTo>
                  <a:cubicBezTo>
                    <a:pt x="196908" y="154676"/>
                    <a:pt x="200204" y="158074"/>
                    <a:pt x="202662" y="162333"/>
                  </a:cubicBezTo>
                  <a:cubicBezTo>
                    <a:pt x="205120" y="166592"/>
                    <a:pt x="206337" y="171334"/>
                    <a:pt x="206329" y="176583"/>
                  </a:cubicBezTo>
                  <a:cubicBezTo>
                    <a:pt x="206321" y="181768"/>
                    <a:pt x="205080" y="186502"/>
                    <a:pt x="202614" y="190777"/>
                  </a:cubicBezTo>
                  <a:cubicBezTo>
                    <a:pt x="200140" y="195052"/>
                    <a:pt x="196835" y="198458"/>
                    <a:pt x="192692" y="200978"/>
                  </a:cubicBezTo>
                  <a:cubicBezTo>
                    <a:pt x="188549" y="203506"/>
                    <a:pt x="183922" y="204762"/>
                    <a:pt x="178821" y="204754"/>
                  </a:cubicBezTo>
                  <a:lnTo>
                    <a:pt x="178821" y="204746"/>
                  </a:lnTo>
                  <a:cubicBezTo>
                    <a:pt x="173783" y="204738"/>
                    <a:pt x="169173" y="203466"/>
                    <a:pt x="165006" y="200921"/>
                  </a:cubicBezTo>
                  <a:cubicBezTo>
                    <a:pt x="160839" y="198385"/>
                    <a:pt x="157527" y="194972"/>
                    <a:pt x="155077" y="190689"/>
                  </a:cubicBezTo>
                  <a:cubicBezTo>
                    <a:pt x="152618" y="186405"/>
                    <a:pt x="151401" y="181671"/>
                    <a:pt x="151410" y="176486"/>
                  </a:cubicBezTo>
                  <a:cubicBezTo>
                    <a:pt x="151418" y="171237"/>
                    <a:pt x="152659" y="166495"/>
                    <a:pt x="155125" y="162252"/>
                  </a:cubicBezTo>
                  <a:cubicBezTo>
                    <a:pt x="157591" y="158009"/>
                    <a:pt x="160920" y="154620"/>
                    <a:pt x="165095" y="152092"/>
                  </a:cubicBezTo>
                  <a:cubicBezTo>
                    <a:pt x="169270" y="149564"/>
                    <a:pt x="173880" y="148308"/>
                    <a:pt x="178917" y="148316"/>
                  </a:cubicBezTo>
                  <a:close/>
                  <a:moveTo>
                    <a:pt x="118510" y="148219"/>
                  </a:moveTo>
                  <a:cubicBezTo>
                    <a:pt x="122217" y="148219"/>
                    <a:pt x="125651" y="149177"/>
                    <a:pt x="128802" y="151085"/>
                  </a:cubicBezTo>
                  <a:cubicBezTo>
                    <a:pt x="131953" y="152993"/>
                    <a:pt x="134516" y="155739"/>
                    <a:pt x="136475" y="159329"/>
                  </a:cubicBezTo>
                  <a:cubicBezTo>
                    <a:pt x="138441" y="162920"/>
                    <a:pt x="139416" y="167276"/>
                    <a:pt x="139408" y="172404"/>
                  </a:cubicBezTo>
                  <a:lnTo>
                    <a:pt x="139352" y="203602"/>
                  </a:lnTo>
                  <a:lnTo>
                    <a:pt x="129962" y="203586"/>
                  </a:lnTo>
                  <a:lnTo>
                    <a:pt x="130011" y="173741"/>
                  </a:lnTo>
                  <a:cubicBezTo>
                    <a:pt x="130011" y="169458"/>
                    <a:pt x="128794" y="165674"/>
                    <a:pt x="126336" y="162381"/>
                  </a:cubicBezTo>
                  <a:cubicBezTo>
                    <a:pt x="123877" y="159088"/>
                    <a:pt x="120420" y="157445"/>
                    <a:pt x="115963" y="157437"/>
                  </a:cubicBezTo>
                  <a:cubicBezTo>
                    <a:pt x="112312" y="157437"/>
                    <a:pt x="109056" y="158798"/>
                    <a:pt x="106178" y="161535"/>
                  </a:cubicBezTo>
                  <a:cubicBezTo>
                    <a:pt x="103309" y="164273"/>
                    <a:pt x="101866" y="168234"/>
                    <a:pt x="101858" y="173419"/>
                  </a:cubicBezTo>
                  <a:lnTo>
                    <a:pt x="101810" y="203538"/>
                  </a:lnTo>
                  <a:lnTo>
                    <a:pt x="92428" y="203522"/>
                  </a:lnTo>
                  <a:lnTo>
                    <a:pt x="92437" y="203513"/>
                  </a:lnTo>
                  <a:lnTo>
                    <a:pt x="92533" y="149249"/>
                  </a:lnTo>
                  <a:lnTo>
                    <a:pt x="101222" y="149266"/>
                  </a:lnTo>
                  <a:lnTo>
                    <a:pt x="101206" y="158041"/>
                  </a:lnTo>
                  <a:cubicBezTo>
                    <a:pt x="103124" y="154853"/>
                    <a:pt x="105606" y="152413"/>
                    <a:pt x="108645" y="150731"/>
                  </a:cubicBezTo>
                  <a:cubicBezTo>
                    <a:pt x="111691" y="149048"/>
                    <a:pt x="114980" y="148211"/>
                    <a:pt x="118510" y="148219"/>
                  </a:cubicBezTo>
                  <a:close/>
                  <a:moveTo>
                    <a:pt x="55951" y="148107"/>
                  </a:moveTo>
                  <a:cubicBezTo>
                    <a:pt x="59658" y="148107"/>
                    <a:pt x="63092" y="149065"/>
                    <a:pt x="66243" y="150973"/>
                  </a:cubicBezTo>
                  <a:cubicBezTo>
                    <a:pt x="69394" y="152881"/>
                    <a:pt x="71957" y="155627"/>
                    <a:pt x="73916" y="159217"/>
                  </a:cubicBezTo>
                  <a:cubicBezTo>
                    <a:pt x="75882" y="162808"/>
                    <a:pt x="76858" y="167164"/>
                    <a:pt x="76850" y="172292"/>
                  </a:cubicBezTo>
                  <a:lnTo>
                    <a:pt x="76793" y="203490"/>
                  </a:lnTo>
                  <a:lnTo>
                    <a:pt x="67412" y="203474"/>
                  </a:lnTo>
                  <a:lnTo>
                    <a:pt x="67460" y="173629"/>
                  </a:lnTo>
                  <a:cubicBezTo>
                    <a:pt x="67460" y="169346"/>
                    <a:pt x="66243" y="165562"/>
                    <a:pt x="63785" y="162269"/>
                  </a:cubicBezTo>
                  <a:cubicBezTo>
                    <a:pt x="61327" y="158976"/>
                    <a:pt x="57869" y="157333"/>
                    <a:pt x="53412" y="157325"/>
                  </a:cubicBezTo>
                  <a:cubicBezTo>
                    <a:pt x="49761" y="157325"/>
                    <a:pt x="46505" y="158686"/>
                    <a:pt x="43627" y="161423"/>
                  </a:cubicBezTo>
                  <a:cubicBezTo>
                    <a:pt x="40758" y="164161"/>
                    <a:pt x="39315" y="168122"/>
                    <a:pt x="39307" y="173307"/>
                  </a:cubicBezTo>
                  <a:lnTo>
                    <a:pt x="39259" y="203426"/>
                  </a:lnTo>
                  <a:lnTo>
                    <a:pt x="29878" y="203410"/>
                  </a:lnTo>
                  <a:lnTo>
                    <a:pt x="29869" y="203401"/>
                  </a:lnTo>
                  <a:lnTo>
                    <a:pt x="29966" y="149137"/>
                  </a:lnTo>
                  <a:lnTo>
                    <a:pt x="38655" y="149154"/>
                  </a:lnTo>
                  <a:lnTo>
                    <a:pt x="38638" y="157929"/>
                  </a:lnTo>
                  <a:cubicBezTo>
                    <a:pt x="40557" y="154741"/>
                    <a:pt x="43039" y="152301"/>
                    <a:pt x="46086" y="150619"/>
                  </a:cubicBezTo>
                  <a:cubicBezTo>
                    <a:pt x="49132" y="148936"/>
                    <a:pt x="52421" y="148099"/>
                    <a:pt x="55951" y="148107"/>
                  </a:cubicBezTo>
                  <a:close/>
                  <a:moveTo>
                    <a:pt x="8604" y="139328"/>
                  </a:moveTo>
                  <a:lnTo>
                    <a:pt x="8608" y="139330"/>
                  </a:lnTo>
                  <a:lnTo>
                    <a:pt x="8600" y="139330"/>
                  </a:lnTo>
                  <a:close/>
                  <a:moveTo>
                    <a:pt x="342240" y="131586"/>
                  </a:moveTo>
                  <a:lnTo>
                    <a:pt x="351106" y="131602"/>
                  </a:lnTo>
                  <a:lnTo>
                    <a:pt x="351074" y="149693"/>
                  </a:lnTo>
                  <a:lnTo>
                    <a:pt x="364026" y="149717"/>
                  </a:lnTo>
                  <a:lnTo>
                    <a:pt x="364010" y="157856"/>
                  </a:lnTo>
                  <a:lnTo>
                    <a:pt x="351324" y="157832"/>
                  </a:lnTo>
                  <a:lnTo>
                    <a:pt x="351243" y="203958"/>
                  </a:lnTo>
                  <a:lnTo>
                    <a:pt x="341861" y="203942"/>
                  </a:lnTo>
                  <a:lnTo>
                    <a:pt x="341845" y="203942"/>
                  </a:lnTo>
                  <a:lnTo>
                    <a:pt x="341926" y="157816"/>
                  </a:lnTo>
                  <a:lnTo>
                    <a:pt x="330109" y="157792"/>
                  </a:lnTo>
                  <a:lnTo>
                    <a:pt x="330126" y="149652"/>
                  </a:lnTo>
                  <a:lnTo>
                    <a:pt x="342208" y="149677"/>
                  </a:lnTo>
                  <a:close/>
                  <a:moveTo>
                    <a:pt x="379692" y="126957"/>
                  </a:moveTo>
                  <a:cubicBezTo>
                    <a:pt x="381489" y="126957"/>
                    <a:pt x="382980" y="127585"/>
                    <a:pt x="384165" y="128817"/>
                  </a:cubicBezTo>
                  <a:cubicBezTo>
                    <a:pt x="385350" y="130057"/>
                    <a:pt x="385946" y="131610"/>
                    <a:pt x="385938" y="133478"/>
                  </a:cubicBezTo>
                  <a:cubicBezTo>
                    <a:pt x="385938" y="135290"/>
                    <a:pt x="385334" y="136819"/>
                    <a:pt x="384149" y="138083"/>
                  </a:cubicBezTo>
                  <a:cubicBezTo>
                    <a:pt x="382956" y="139347"/>
                    <a:pt x="381465" y="139975"/>
                    <a:pt x="379668" y="139975"/>
                  </a:cubicBezTo>
                  <a:cubicBezTo>
                    <a:pt x="377927" y="139975"/>
                    <a:pt x="376452" y="139339"/>
                    <a:pt x="375243" y="138067"/>
                  </a:cubicBezTo>
                  <a:cubicBezTo>
                    <a:pt x="374026" y="136803"/>
                    <a:pt x="373421" y="135258"/>
                    <a:pt x="373430" y="133454"/>
                  </a:cubicBezTo>
                  <a:cubicBezTo>
                    <a:pt x="373430" y="131586"/>
                    <a:pt x="374042" y="130032"/>
                    <a:pt x="375259" y="128801"/>
                  </a:cubicBezTo>
                  <a:cubicBezTo>
                    <a:pt x="376476" y="127569"/>
                    <a:pt x="377959" y="126949"/>
                    <a:pt x="379692" y="126957"/>
                  </a:cubicBezTo>
                  <a:close/>
                  <a:moveTo>
                    <a:pt x="8624" y="126312"/>
                  </a:moveTo>
                  <a:cubicBezTo>
                    <a:pt x="10421" y="126312"/>
                    <a:pt x="11912" y="126940"/>
                    <a:pt x="13097" y="128172"/>
                  </a:cubicBezTo>
                  <a:cubicBezTo>
                    <a:pt x="14282" y="129412"/>
                    <a:pt x="14870" y="130965"/>
                    <a:pt x="14870" y="132833"/>
                  </a:cubicBezTo>
                  <a:cubicBezTo>
                    <a:pt x="14870" y="134645"/>
                    <a:pt x="14266" y="136174"/>
                    <a:pt x="13081" y="137438"/>
                  </a:cubicBezTo>
                  <a:lnTo>
                    <a:pt x="8604" y="139328"/>
                  </a:lnTo>
                  <a:lnTo>
                    <a:pt x="4175" y="137422"/>
                  </a:lnTo>
                  <a:cubicBezTo>
                    <a:pt x="2958" y="136158"/>
                    <a:pt x="2354" y="134613"/>
                    <a:pt x="2362" y="132809"/>
                  </a:cubicBezTo>
                  <a:cubicBezTo>
                    <a:pt x="2362" y="130941"/>
                    <a:pt x="2974" y="129387"/>
                    <a:pt x="4191" y="128156"/>
                  </a:cubicBezTo>
                  <a:cubicBezTo>
                    <a:pt x="5408" y="126924"/>
                    <a:pt x="6891" y="126304"/>
                    <a:pt x="8624" y="126312"/>
                  </a:cubicBezTo>
                  <a:close/>
                  <a:moveTo>
                    <a:pt x="613585" y="54650"/>
                  </a:moveTo>
                  <a:cubicBezTo>
                    <a:pt x="612586" y="55245"/>
                    <a:pt x="611482" y="56076"/>
                    <a:pt x="610289" y="57138"/>
                  </a:cubicBezTo>
                  <a:cubicBezTo>
                    <a:pt x="609096" y="58201"/>
                    <a:pt x="608056" y="59570"/>
                    <a:pt x="607170" y="61228"/>
                  </a:cubicBezTo>
                  <a:cubicBezTo>
                    <a:pt x="606283" y="62887"/>
                    <a:pt x="605840" y="64908"/>
                    <a:pt x="605832" y="67291"/>
                  </a:cubicBezTo>
                  <a:cubicBezTo>
                    <a:pt x="605832" y="70962"/>
                    <a:pt x="607009" y="74166"/>
                    <a:pt x="609394" y="76904"/>
                  </a:cubicBezTo>
                  <a:cubicBezTo>
                    <a:pt x="611772" y="79641"/>
                    <a:pt x="615133" y="81010"/>
                    <a:pt x="619469" y="81018"/>
                  </a:cubicBezTo>
                  <a:lnTo>
                    <a:pt x="619477" y="81018"/>
                  </a:lnTo>
                  <a:cubicBezTo>
                    <a:pt x="621290" y="81018"/>
                    <a:pt x="623039" y="80728"/>
                    <a:pt x="624732" y="80132"/>
                  </a:cubicBezTo>
                  <a:cubicBezTo>
                    <a:pt x="626424" y="79536"/>
                    <a:pt x="628036" y="78772"/>
                    <a:pt x="629568" y="77830"/>
                  </a:cubicBezTo>
                  <a:close/>
                  <a:moveTo>
                    <a:pt x="290947" y="40875"/>
                  </a:moveTo>
                  <a:cubicBezTo>
                    <a:pt x="287642" y="40875"/>
                    <a:pt x="284644" y="41720"/>
                    <a:pt x="281952" y="43435"/>
                  </a:cubicBezTo>
                  <a:cubicBezTo>
                    <a:pt x="279252" y="45150"/>
                    <a:pt x="277108" y="47437"/>
                    <a:pt x="275512" y="50295"/>
                  </a:cubicBezTo>
                  <a:cubicBezTo>
                    <a:pt x="273916" y="53153"/>
                    <a:pt x="273110" y="56333"/>
                    <a:pt x="273102" y="59835"/>
                  </a:cubicBezTo>
                  <a:cubicBezTo>
                    <a:pt x="273102" y="63329"/>
                    <a:pt x="273884" y="66518"/>
                    <a:pt x="275472" y="69384"/>
                  </a:cubicBezTo>
                  <a:cubicBezTo>
                    <a:pt x="277060" y="72250"/>
                    <a:pt x="279196" y="74545"/>
                    <a:pt x="281887" y="76268"/>
                  </a:cubicBezTo>
                  <a:lnTo>
                    <a:pt x="290870" y="78859"/>
                  </a:lnTo>
                  <a:lnTo>
                    <a:pt x="290866" y="78861"/>
                  </a:lnTo>
                  <a:lnTo>
                    <a:pt x="290874" y="78861"/>
                  </a:lnTo>
                  <a:lnTo>
                    <a:pt x="290870" y="78859"/>
                  </a:lnTo>
                  <a:lnTo>
                    <a:pt x="299869" y="76301"/>
                  </a:lnTo>
                  <a:cubicBezTo>
                    <a:pt x="302569" y="74585"/>
                    <a:pt x="304713" y="72298"/>
                    <a:pt x="306308" y="69440"/>
                  </a:cubicBezTo>
                  <a:cubicBezTo>
                    <a:pt x="307904" y="66582"/>
                    <a:pt x="308710" y="63402"/>
                    <a:pt x="308718" y="59900"/>
                  </a:cubicBezTo>
                  <a:cubicBezTo>
                    <a:pt x="308718" y="56406"/>
                    <a:pt x="307936" y="53217"/>
                    <a:pt x="306349" y="50351"/>
                  </a:cubicBezTo>
                  <a:cubicBezTo>
                    <a:pt x="304761" y="47485"/>
                    <a:pt x="302625" y="45190"/>
                    <a:pt x="299933" y="43468"/>
                  </a:cubicBezTo>
                  <a:cubicBezTo>
                    <a:pt x="297241" y="41745"/>
                    <a:pt x="294243" y="40883"/>
                    <a:pt x="290947" y="40875"/>
                  </a:cubicBezTo>
                  <a:close/>
                  <a:moveTo>
                    <a:pt x="535301" y="40754"/>
                  </a:moveTo>
                  <a:cubicBezTo>
                    <a:pt x="531070" y="40754"/>
                    <a:pt x="527362" y="42203"/>
                    <a:pt x="524171" y="45118"/>
                  </a:cubicBezTo>
                  <a:cubicBezTo>
                    <a:pt x="520979" y="48040"/>
                    <a:pt x="518948" y="51542"/>
                    <a:pt x="518070" y="55640"/>
                  </a:cubicBezTo>
                  <a:lnTo>
                    <a:pt x="518061" y="55648"/>
                  </a:lnTo>
                  <a:cubicBezTo>
                    <a:pt x="521189" y="55109"/>
                    <a:pt x="524348" y="54843"/>
                    <a:pt x="527532" y="54851"/>
                  </a:cubicBezTo>
                  <a:lnTo>
                    <a:pt x="544828" y="54883"/>
                  </a:lnTo>
                  <a:cubicBezTo>
                    <a:pt x="546101" y="54883"/>
                    <a:pt x="547358" y="54932"/>
                    <a:pt x="548608" y="55028"/>
                  </a:cubicBezTo>
                  <a:cubicBezTo>
                    <a:pt x="549849" y="55125"/>
                    <a:pt x="551114" y="55230"/>
                    <a:pt x="552388" y="55350"/>
                  </a:cubicBezTo>
                  <a:cubicBezTo>
                    <a:pt x="551582" y="51132"/>
                    <a:pt x="549559" y="47646"/>
                    <a:pt x="546327" y="44892"/>
                  </a:cubicBezTo>
                  <a:cubicBezTo>
                    <a:pt x="543087" y="42147"/>
                    <a:pt x="539412" y="40762"/>
                    <a:pt x="535301" y="40754"/>
                  </a:cubicBezTo>
                  <a:close/>
                  <a:moveTo>
                    <a:pt x="356287" y="40448"/>
                  </a:moveTo>
                  <a:cubicBezTo>
                    <a:pt x="352056" y="40448"/>
                    <a:pt x="348348" y="41897"/>
                    <a:pt x="345157" y="44812"/>
                  </a:cubicBezTo>
                  <a:cubicBezTo>
                    <a:pt x="341965" y="47734"/>
                    <a:pt x="339934" y="51236"/>
                    <a:pt x="339056" y="55334"/>
                  </a:cubicBezTo>
                  <a:cubicBezTo>
                    <a:pt x="342183" y="54795"/>
                    <a:pt x="345342" y="54529"/>
                    <a:pt x="348526" y="54537"/>
                  </a:cubicBezTo>
                  <a:lnTo>
                    <a:pt x="365822" y="54569"/>
                  </a:lnTo>
                  <a:cubicBezTo>
                    <a:pt x="367095" y="54569"/>
                    <a:pt x="368353" y="54618"/>
                    <a:pt x="369602" y="54714"/>
                  </a:cubicBezTo>
                  <a:cubicBezTo>
                    <a:pt x="370851" y="54811"/>
                    <a:pt x="372108" y="54916"/>
                    <a:pt x="373382" y="55036"/>
                  </a:cubicBezTo>
                  <a:cubicBezTo>
                    <a:pt x="372576" y="50818"/>
                    <a:pt x="370553" y="47332"/>
                    <a:pt x="367313" y="44578"/>
                  </a:cubicBezTo>
                  <a:cubicBezTo>
                    <a:pt x="364073" y="41833"/>
                    <a:pt x="360398" y="40448"/>
                    <a:pt x="356287" y="40448"/>
                  </a:cubicBezTo>
                  <a:close/>
                  <a:moveTo>
                    <a:pt x="150345" y="40086"/>
                  </a:moveTo>
                  <a:cubicBezTo>
                    <a:pt x="146114" y="40086"/>
                    <a:pt x="142406" y="41535"/>
                    <a:pt x="139215" y="44450"/>
                  </a:cubicBezTo>
                  <a:cubicBezTo>
                    <a:pt x="136023" y="47372"/>
                    <a:pt x="133992" y="50874"/>
                    <a:pt x="133114" y="54972"/>
                  </a:cubicBezTo>
                  <a:lnTo>
                    <a:pt x="133106" y="54980"/>
                  </a:lnTo>
                  <a:cubicBezTo>
                    <a:pt x="136233" y="54441"/>
                    <a:pt x="139392" y="54175"/>
                    <a:pt x="142576" y="54183"/>
                  </a:cubicBezTo>
                  <a:lnTo>
                    <a:pt x="159872" y="54215"/>
                  </a:lnTo>
                  <a:cubicBezTo>
                    <a:pt x="161145" y="54215"/>
                    <a:pt x="162403" y="54264"/>
                    <a:pt x="163652" y="54360"/>
                  </a:cubicBezTo>
                  <a:cubicBezTo>
                    <a:pt x="164893" y="54457"/>
                    <a:pt x="166158" y="54562"/>
                    <a:pt x="167432" y="54682"/>
                  </a:cubicBezTo>
                  <a:cubicBezTo>
                    <a:pt x="166626" y="50464"/>
                    <a:pt x="164603" y="46978"/>
                    <a:pt x="161371" y="44224"/>
                  </a:cubicBezTo>
                  <a:cubicBezTo>
                    <a:pt x="158131" y="41479"/>
                    <a:pt x="154456" y="40094"/>
                    <a:pt x="150345" y="40086"/>
                  </a:cubicBezTo>
                  <a:close/>
                  <a:moveTo>
                    <a:pt x="241332" y="32646"/>
                  </a:moveTo>
                  <a:lnTo>
                    <a:pt x="250713" y="32662"/>
                  </a:lnTo>
                  <a:lnTo>
                    <a:pt x="250617" y="86926"/>
                  </a:lnTo>
                  <a:lnTo>
                    <a:pt x="241235" y="86910"/>
                  </a:lnTo>
                  <a:close/>
                  <a:moveTo>
                    <a:pt x="4094" y="32236"/>
                  </a:moveTo>
                  <a:lnTo>
                    <a:pt x="13475" y="32252"/>
                  </a:lnTo>
                  <a:lnTo>
                    <a:pt x="13379" y="86516"/>
                  </a:lnTo>
                  <a:lnTo>
                    <a:pt x="3997" y="86500"/>
                  </a:lnTo>
                  <a:close/>
                  <a:moveTo>
                    <a:pt x="535317" y="32075"/>
                  </a:moveTo>
                  <a:cubicBezTo>
                    <a:pt x="540129" y="32083"/>
                    <a:pt x="544529" y="33283"/>
                    <a:pt x="548519" y="35674"/>
                  </a:cubicBezTo>
                  <a:cubicBezTo>
                    <a:pt x="552509" y="38065"/>
                    <a:pt x="555692" y="41277"/>
                    <a:pt x="558062" y="45319"/>
                  </a:cubicBezTo>
                  <a:cubicBezTo>
                    <a:pt x="560431" y="49360"/>
                    <a:pt x="561608" y="53950"/>
                    <a:pt x="561600" y="59070"/>
                  </a:cubicBezTo>
                  <a:lnTo>
                    <a:pt x="561600" y="63047"/>
                  </a:lnTo>
                  <a:cubicBezTo>
                    <a:pt x="561600" y="63047"/>
                    <a:pt x="527532" y="62991"/>
                    <a:pt x="527532" y="62991"/>
                  </a:cubicBezTo>
                  <a:cubicBezTo>
                    <a:pt x="526024" y="62991"/>
                    <a:pt x="524493" y="62926"/>
                    <a:pt x="522930" y="62806"/>
                  </a:cubicBezTo>
                  <a:cubicBezTo>
                    <a:pt x="521366" y="62685"/>
                    <a:pt x="519826" y="62500"/>
                    <a:pt x="518327" y="62258"/>
                  </a:cubicBezTo>
                  <a:cubicBezTo>
                    <a:pt x="518956" y="67081"/>
                    <a:pt x="521052" y="71122"/>
                    <a:pt x="524606" y="74391"/>
                  </a:cubicBezTo>
                  <a:cubicBezTo>
                    <a:pt x="528160" y="77652"/>
                    <a:pt x="532400" y="79286"/>
                    <a:pt x="537324" y="79294"/>
                  </a:cubicBezTo>
                  <a:cubicBezTo>
                    <a:pt x="540629" y="79294"/>
                    <a:pt x="543699" y="78521"/>
                    <a:pt x="546536" y="76959"/>
                  </a:cubicBezTo>
                  <a:cubicBezTo>
                    <a:pt x="549381" y="75398"/>
                    <a:pt x="551670" y="73320"/>
                    <a:pt x="553411" y="70728"/>
                  </a:cubicBezTo>
                  <a:lnTo>
                    <a:pt x="555998" y="81854"/>
                  </a:lnTo>
                  <a:cubicBezTo>
                    <a:pt x="553500" y="83964"/>
                    <a:pt x="550647" y="85598"/>
                    <a:pt x="547431" y="86766"/>
                  </a:cubicBezTo>
                  <a:cubicBezTo>
                    <a:pt x="544215" y="87933"/>
                    <a:pt x="540806" y="88521"/>
                    <a:pt x="537219" y="88513"/>
                  </a:cubicBezTo>
                  <a:lnTo>
                    <a:pt x="537211" y="88513"/>
                  </a:lnTo>
                  <a:cubicBezTo>
                    <a:pt x="531763" y="88505"/>
                    <a:pt x="526887" y="87233"/>
                    <a:pt x="522575" y="84688"/>
                  </a:cubicBezTo>
                  <a:cubicBezTo>
                    <a:pt x="518263" y="82152"/>
                    <a:pt x="514878" y="78690"/>
                    <a:pt x="512428" y="74319"/>
                  </a:cubicBezTo>
                  <a:cubicBezTo>
                    <a:pt x="509969" y="69947"/>
                    <a:pt x="508752" y="65076"/>
                    <a:pt x="508761" y="59706"/>
                  </a:cubicBezTo>
                  <a:cubicBezTo>
                    <a:pt x="508769" y="54586"/>
                    <a:pt x="509961" y="49924"/>
                    <a:pt x="512347" y="45737"/>
                  </a:cubicBezTo>
                  <a:cubicBezTo>
                    <a:pt x="514733" y="41551"/>
                    <a:pt x="517932" y="38226"/>
                    <a:pt x="521970" y="35762"/>
                  </a:cubicBezTo>
                  <a:cubicBezTo>
                    <a:pt x="526000" y="33299"/>
                    <a:pt x="530449" y="32067"/>
                    <a:pt x="535317" y="32075"/>
                  </a:cubicBezTo>
                  <a:close/>
                  <a:moveTo>
                    <a:pt x="289705" y="32011"/>
                  </a:moveTo>
                  <a:cubicBezTo>
                    <a:pt x="293300" y="32011"/>
                    <a:pt x="296669" y="32719"/>
                    <a:pt x="299828" y="34112"/>
                  </a:cubicBezTo>
                  <a:cubicBezTo>
                    <a:pt x="302980" y="35505"/>
                    <a:pt x="305720" y="37437"/>
                    <a:pt x="308033" y="39917"/>
                  </a:cubicBezTo>
                  <a:lnTo>
                    <a:pt x="308049" y="32776"/>
                  </a:lnTo>
                  <a:lnTo>
                    <a:pt x="316738" y="32792"/>
                  </a:lnTo>
                  <a:lnTo>
                    <a:pt x="316641" y="87057"/>
                  </a:lnTo>
                  <a:cubicBezTo>
                    <a:pt x="316633" y="92966"/>
                    <a:pt x="315303" y="98030"/>
                    <a:pt x="312659" y="102241"/>
                  </a:cubicBezTo>
                  <a:cubicBezTo>
                    <a:pt x="310016" y="106460"/>
                    <a:pt x="306550" y="109680"/>
                    <a:pt x="302254" y="111902"/>
                  </a:cubicBezTo>
                  <a:cubicBezTo>
                    <a:pt x="297967" y="114124"/>
                    <a:pt x="293324" y="115236"/>
                    <a:pt x="288343" y="115227"/>
                  </a:cubicBezTo>
                  <a:lnTo>
                    <a:pt x="288367" y="115211"/>
                  </a:lnTo>
                  <a:cubicBezTo>
                    <a:pt x="284370" y="115211"/>
                    <a:pt x="280735" y="114591"/>
                    <a:pt x="277463" y="113384"/>
                  </a:cubicBezTo>
                  <a:cubicBezTo>
                    <a:pt x="274190" y="112168"/>
                    <a:pt x="271281" y="110510"/>
                    <a:pt x="268734" y="108392"/>
                  </a:cubicBezTo>
                  <a:lnTo>
                    <a:pt x="271362" y="97362"/>
                  </a:lnTo>
                  <a:cubicBezTo>
                    <a:pt x="273094" y="99955"/>
                    <a:pt x="275407" y="102072"/>
                    <a:pt x="278301" y="103706"/>
                  </a:cubicBezTo>
                  <a:cubicBezTo>
                    <a:pt x="281194" y="105341"/>
                    <a:pt x="284523" y="106162"/>
                    <a:pt x="288287" y="106162"/>
                  </a:cubicBezTo>
                  <a:cubicBezTo>
                    <a:pt x="294138" y="106170"/>
                    <a:pt x="298877" y="104342"/>
                    <a:pt x="302504" y="100671"/>
                  </a:cubicBezTo>
                  <a:cubicBezTo>
                    <a:pt x="306131" y="97000"/>
                    <a:pt x="307952" y="92274"/>
                    <a:pt x="307961" y="86485"/>
                  </a:cubicBezTo>
                  <a:lnTo>
                    <a:pt x="307961" y="79883"/>
                  </a:lnTo>
                  <a:cubicBezTo>
                    <a:pt x="305647" y="82291"/>
                    <a:pt x="302907" y="84199"/>
                    <a:pt x="299748" y="85616"/>
                  </a:cubicBezTo>
                  <a:cubicBezTo>
                    <a:pt x="296588" y="87025"/>
                    <a:pt x="293211" y="87725"/>
                    <a:pt x="289617" y="87725"/>
                  </a:cubicBezTo>
                  <a:cubicBezTo>
                    <a:pt x="284862" y="87717"/>
                    <a:pt x="280525" y="86461"/>
                    <a:pt x="276584" y="83949"/>
                  </a:cubicBezTo>
                  <a:cubicBezTo>
                    <a:pt x="272651" y="81437"/>
                    <a:pt x="269516" y="78072"/>
                    <a:pt x="267170" y="73844"/>
                  </a:cubicBezTo>
                  <a:cubicBezTo>
                    <a:pt x="264833" y="69617"/>
                    <a:pt x="263664" y="64948"/>
                    <a:pt x="263673" y="59819"/>
                  </a:cubicBezTo>
                  <a:cubicBezTo>
                    <a:pt x="263681" y="54699"/>
                    <a:pt x="264865" y="50021"/>
                    <a:pt x="267219" y="45810"/>
                  </a:cubicBezTo>
                  <a:cubicBezTo>
                    <a:pt x="269572" y="41592"/>
                    <a:pt x="272724" y="38234"/>
                    <a:pt x="276665" y="35738"/>
                  </a:cubicBezTo>
                  <a:cubicBezTo>
                    <a:pt x="280606" y="33243"/>
                    <a:pt x="284958" y="32003"/>
                    <a:pt x="289705" y="32011"/>
                  </a:cubicBezTo>
                  <a:close/>
                  <a:moveTo>
                    <a:pt x="481696" y="31986"/>
                  </a:moveTo>
                  <a:cubicBezTo>
                    <a:pt x="485459" y="31986"/>
                    <a:pt x="488998" y="32694"/>
                    <a:pt x="492294" y="34087"/>
                  </a:cubicBezTo>
                  <a:cubicBezTo>
                    <a:pt x="495590" y="35480"/>
                    <a:pt x="498484" y="37324"/>
                    <a:pt x="500974" y="39618"/>
                  </a:cubicBezTo>
                  <a:lnTo>
                    <a:pt x="498089" y="51912"/>
                  </a:lnTo>
                  <a:cubicBezTo>
                    <a:pt x="496646" y="48893"/>
                    <a:pt x="494462" y="46357"/>
                    <a:pt x="491545" y="44304"/>
                  </a:cubicBezTo>
                  <a:cubicBezTo>
                    <a:pt x="488619" y="42251"/>
                    <a:pt x="485306" y="41220"/>
                    <a:pt x="481599" y="41212"/>
                  </a:cubicBezTo>
                  <a:cubicBezTo>
                    <a:pt x="478238" y="41212"/>
                    <a:pt x="475183" y="42058"/>
                    <a:pt x="472427" y="43773"/>
                  </a:cubicBezTo>
                  <a:cubicBezTo>
                    <a:pt x="469670" y="45487"/>
                    <a:pt x="467478" y="47774"/>
                    <a:pt x="465850" y="50632"/>
                  </a:cubicBezTo>
                  <a:cubicBezTo>
                    <a:pt x="464222" y="53490"/>
                    <a:pt x="463408" y="56670"/>
                    <a:pt x="463400" y="60173"/>
                  </a:cubicBezTo>
                  <a:cubicBezTo>
                    <a:pt x="463400" y="63610"/>
                    <a:pt x="464198" y="66774"/>
                    <a:pt x="465818" y="69673"/>
                  </a:cubicBezTo>
                  <a:cubicBezTo>
                    <a:pt x="467430" y="72571"/>
                    <a:pt x="469614" y="74882"/>
                    <a:pt x="472370" y="76605"/>
                  </a:cubicBezTo>
                  <a:cubicBezTo>
                    <a:pt x="475119" y="78328"/>
                    <a:pt x="478173" y="79189"/>
                    <a:pt x="481534" y="79197"/>
                  </a:cubicBezTo>
                  <a:cubicBezTo>
                    <a:pt x="485242" y="79197"/>
                    <a:pt x="488562" y="78215"/>
                    <a:pt x="491488" y="76226"/>
                  </a:cubicBezTo>
                  <a:cubicBezTo>
                    <a:pt x="494414" y="74238"/>
                    <a:pt x="496606" y="71686"/>
                    <a:pt x="498065" y="68554"/>
                  </a:cubicBezTo>
                  <a:lnTo>
                    <a:pt x="500910" y="80856"/>
                  </a:lnTo>
                  <a:cubicBezTo>
                    <a:pt x="498411" y="83142"/>
                    <a:pt x="495518" y="84978"/>
                    <a:pt x="492213" y="86355"/>
                  </a:cubicBezTo>
                  <a:cubicBezTo>
                    <a:pt x="488909" y="87731"/>
                    <a:pt x="485371" y="88424"/>
                    <a:pt x="481607" y="88416"/>
                  </a:cubicBezTo>
                  <a:lnTo>
                    <a:pt x="481599" y="88416"/>
                  </a:lnTo>
                  <a:cubicBezTo>
                    <a:pt x="476497" y="88408"/>
                    <a:pt x="471871" y="87136"/>
                    <a:pt x="467704" y="84591"/>
                  </a:cubicBezTo>
                  <a:cubicBezTo>
                    <a:pt x="463537" y="82055"/>
                    <a:pt x="460208" y="78642"/>
                    <a:pt x="457726" y="74359"/>
                  </a:cubicBezTo>
                  <a:cubicBezTo>
                    <a:pt x="455244" y="70075"/>
                    <a:pt x="454002" y="65341"/>
                    <a:pt x="454011" y="60156"/>
                  </a:cubicBezTo>
                  <a:cubicBezTo>
                    <a:pt x="454019" y="54972"/>
                    <a:pt x="455276" y="50238"/>
                    <a:pt x="457774" y="45962"/>
                  </a:cubicBezTo>
                  <a:cubicBezTo>
                    <a:pt x="460273" y="41687"/>
                    <a:pt x="463610" y="38282"/>
                    <a:pt x="467785" y="35762"/>
                  </a:cubicBezTo>
                  <a:cubicBezTo>
                    <a:pt x="471959" y="33234"/>
                    <a:pt x="476594" y="31978"/>
                    <a:pt x="481696" y="31986"/>
                  </a:cubicBezTo>
                  <a:close/>
                  <a:moveTo>
                    <a:pt x="421128" y="31882"/>
                  </a:moveTo>
                  <a:cubicBezTo>
                    <a:pt x="424835" y="31882"/>
                    <a:pt x="428269" y="32840"/>
                    <a:pt x="431420" y="34748"/>
                  </a:cubicBezTo>
                  <a:cubicBezTo>
                    <a:pt x="434571" y="36656"/>
                    <a:pt x="437134" y="39402"/>
                    <a:pt x="439093" y="42992"/>
                  </a:cubicBezTo>
                  <a:cubicBezTo>
                    <a:pt x="441059" y="46583"/>
                    <a:pt x="442035" y="50939"/>
                    <a:pt x="442027" y="56067"/>
                  </a:cubicBezTo>
                  <a:lnTo>
                    <a:pt x="441970" y="87265"/>
                  </a:lnTo>
                  <a:lnTo>
                    <a:pt x="432580" y="87249"/>
                  </a:lnTo>
                  <a:lnTo>
                    <a:pt x="432629" y="57404"/>
                  </a:lnTo>
                  <a:cubicBezTo>
                    <a:pt x="432629" y="53121"/>
                    <a:pt x="431412" y="49337"/>
                    <a:pt x="428954" y="46044"/>
                  </a:cubicBezTo>
                  <a:cubicBezTo>
                    <a:pt x="426495" y="42751"/>
                    <a:pt x="423038" y="41108"/>
                    <a:pt x="418581" y="41100"/>
                  </a:cubicBezTo>
                  <a:cubicBezTo>
                    <a:pt x="414930" y="41100"/>
                    <a:pt x="411674" y="42461"/>
                    <a:pt x="408796" y="45198"/>
                  </a:cubicBezTo>
                  <a:cubicBezTo>
                    <a:pt x="405927" y="47936"/>
                    <a:pt x="404484" y="51897"/>
                    <a:pt x="404476" y="57082"/>
                  </a:cubicBezTo>
                  <a:lnTo>
                    <a:pt x="404428" y="87201"/>
                  </a:lnTo>
                  <a:lnTo>
                    <a:pt x="395046" y="87185"/>
                  </a:lnTo>
                  <a:lnTo>
                    <a:pt x="395046" y="87176"/>
                  </a:lnTo>
                  <a:lnTo>
                    <a:pt x="395143" y="32912"/>
                  </a:lnTo>
                  <a:lnTo>
                    <a:pt x="403832" y="32929"/>
                  </a:lnTo>
                  <a:lnTo>
                    <a:pt x="403815" y="41704"/>
                  </a:lnTo>
                  <a:cubicBezTo>
                    <a:pt x="405734" y="38516"/>
                    <a:pt x="408216" y="36076"/>
                    <a:pt x="411263" y="34394"/>
                  </a:cubicBezTo>
                  <a:cubicBezTo>
                    <a:pt x="414309" y="32711"/>
                    <a:pt x="417598" y="31874"/>
                    <a:pt x="421128" y="31882"/>
                  </a:cubicBezTo>
                  <a:close/>
                  <a:moveTo>
                    <a:pt x="356303" y="31761"/>
                  </a:moveTo>
                  <a:cubicBezTo>
                    <a:pt x="361115" y="31769"/>
                    <a:pt x="365515" y="32969"/>
                    <a:pt x="369505" y="35360"/>
                  </a:cubicBezTo>
                  <a:cubicBezTo>
                    <a:pt x="373495" y="37751"/>
                    <a:pt x="376678" y="40963"/>
                    <a:pt x="379048" y="45005"/>
                  </a:cubicBezTo>
                  <a:cubicBezTo>
                    <a:pt x="381417" y="49046"/>
                    <a:pt x="382594" y="53636"/>
                    <a:pt x="382586" y="58756"/>
                  </a:cubicBezTo>
                  <a:lnTo>
                    <a:pt x="382586" y="62733"/>
                  </a:lnTo>
                  <a:cubicBezTo>
                    <a:pt x="382586" y="62733"/>
                    <a:pt x="348518" y="62677"/>
                    <a:pt x="348518" y="62677"/>
                  </a:cubicBezTo>
                  <a:cubicBezTo>
                    <a:pt x="347010" y="62677"/>
                    <a:pt x="345479" y="62612"/>
                    <a:pt x="343915" y="62492"/>
                  </a:cubicBezTo>
                  <a:cubicBezTo>
                    <a:pt x="342352" y="62371"/>
                    <a:pt x="340812" y="62186"/>
                    <a:pt x="339313" y="61944"/>
                  </a:cubicBezTo>
                  <a:cubicBezTo>
                    <a:pt x="339942" y="66767"/>
                    <a:pt x="342038" y="70808"/>
                    <a:pt x="345592" y="74077"/>
                  </a:cubicBezTo>
                  <a:cubicBezTo>
                    <a:pt x="349146" y="77338"/>
                    <a:pt x="353386" y="78972"/>
                    <a:pt x="358318" y="78980"/>
                  </a:cubicBezTo>
                  <a:cubicBezTo>
                    <a:pt x="361623" y="78980"/>
                    <a:pt x="364693" y="78207"/>
                    <a:pt x="367530" y="76645"/>
                  </a:cubicBezTo>
                  <a:cubicBezTo>
                    <a:pt x="370367" y="75084"/>
                    <a:pt x="372664" y="73006"/>
                    <a:pt x="374405" y="70414"/>
                  </a:cubicBezTo>
                  <a:lnTo>
                    <a:pt x="376992" y="81540"/>
                  </a:lnTo>
                  <a:cubicBezTo>
                    <a:pt x="374494" y="83650"/>
                    <a:pt x="371641" y="85284"/>
                    <a:pt x="368425" y="86452"/>
                  </a:cubicBezTo>
                  <a:cubicBezTo>
                    <a:pt x="365209" y="87619"/>
                    <a:pt x="361800" y="88207"/>
                    <a:pt x="358213" y="88199"/>
                  </a:cubicBezTo>
                  <a:lnTo>
                    <a:pt x="358197" y="88199"/>
                  </a:lnTo>
                  <a:cubicBezTo>
                    <a:pt x="352749" y="88191"/>
                    <a:pt x="347873" y="86919"/>
                    <a:pt x="343561" y="84374"/>
                  </a:cubicBezTo>
                  <a:cubicBezTo>
                    <a:pt x="339249" y="81838"/>
                    <a:pt x="335864" y="78376"/>
                    <a:pt x="333414" y="74005"/>
                  </a:cubicBezTo>
                  <a:cubicBezTo>
                    <a:pt x="330955" y="69633"/>
                    <a:pt x="329738" y="64762"/>
                    <a:pt x="329747" y="59392"/>
                  </a:cubicBezTo>
                  <a:cubicBezTo>
                    <a:pt x="329755" y="54272"/>
                    <a:pt x="330947" y="49610"/>
                    <a:pt x="333333" y="45423"/>
                  </a:cubicBezTo>
                  <a:cubicBezTo>
                    <a:pt x="335719" y="41237"/>
                    <a:pt x="338918" y="37912"/>
                    <a:pt x="342956" y="35448"/>
                  </a:cubicBezTo>
                  <a:cubicBezTo>
                    <a:pt x="346986" y="32985"/>
                    <a:pt x="351435" y="31753"/>
                    <a:pt x="356303" y="31761"/>
                  </a:cubicBezTo>
                  <a:close/>
                  <a:moveTo>
                    <a:pt x="150353" y="31407"/>
                  </a:moveTo>
                  <a:cubicBezTo>
                    <a:pt x="155165" y="31415"/>
                    <a:pt x="159565" y="32615"/>
                    <a:pt x="163555" y="35006"/>
                  </a:cubicBezTo>
                  <a:cubicBezTo>
                    <a:pt x="167545" y="37397"/>
                    <a:pt x="170728" y="40609"/>
                    <a:pt x="173098" y="44651"/>
                  </a:cubicBezTo>
                  <a:cubicBezTo>
                    <a:pt x="175467" y="48692"/>
                    <a:pt x="176644" y="53282"/>
                    <a:pt x="176636" y="58402"/>
                  </a:cubicBezTo>
                  <a:lnTo>
                    <a:pt x="176636" y="62379"/>
                  </a:lnTo>
                  <a:cubicBezTo>
                    <a:pt x="176636" y="62379"/>
                    <a:pt x="142568" y="62323"/>
                    <a:pt x="142568" y="62323"/>
                  </a:cubicBezTo>
                  <a:cubicBezTo>
                    <a:pt x="141060" y="62323"/>
                    <a:pt x="139529" y="62258"/>
                    <a:pt x="137966" y="62138"/>
                  </a:cubicBezTo>
                  <a:cubicBezTo>
                    <a:pt x="136402" y="62017"/>
                    <a:pt x="134863" y="61832"/>
                    <a:pt x="133363" y="61590"/>
                  </a:cubicBezTo>
                  <a:cubicBezTo>
                    <a:pt x="133992" y="66413"/>
                    <a:pt x="136088" y="70454"/>
                    <a:pt x="139642" y="73723"/>
                  </a:cubicBezTo>
                  <a:cubicBezTo>
                    <a:pt x="143196" y="76984"/>
                    <a:pt x="147436" y="78618"/>
                    <a:pt x="152360" y="78626"/>
                  </a:cubicBezTo>
                  <a:cubicBezTo>
                    <a:pt x="155665" y="78626"/>
                    <a:pt x="158735" y="77853"/>
                    <a:pt x="161572" y="76291"/>
                  </a:cubicBezTo>
                  <a:cubicBezTo>
                    <a:pt x="164417" y="74730"/>
                    <a:pt x="166706" y="72652"/>
                    <a:pt x="168447" y="70060"/>
                  </a:cubicBezTo>
                  <a:lnTo>
                    <a:pt x="171034" y="81186"/>
                  </a:lnTo>
                  <a:cubicBezTo>
                    <a:pt x="168536" y="83296"/>
                    <a:pt x="165683" y="84930"/>
                    <a:pt x="162467" y="86098"/>
                  </a:cubicBezTo>
                  <a:cubicBezTo>
                    <a:pt x="159251" y="87265"/>
                    <a:pt x="155842" y="87853"/>
                    <a:pt x="152255" y="87845"/>
                  </a:cubicBezTo>
                  <a:lnTo>
                    <a:pt x="152247" y="87845"/>
                  </a:lnTo>
                  <a:cubicBezTo>
                    <a:pt x="146799" y="87837"/>
                    <a:pt x="141923" y="86557"/>
                    <a:pt x="137611" y="84020"/>
                  </a:cubicBezTo>
                  <a:cubicBezTo>
                    <a:pt x="133299" y="81476"/>
                    <a:pt x="129914" y="78022"/>
                    <a:pt x="127464" y="73651"/>
                  </a:cubicBezTo>
                  <a:cubicBezTo>
                    <a:pt x="125005" y="69279"/>
                    <a:pt x="123788" y="64408"/>
                    <a:pt x="123797" y="59038"/>
                  </a:cubicBezTo>
                  <a:cubicBezTo>
                    <a:pt x="123805" y="53918"/>
                    <a:pt x="124997" y="49256"/>
                    <a:pt x="127383" y="45069"/>
                  </a:cubicBezTo>
                  <a:cubicBezTo>
                    <a:pt x="129769" y="40883"/>
                    <a:pt x="132968" y="37558"/>
                    <a:pt x="137006" y="35094"/>
                  </a:cubicBezTo>
                  <a:cubicBezTo>
                    <a:pt x="141036" y="32631"/>
                    <a:pt x="145485" y="31399"/>
                    <a:pt x="150353" y="31407"/>
                  </a:cubicBezTo>
                  <a:close/>
                  <a:moveTo>
                    <a:pt x="56144" y="31254"/>
                  </a:moveTo>
                  <a:cubicBezTo>
                    <a:pt x="59851" y="31254"/>
                    <a:pt x="63285" y="32212"/>
                    <a:pt x="66436" y="34120"/>
                  </a:cubicBezTo>
                  <a:cubicBezTo>
                    <a:pt x="69587" y="36028"/>
                    <a:pt x="72150" y="38774"/>
                    <a:pt x="74117" y="42364"/>
                  </a:cubicBezTo>
                  <a:cubicBezTo>
                    <a:pt x="76083" y="45955"/>
                    <a:pt x="77059" y="50311"/>
                    <a:pt x="77051" y="55439"/>
                  </a:cubicBezTo>
                  <a:lnTo>
                    <a:pt x="76994" y="86637"/>
                  </a:lnTo>
                  <a:lnTo>
                    <a:pt x="67613" y="86621"/>
                  </a:lnTo>
                  <a:lnTo>
                    <a:pt x="67661" y="56776"/>
                  </a:lnTo>
                  <a:cubicBezTo>
                    <a:pt x="67661" y="52493"/>
                    <a:pt x="66444" y="48709"/>
                    <a:pt x="63986" y="45416"/>
                  </a:cubicBezTo>
                  <a:cubicBezTo>
                    <a:pt x="61528" y="42123"/>
                    <a:pt x="58070" y="40480"/>
                    <a:pt x="53613" y="40472"/>
                  </a:cubicBezTo>
                  <a:cubicBezTo>
                    <a:pt x="49962" y="40472"/>
                    <a:pt x="46698" y="41833"/>
                    <a:pt x="43828" y="44570"/>
                  </a:cubicBezTo>
                  <a:cubicBezTo>
                    <a:pt x="40959" y="47308"/>
                    <a:pt x="39516" y="51269"/>
                    <a:pt x="39508" y="56454"/>
                  </a:cubicBezTo>
                  <a:lnTo>
                    <a:pt x="39452" y="86573"/>
                  </a:lnTo>
                  <a:lnTo>
                    <a:pt x="30070" y="86557"/>
                  </a:lnTo>
                  <a:lnTo>
                    <a:pt x="30070" y="86548"/>
                  </a:lnTo>
                  <a:lnTo>
                    <a:pt x="30167" y="32284"/>
                  </a:lnTo>
                  <a:lnTo>
                    <a:pt x="38856" y="32301"/>
                  </a:lnTo>
                  <a:lnTo>
                    <a:pt x="38839" y="41076"/>
                  </a:lnTo>
                  <a:cubicBezTo>
                    <a:pt x="40758" y="37888"/>
                    <a:pt x="43240" y="35448"/>
                    <a:pt x="46279" y="33766"/>
                  </a:cubicBezTo>
                  <a:cubicBezTo>
                    <a:pt x="49325" y="32083"/>
                    <a:pt x="52613" y="31246"/>
                    <a:pt x="56144" y="31254"/>
                  </a:cubicBezTo>
                  <a:close/>
                  <a:moveTo>
                    <a:pt x="618421" y="26817"/>
                  </a:moveTo>
                  <a:cubicBezTo>
                    <a:pt x="616326" y="26817"/>
                    <a:pt x="614593" y="27558"/>
                    <a:pt x="613231" y="29039"/>
                  </a:cubicBezTo>
                  <a:cubicBezTo>
                    <a:pt x="611869" y="30529"/>
                    <a:pt x="611184" y="32308"/>
                    <a:pt x="611184" y="34393"/>
                  </a:cubicBezTo>
                  <a:cubicBezTo>
                    <a:pt x="611184" y="35786"/>
                    <a:pt x="611522" y="37082"/>
                    <a:pt x="612215" y="38306"/>
                  </a:cubicBezTo>
                  <a:cubicBezTo>
                    <a:pt x="612900" y="39522"/>
                    <a:pt x="613698" y="40850"/>
                    <a:pt x="614601" y="42291"/>
                  </a:cubicBezTo>
                  <a:lnTo>
                    <a:pt x="616527" y="45198"/>
                  </a:lnTo>
                  <a:lnTo>
                    <a:pt x="616535" y="45206"/>
                  </a:lnTo>
                  <a:lnTo>
                    <a:pt x="619469" y="43644"/>
                  </a:lnTo>
                  <a:cubicBezTo>
                    <a:pt x="620089" y="43298"/>
                    <a:pt x="620903" y="42782"/>
                    <a:pt x="621903" y="42082"/>
                  </a:cubicBezTo>
                  <a:cubicBezTo>
                    <a:pt x="622902" y="41389"/>
                    <a:pt x="623805" y="40423"/>
                    <a:pt x="624595" y="39184"/>
                  </a:cubicBezTo>
                  <a:cubicBezTo>
                    <a:pt x="625385" y="37944"/>
                    <a:pt x="625780" y="36430"/>
                    <a:pt x="625780" y="34643"/>
                  </a:cubicBezTo>
                  <a:cubicBezTo>
                    <a:pt x="625780" y="32461"/>
                    <a:pt x="625078" y="30609"/>
                    <a:pt x="623676" y="29096"/>
                  </a:cubicBezTo>
                  <a:cubicBezTo>
                    <a:pt x="622274" y="27582"/>
                    <a:pt x="620517" y="26817"/>
                    <a:pt x="618421" y="26817"/>
                  </a:cubicBezTo>
                  <a:close/>
                  <a:moveTo>
                    <a:pt x="618445" y="19676"/>
                  </a:moveTo>
                  <a:cubicBezTo>
                    <a:pt x="621210" y="19676"/>
                    <a:pt x="623740" y="20368"/>
                    <a:pt x="626021" y="21737"/>
                  </a:cubicBezTo>
                  <a:cubicBezTo>
                    <a:pt x="628310" y="23106"/>
                    <a:pt x="630132" y="24941"/>
                    <a:pt x="631486" y="27252"/>
                  </a:cubicBezTo>
                  <a:cubicBezTo>
                    <a:pt x="632840" y="29563"/>
                    <a:pt x="633517" y="32155"/>
                    <a:pt x="633509" y="35037"/>
                  </a:cubicBezTo>
                  <a:cubicBezTo>
                    <a:pt x="633509" y="38113"/>
                    <a:pt x="632808" y="40657"/>
                    <a:pt x="631421" y="42662"/>
                  </a:cubicBezTo>
                  <a:cubicBezTo>
                    <a:pt x="630035" y="44666"/>
                    <a:pt x="628496" y="46228"/>
                    <a:pt x="626803" y="47339"/>
                  </a:cubicBezTo>
                  <a:cubicBezTo>
                    <a:pt x="625111" y="48450"/>
                    <a:pt x="623781" y="49280"/>
                    <a:pt x="622830" y="49827"/>
                  </a:cubicBezTo>
                  <a:lnTo>
                    <a:pt x="620468" y="51091"/>
                  </a:lnTo>
                  <a:lnTo>
                    <a:pt x="635379" y="72556"/>
                  </a:lnTo>
                  <a:cubicBezTo>
                    <a:pt x="638530" y="68692"/>
                    <a:pt x="640327" y="64255"/>
                    <a:pt x="640763" y="59240"/>
                  </a:cubicBezTo>
                  <a:lnTo>
                    <a:pt x="646469" y="67436"/>
                  </a:lnTo>
                  <a:cubicBezTo>
                    <a:pt x="644841" y="71896"/>
                    <a:pt x="642471" y="75744"/>
                    <a:pt x="639368" y="78965"/>
                  </a:cubicBezTo>
                  <a:lnTo>
                    <a:pt x="645429" y="87612"/>
                  </a:lnTo>
                  <a:lnTo>
                    <a:pt x="636273" y="87595"/>
                  </a:lnTo>
                  <a:lnTo>
                    <a:pt x="633348" y="83497"/>
                  </a:lnTo>
                  <a:cubicBezTo>
                    <a:pt x="631196" y="85180"/>
                    <a:pt x="628907" y="86428"/>
                    <a:pt x="626473" y="87241"/>
                  </a:cubicBezTo>
                  <a:cubicBezTo>
                    <a:pt x="624039" y="88054"/>
                    <a:pt x="621556" y="88465"/>
                    <a:pt x="619034" y="88457"/>
                  </a:cubicBezTo>
                  <a:lnTo>
                    <a:pt x="619034" y="88465"/>
                  </a:lnTo>
                  <a:cubicBezTo>
                    <a:pt x="614931" y="88465"/>
                    <a:pt x="611288" y="87571"/>
                    <a:pt x="608097" y="85800"/>
                  </a:cubicBezTo>
                  <a:cubicBezTo>
                    <a:pt x="604905" y="84037"/>
                    <a:pt x="602390" y="81573"/>
                    <a:pt x="600561" y="78417"/>
                  </a:cubicBezTo>
                  <a:cubicBezTo>
                    <a:pt x="598731" y="75261"/>
                    <a:pt x="597820" y="71654"/>
                    <a:pt x="597829" y="67581"/>
                  </a:cubicBezTo>
                  <a:cubicBezTo>
                    <a:pt x="597829" y="64111"/>
                    <a:pt x="598498" y="61172"/>
                    <a:pt x="599811" y="58765"/>
                  </a:cubicBezTo>
                  <a:cubicBezTo>
                    <a:pt x="601125" y="56357"/>
                    <a:pt x="602705" y="54368"/>
                    <a:pt x="604542" y="52782"/>
                  </a:cubicBezTo>
                  <a:cubicBezTo>
                    <a:pt x="606380" y="51196"/>
                    <a:pt x="608064" y="49956"/>
                    <a:pt x="609596" y="49070"/>
                  </a:cubicBezTo>
                  <a:lnTo>
                    <a:pt x="608169" y="47130"/>
                  </a:lnTo>
                  <a:cubicBezTo>
                    <a:pt x="606976" y="45487"/>
                    <a:pt x="605896" y="43716"/>
                    <a:pt x="604921" y="41800"/>
                  </a:cubicBezTo>
                  <a:cubicBezTo>
                    <a:pt x="603946" y="39892"/>
                    <a:pt x="603462" y="37638"/>
                    <a:pt x="603470" y="35061"/>
                  </a:cubicBezTo>
                  <a:cubicBezTo>
                    <a:pt x="603470" y="32131"/>
                    <a:pt x="604147" y="29514"/>
                    <a:pt x="605485" y="27212"/>
                  </a:cubicBezTo>
                  <a:cubicBezTo>
                    <a:pt x="606823" y="24909"/>
                    <a:pt x="608629" y="23073"/>
                    <a:pt x="610893" y="21713"/>
                  </a:cubicBezTo>
                  <a:cubicBezTo>
                    <a:pt x="613158" y="20352"/>
                    <a:pt x="615673" y="19676"/>
                    <a:pt x="618445" y="19676"/>
                  </a:cubicBezTo>
                  <a:close/>
                  <a:moveTo>
                    <a:pt x="97377" y="14306"/>
                  </a:moveTo>
                  <a:lnTo>
                    <a:pt x="106243" y="14322"/>
                  </a:lnTo>
                  <a:lnTo>
                    <a:pt x="106211" y="32413"/>
                  </a:lnTo>
                  <a:lnTo>
                    <a:pt x="119164" y="32437"/>
                  </a:lnTo>
                  <a:lnTo>
                    <a:pt x="119148" y="40576"/>
                  </a:lnTo>
                  <a:lnTo>
                    <a:pt x="106461" y="40552"/>
                  </a:lnTo>
                  <a:lnTo>
                    <a:pt x="106380" y="86678"/>
                  </a:lnTo>
                  <a:lnTo>
                    <a:pt x="96990" y="86662"/>
                  </a:lnTo>
                  <a:lnTo>
                    <a:pt x="96982" y="86662"/>
                  </a:lnTo>
                  <a:lnTo>
                    <a:pt x="97063" y="40536"/>
                  </a:lnTo>
                  <a:lnTo>
                    <a:pt x="85247" y="40512"/>
                  </a:lnTo>
                  <a:lnTo>
                    <a:pt x="85264" y="32372"/>
                  </a:lnTo>
                  <a:lnTo>
                    <a:pt x="97345" y="32397"/>
                  </a:lnTo>
                  <a:close/>
                  <a:moveTo>
                    <a:pt x="246063" y="9870"/>
                  </a:moveTo>
                  <a:cubicBezTo>
                    <a:pt x="247860" y="9870"/>
                    <a:pt x="249351" y="10498"/>
                    <a:pt x="250536" y="11730"/>
                  </a:cubicBezTo>
                  <a:cubicBezTo>
                    <a:pt x="251721" y="12970"/>
                    <a:pt x="252317" y="14523"/>
                    <a:pt x="252309" y="16391"/>
                  </a:cubicBezTo>
                  <a:cubicBezTo>
                    <a:pt x="252309" y="18203"/>
                    <a:pt x="251705" y="19732"/>
                    <a:pt x="250520" y="20996"/>
                  </a:cubicBezTo>
                  <a:cubicBezTo>
                    <a:pt x="249327" y="22260"/>
                    <a:pt x="247836" y="22888"/>
                    <a:pt x="246039" y="22888"/>
                  </a:cubicBezTo>
                  <a:cubicBezTo>
                    <a:pt x="244298" y="22888"/>
                    <a:pt x="242823" y="22252"/>
                    <a:pt x="241614" y="20980"/>
                  </a:cubicBezTo>
                  <a:cubicBezTo>
                    <a:pt x="240397" y="19716"/>
                    <a:pt x="239792" y="18171"/>
                    <a:pt x="239801" y="16367"/>
                  </a:cubicBezTo>
                  <a:cubicBezTo>
                    <a:pt x="239801" y="14499"/>
                    <a:pt x="240413" y="12945"/>
                    <a:pt x="241630" y="11714"/>
                  </a:cubicBezTo>
                  <a:cubicBezTo>
                    <a:pt x="242847" y="10482"/>
                    <a:pt x="244330" y="9862"/>
                    <a:pt x="246063" y="9870"/>
                  </a:cubicBezTo>
                  <a:close/>
                  <a:moveTo>
                    <a:pt x="8825" y="9460"/>
                  </a:moveTo>
                  <a:cubicBezTo>
                    <a:pt x="10622" y="9460"/>
                    <a:pt x="12113" y="10088"/>
                    <a:pt x="13298" y="11320"/>
                  </a:cubicBezTo>
                  <a:cubicBezTo>
                    <a:pt x="14483" y="12560"/>
                    <a:pt x="15071" y="14113"/>
                    <a:pt x="15071" y="15981"/>
                  </a:cubicBezTo>
                  <a:cubicBezTo>
                    <a:pt x="15071" y="17793"/>
                    <a:pt x="14467" y="19322"/>
                    <a:pt x="13282" y="20586"/>
                  </a:cubicBezTo>
                  <a:cubicBezTo>
                    <a:pt x="12089" y="21850"/>
                    <a:pt x="10598" y="22478"/>
                    <a:pt x="8801" y="22478"/>
                  </a:cubicBezTo>
                  <a:cubicBezTo>
                    <a:pt x="7060" y="22478"/>
                    <a:pt x="5585" y="21842"/>
                    <a:pt x="4376" y="20570"/>
                  </a:cubicBezTo>
                  <a:cubicBezTo>
                    <a:pt x="3167" y="19298"/>
                    <a:pt x="2555" y="17761"/>
                    <a:pt x="2563" y="15957"/>
                  </a:cubicBezTo>
                  <a:cubicBezTo>
                    <a:pt x="2563" y="14089"/>
                    <a:pt x="3175" y="12535"/>
                    <a:pt x="4392" y="11304"/>
                  </a:cubicBezTo>
                  <a:cubicBezTo>
                    <a:pt x="5609" y="10072"/>
                    <a:pt x="7092" y="9452"/>
                    <a:pt x="8825" y="9460"/>
                  </a:cubicBezTo>
                  <a:close/>
                  <a:moveTo>
                    <a:pt x="215315" y="48"/>
                  </a:moveTo>
                  <a:lnTo>
                    <a:pt x="224697" y="64"/>
                  </a:lnTo>
                  <a:lnTo>
                    <a:pt x="224544" y="86886"/>
                  </a:lnTo>
                  <a:lnTo>
                    <a:pt x="215161" y="86870"/>
                  </a:lnTo>
                  <a:close/>
                  <a:moveTo>
                    <a:pt x="189250" y="0"/>
                  </a:moveTo>
                  <a:lnTo>
                    <a:pt x="198632" y="16"/>
                  </a:lnTo>
                  <a:lnTo>
                    <a:pt x="198479" y="86838"/>
                  </a:lnTo>
                  <a:lnTo>
                    <a:pt x="189096" y="86822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CBD3F41-F98C-424F-ACBF-D9A3687C4D5F}"/>
                </a:ext>
              </a:extLst>
            </p:cNvPr>
            <p:cNvSpPr/>
            <p:nvPr/>
          </p:nvSpPr>
          <p:spPr>
            <a:xfrm>
              <a:off x="3881689" y="514662"/>
              <a:ext cx="667213" cy="323589"/>
            </a:xfrm>
            <a:custGeom>
              <a:avLst/>
              <a:gdLst>
                <a:gd name="connsiteX0" fmla="*/ 633185 w 667213"/>
                <a:gd name="connsiteY0" fmla="*/ 107804 h 323589"/>
                <a:gd name="connsiteX1" fmla="*/ 667213 w 667213"/>
                <a:gd name="connsiteY1" fmla="*/ 143253 h 323589"/>
                <a:gd name="connsiteX2" fmla="*/ 667213 w 667213"/>
                <a:gd name="connsiteY2" fmla="*/ 288139 h 323589"/>
                <a:gd name="connsiteX3" fmla="*/ 633185 w 667213"/>
                <a:gd name="connsiteY3" fmla="*/ 323588 h 323589"/>
                <a:gd name="connsiteX4" fmla="*/ 599164 w 667213"/>
                <a:gd name="connsiteY4" fmla="*/ 288139 h 323589"/>
                <a:gd name="connsiteX5" fmla="*/ 599164 w 667213"/>
                <a:gd name="connsiteY5" fmla="*/ 143253 h 323589"/>
                <a:gd name="connsiteX6" fmla="*/ 633185 w 667213"/>
                <a:gd name="connsiteY6" fmla="*/ 107804 h 323589"/>
                <a:gd name="connsiteX7" fmla="*/ 285440 w 667213"/>
                <a:gd name="connsiteY7" fmla="*/ 107804 h 323589"/>
                <a:gd name="connsiteX8" fmla="*/ 319469 w 667213"/>
                <a:gd name="connsiteY8" fmla="*/ 143253 h 323589"/>
                <a:gd name="connsiteX9" fmla="*/ 319469 w 667213"/>
                <a:gd name="connsiteY9" fmla="*/ 288139 h 323589"/>
                <a:gd name="connsiteX10" fmla="*/ 285440 w 667213"/>
                <a:gd name="connsiteY10" fmla="*/ 323588 h 323589"/>
                <a:gd name="connsiteX11" fmla="*/ 251420 w 667213"/>
                <a:gd name="connsiteY11" fmla="*/ 288139 h 323589"/>
                <a:gd name="connsiteX12" fmla="*/ 251420 w 667213"/>
                <a:gd name="connsiteY12" fmla="*/ 143253 h 323589"/>
                <a:gd name="connsiteX13" fmla="*/ 285440 w 667213"/>
                <a:gd name="connsiteY13" fmla="*/ 107804 h 323589"/>
                <a:gd name="connsiteX14" fmla="*/ 422383 w 667213"/>
                <a:gd name="connsiteY14" fmla="*/ 86798 h 323589"/>
                <a:gd name="connsiteX15" fmla="*/ 411252 w 667213"/>
                <a:gd name="connsiteY15" fmla="*/ 97917 h 323589"/>
                <a:gd name="connsiteX16" fmla="*/ 411252 w 667213"/>
                <a:gd name="connsiteY16" fmla="*/ 245212 h 323589"/>
                <a:gd name="connsiteX17" fmla="*/ 422383 w 667213"/>
                <a:gd name="connsiteY17" fmla="*/ 256330 h 323589"/>
                <a:gd name="connsiteX18" fmla="*/ 438760 w 667213"/>
                <a:gd name="connsiteY18" fmla="*/ 256330 h 323589"/>
                <a:gd name="connsiteX19" fmla="*/ 490817 w 667213"/>
                <a:gd name="connsiteY19" fmla="*/ 234874 h 323589"/>
                <a:gd name="connsiteX20" fmla="*/ 511088 w 667213"/>
                <a:gd name="connsiteY20" fmla="*/ 171770 h 323589"/>
                <a:gd name="connsiteX21" fmla="*/ 490817 w 667213"/>
                <a:gd name="connsiteY21" fmla="*/ 108246 h 323589"/>
                <a:gd name="connsiteX22" fmla="*/ 438760 w 667213"/>
                <a:gd name="connsiteY22" fmla="*/ 86798 h 323589"/>
                <a:gd name="connsiteX23" fmla="*/ 377957 w 667213"/>
                <a:gd name="connsiteY23" fmla="*/ 19540 h 323589"/>
                <a:gd name="connsiteX24" fmla="*/ 435915 w 667213"/>
                <a:gd name="connsiteY24" fmla="*/ 19540 h 323589"/>
                <a:gd name="connsiteX25" fmla="*/ 539966 w 667213"/>
                <a:gd name="connsiteY25" fmla="*/ 60705 h 323589"/>
                <a:gd name="connsiteX26" fmla="*/ 579208 w 667213"/>
                <a:gd name="connsiteY26" fmla="*/ 171778 h 323589"/>
                <a:gd name="connsiteX27" fmla="*/ 539966 w 667213"/>
                <a:gd name="connsiteY27" fmla="*/ 282625 h 323589"/>
                <a:gd name="connsiteX28" fmla="*/ 435512 w 667213"/>
                <a:gd name="connsiteY28" fmla="*/ 323581 h 323589"/>
                <a:gd name="connsiteX29" fmla="*/ 435512 w 667213"/>
                <a:gd name="connsiteY29" fmla="*/ 323589 h 323589"/>
                <a:gd name="connsiteX30" fmla="*/ 377957 w 667213"/>
                <a:gd name="connsiteY30" fmla="*/ 323589 h 323589"/>
                <a:gd name="connsiteX31" fmla="*/ 342728 w 667213"/>
                <a:gd name="connsiteY31" fmla="*/ 286063 h 323589"/>
                <a:gd name="connsiteX32" fmla="*/ 342728 w 667213"/>
                <a:gd name="connsiteY32" fmla="*/ 57074 h 323589"/>
                <a:gd name="connsiteX33" fmla="*/ 377957 w 667213"/>
                <a:gd name="connsiteY33" fmla="*/ 19540 h 323589"/>
                <a:gd name="connsiteX34" fmla="*/ 633184 w 667213"/>
                <a:gd name="connsiteY34" fmla="*/ 19073 h 323589"/>
                <a:gd name="connsiteX35" fmla="*/ 667205 w 667213"/>
                <a:gd name="connsiteY35" fmla="*/ 52937 h 323589"/>
                <a:gd name="connsiteX36" fmla="*/ 633184 w 667213"/>
                <a:gd name="connsiteY36" fmla="*/ 86799 h 323589"/>
                <a:gd name="connsiteX37" fmla="*/ 599164 w 667213"/>
                <a:gd name="connsiteY37" fmla="*/ 52937 h 323589"/>
                <a:gd name="connsiteX38" fmla="*/ 633184 w 667213"/>
                <a:gd name="connsiteY38" fmla="*/ 19073 h 323589"/>
                <a:gd name="connsiteX39" fmla="*/ 285448 w 667213"/>
                <a:gd name="connsiteY39" fmla="*/ 19073 h 323589"/>
                <a:gd name="connsiteX40" fmla="*/ 319468 w 667213"/>
                <a:gd name="connsiteY40" fmla="*/ 52937 h 323589"/>
                <a:gd name="connsiteX41" fmla="*/ 285448 w 667213"/>
                <a:gd name="connsiteY41" fmla="*/ 86799 h 323589"/>
                <a:gd name="connsiteX42" fmla="*/ 251428 w 667213"/>
                <a:gd name="connsiteY42" fmla="*/ 52937 h 323589"/>
                <a:gd name="connsiteX43" fmla="*/ 285448 w 667213"/>
                <a:gd name="connsiteY43" fmla="*/ 19073 h 323589"/>
                <a:gd name="connsiteX44" fmla="*/ 114566 w 667213"/>
                <a:gd name="connsiteY44" fmla="*/ 0 h 323589"/>
                <a:gd name="connsiteX45" fmla="*/ 163868 w 667213"/>
                <a:gd name="connsiteY45" fmla="*/ 7672 h 323589"/>
                <a:gd name="connsiteX46" fmla="*/ 198283 w 667213"/>
                <a:gd name="connsiteY46" fmla="*/ 28034 h 323589"/>
                <a:gd name="connsiteX47" fmla="*/ 208349 w 667213"/>
                <a:gd name="connsiteY47" fmla="*/ 39216 h 323589"/>
                <a:gd name="connsiteX48" fmla="*/ 212589 w 667213"/>
                <a:gd name="connsiteY48" fmla="*/ 45456 h 323589"/>
                <a:gd name="connsiteX49" fmla="*/ 213370 w 667213"/>
                <a:gd name="connsiteY49" fmla="*/ 46720 h 323589"/>
                <a:gd name="connsiteX50" fmla="*/ 213330 w 667213"/>
                <a:gd name="connsiteY50" fmla="*/ 46817 h 323589"/>
                <a:gd name="connsiteX51" fmla="*/ 216433 w 667213"/>
                <a:gd name="connsiteY51" fmla="*/ 60528 h 323589"/>
                <a:gd name="connsiteX52" fmla="*/ 196195 w 667213"/>
                <a:gd name="connsiteY52" fmla="*/ 90759 h 323589"/>
                <a:gd name="connsiteX53" fmla="*/ 196195 w 667213"/>
                <a:gd name="connsiteY53" fmla="*/ 90775 h 323589"/>
                <a:gd name="connsiteX54" fmla="*/ 195978 w 667213"/>
                <a:gd name="connsiteY54" fmla="*/ 90824 h 323589"/>
                <a:gd name="connsiteX55" fmla="*/ 183654 w 667213"/>
                <a:gd name="connsiteY55" fmla="*/ 93255 h 323589"/>
                <a:gd name="connsiteX56" fmla="*/ 161796 w 667213"/>
                <a:gd name="connsiteY56" fmla="*/ 84753 h 323589"/>
                <a:gd name="connsiteX57" fmla="*/ 156872 w 667213"/>
                <a:gd name="connsiteY57" fmla="*/ 79818 h 323589"/>
                <a:gd name="connsiteX58" fmla="*/ 151375 w 667213"/>
                <a:gd name="connsiteY58" fmla="*/ 73562 h 323589"/>
                <a:gd name="connsiteX59" fmla="*/ 114123 w 667213"/>
                <a:gd name="connsiteY59" fmla="*/ 61300 h 323589"/>
                <a:gd name="connsiteX60" fmla="*/ 83440 w 667213"/>
                <a:gd name="connsiteY60" fmla="*/ 71155 h 323589"/>
                <a:gd name="connsiteX61" fmla="*/ 71600 w 667213"/>
                <a:gd name="connsiteY61" fmla="*/ 94575 h 323589"/>
                <a:gd name="connsiteX62" fmla="*/ 102292 w 667213"/>
                <a:gd name="connsiteY62" fmla="*/ 124348 h 323589"/>
                <a:gd name="connsiteX63" fmla="*/ 143928 w 667213"/>
                <a:gd name="connsiteY63" fmla="*/ 132230 h 323589"/>
                <a:gd name="connsiteX64" fmla="*/ 210348 w 667213"/>
                <a:gd name="connsiteY64" fmla="*/ 165739 h 323589"/>
                <a:gd name="connsiteX65" fmla="*/ 210348 w 667213"/>
                <a:gd name="connsiteY65" fmla="*/ 165723 h 323589"/>
                <a:gd name="connsiteX66" fmla="*/ 233794 w 667213"/>
                <a:gd name="connsiteY66" fmla="*/ 225493 h 323589"/>
                <a:gd name="connsiteX67" fmla="*/ 202675 w 667213"/>
                <a:gd name="connsiteY67" fmla="*/ 294016 h 323589"/>
                <a:gd name="connsiteX68" fmla="*/ 118951 w 667213"/>
                <a:gd name="connsiteY68" fmla="*/ 323579 h 323589"/>
                <a:gd name="connsiteX69" fmla="*/ 27997 w 667213"/>
                <a:gd name="connsiteY69" fmla="*/ 293138 h 323589"/>
                <a:gd name="connsiteX70" fmla="*/ 4044 w 667213"/>
                <a:gd name="connsiteY70" fmla="*/ 262899 h 323589"/>
                <a:gd name="connsiteX71" fmla="*/ 24491 w 667213"/>
                <a:gd name="connsiteY71" fmla="*/ 216299 h 323589"/>
                <a:gd name="connsiteX72" fmla="*/ 62984 w 667213"/>
                <a:gd name="connsiteY72" fmla="*/ 233786 h 323589"/>
                <a:gd name="connsiteX73" fmla="*/ 73575 w 667213"/>
                <a:gd name="connsiteY73" fmla="*/ 247167 h 323589"/>
                <a:gd name="connsiteX74" fmla="*/ 119821 w 667213"/>
                <a:gd name="connsiteY74" fmla="*/ 262279 h 323589"/>
                <a:gd name="connsiteX75" fmla="*/ 151818 w 667213"/>
                <a:gd name="connsiteY75" fmla="*/ 253294 h 323589"/>
                <a:gd name="connsiteX76" fmla="*/ 163658 w 667213"/>
                <a:gd name="connsiteY76" fmla="*/ 229865 h 323589"/>
                <a:gd name="connsiteX77" fmla="*/ 154889 w 667213"/>
                <a:gd name="connsiteY77" fmla="*/ 209947 h 323589"/>
                <a:gd name="connsiteX78" fmla="*/ 130347 w 667213"/>
                <a:gd name="connsiteY78" fmla="*/ 198780 h 323589"/>
                <a:gd name="connsiteX79" fmla="*/ 87824 w 667213"/>
                <a:gd name="connsiteY79" fmla="*/ 190906 h 323589"/>
                <a:gd name="connsiteX80" fmla="*/ 25797 w 667213"/>
                <a:gd name="connsiteY80" fmla="*/ 158944 h 323589"/>
                <a:gd name="connsiteX81" fmla="*/ 3222 w 667213"/>
                <a:gd name="connsiteY81" fmla="*/ 99833 h 323589"/>
                <a:gd name="connsiteX82" fmla="*/ 36105 w 667213"/>
                <a:gd name="connsiteY82" fmla="*/ 28452 h 323589"/>
                <a:gd name="connsiteX83" fmla="*/ 114566 w 667213"/>
                <a:gd name="connsiteY83" fmla="*/ 0 h 323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67213" h="323589">
                  <a:moveTo>
                    <a:pt x="633185" y="107804"/>
                  </a:moveTo>
                  <a:cubicBezTo>
                    <a:pt x="651972" y="107804"/>
                    <a:pt x="667213" y="123672"/>
                    <a:pt x="667213" y="143253"/>
                  </a:cubicBezTo>
                  <a:lnTo>
                    <a:pt x="667213" y="288139"/>
                  </a:lnTo>
                  <a:cubicBezTo>
                    <a:pt x="667213" y="307711"/>
                    <a:pt x="651980" y="323588"/>
                    <a:pt x="633185" y="323588"/>
                  </a:cubicBezTo>
                  <a:cubicBezTo>
                    <a:pt x="614397" y="323588"/>
                    <a:pt x="599164" y="307719"/>
                    <a:pt x="599164" y="288139"/>
                  </a:cubicBezTo>
                  <a:lnTo>
                    <a:pt x="599164" y="143253"/>
                  </a:lnTo>
                  <a:cubicBezTo>
                    <a:pt x="599164" y="123672"/>
                    <a:pt x="614397" y="107804"/>
                    <a:pt x="633185" y="107804"/>
                  </a:cubicBezTo>
                  <a:close/>
                  <a:moveTo>
                    <a:pt x="285440" y="107804"/>
                  </a:moveTo>
                  <a:cubicBezTo>
                    <a:pt x="304228" y="107804"/>
                    <a:pt x="319469" y="123672"/>
                    <a:pt x="319469" y="143253"/>
                  </a:cubicBezTo>
                  <a:lnTo>
                    <a:pt x="319469" y="288139"/>
                  </a:lnTo>
                  <a:cubicBezTo>
                    <a:pt x="319469" y="307711"/>
                    <a:pt x="304236" y="323588"/>
                    <a:pt x="285440" y="323588"/>
                  </a:cubicBezTo>
                  <a:cubicBezTo>
                    <a:pt x="266653" y="323588"/>
                    <a:pt x="251420" y="307719"/>
                    <a:pt x="251420" y="288139"/>
                  </a:cubicBezTo>
                  <a:lnTo>
                    <a:pt x="251420" y="143253"/>
                  </a:lnTo>
                  <a:cubicBezTo>
                    <a:pt x="251420" y="123672"/>
                    <a:pt x="266653" y="107804"/>
                    <a:pt x="285440" y="107804"/>
                  </a:cubicBezTo>
                  <a:close/>
                  <a:moveTo>
                    <a:pt x="422383" y="86798"/>
                  </a:moveTo>
                  <a:cubicBezTo>
                    <a:pt x="416233" y="86798"/>
                    <a:pt x="411252" y="91774"/>
                    <a:pt x="411252" y="97917"/>
                  </a:cubicBezTo>
                  <a:lnTo>
                    <a:pt x="411252" y="245212"/>
                  </a:lnTo>
                  <a:cubicBezTo>
                    <a:pt x="411252" y="251355"/>
                    <a:pt x="416233" y="256330"/>
                    <a:pt x="422383" y="256330"/>
                  </a:cubicBezTo>
                  <a:lnTo>
                    <a:pt x="438760" y="256330"/>
                  </a:lnTo>
                  <a:cubicBezTo>
                    <a:pt x="459949" y="256330"/>
                    <a:pt x="477301" y="249181"/>
                    <a:pt x="490817" y="234874"/>
                  </a:cubicBezTo>
                  <a:cubicBezTo>
                    <a:pt x="504334" y="220583"/>
                    <a:pt x="511088" y="199546"/>
                    <a:pt x="511088" y="171770"/>
                  </a:cubicBezTo>
                  <a:cubicBezTo>
                    <a:pt x="511088" y="143993"/>
                    <a:pt x="504334" y="122545"/>
                    <a:pt x="490817" y="108246"/>
                  </a:cubicBezTo>
                  <a:cubicBezTo>
                    <a:pt x="477301" y="93956"/>
                    <a:pt x="459949" y="86798"/>
                    <a:pt x="438760" y="86798"/>
                  </a:cubicBezTo>
                  <a:close/>
                  <a:moveTo>
                    <a:pt x="377957" y="19540"/>
                  </a:moveTo>
                  <a:lnTo>
                    <a:pt x="435915" y="19540"/>
                  </a:lnTo>
                  <a:cubicBezTo>
                    <a:pt x="479123" y="19540"/>
                    <a:pt x="513804" y="33259"/>
                    <a:pt x="539966" y="60705"/>
                  </a:cubicBezTo>
                  <a:cubicBezTo>
                    <a:pt x="566135" y="88143"/>
                    <a:pt x="579208" y="125178"/>
                    <a:pt x="579208" y="171778"/>
                  </a:cubicBezTo>
                  <a:cubicBezTo>
                    <a:pt x="579208" y="218377"/>
                    <a:pt x="566135" y="255332"/>
                    <a:pt x="539966" y="282625"/>
                  </a:cubicBezTo>
                  <a:cubicBezTo>
                    <a:pt x="513804" y="309934"/>
                    <a:pt x="478986" y="323581"/>
                    <a:pt x="435512" y="323581"/>
                  </a:cubicBezTo>
                  <a:lnTo>
                    <a:pt x="435512" y="323589"/>
                  </a:lnTo>
                  <a:lnTo>
                    <a:pt x="377957" y="323589"/>
                  </a:lnTo>
                  <a:cubicBezTo>
                    <a:pt x="358509" y="323589"/>
                    <a:pt x="342728" y="306786"/>
                    <a:pt x="342728" y="286063"/>
                  </a:cubicBezTo>
                  <a:lnTo>
                    <a:pt x="342728" y="57074"/>
                  </a:lnTo>
                  <a:cubicBezTo>
                    <a:pt x="342728" y="36342"/>
                    <a:pt x="358501" y="19540"/>
                    <a:pt x="377957" y="19540"/>
                  </a:cubicBezTo>
                  <a:close/>
                  <a:moveTo>
                    <a:pt x="633184" y="19073"/>
                  </a:moveTo>
                  <a:cubicBezTo>
                    <a:pt x="651973" y="19073"/>
                    <a:pt x="667205" y="34234"/>
                    <a:pt x="667205" y="52937"/>
                  </a:cubicBezTo>
                  <a:cubicBezTo>
                    <a:pt x="667205" y="71638"/>
                    <a:pt x="651973" y="86799"/>
                    <a:pt x="633184" y="86799"/>
                  </a:cubicBezTo>
                  <a:cubicBezTo>
                    <a:pt x="614396" y="86799"/>
                    <a:pt x="599164" y="71638"/>
                    <a:pt x="599164" y="52937"/>
                  </a:cubicBezTo>
                  <a:cubicBezTo>
                    <a:pt x="599164" y="34234"/>
                    <a:pt x="614396" y="19073"/>
                    <a:pt x="633184" y="19073"/>
                  </a:cubicBezTo>
                  <a:close/>
                  <a:moveTo>
                    <a:pt x="285448" y="19073"/>
                  </a:moveTo>
                  <a:cubicBezTo>
                    <a:pt x="304237" y="19073"/>
                    <a:pt x="319468" y="34234"/>
                    <a:pt x="319468" y="52937"/>
                  </a:cubicBezTo>
                  <a:cubicBezTo>
                    <a:pt x="319468" y="71638"/>
                    <a:pt x="304237" y="86799"/>
                    <a:pt x="285448" y="86799"/>
                  </a:cubicBezTo>
                  <a:cubicBezTo>
                    <a:pt x="266660" y="86799"/>
                    <a:pt x="251428" y="71638"/>
                    <a:pt x="251428" y="52937"/>
                  </a:cubicBezTo>
                  <a:cubicBezTo>
                    <a:pt x="251428" y="34234"/>
                    <a:pt x="266660" y="19073"/>
                    <a:pt x="285448" y="19073"/>
                  </a:cubicBezTo>
                  <a:close/>
                  <a:moveTo>
                    <a:pt x="114566" y="0"/>
                  </a:moveTo>
                  <a:cubicBezTo>
                    <a:pt x="132975" y="0"/>
                    <a:pt x="149409" y="2552"/>
                    <a:pt x="163868" y="7672"/>
                  </a:cubicBezTo>
                  <a:cubicBezTo>
                    <a:pt x="178335" y="12785"/>
                    <a:pt x="189804" y="19580"/>
                    <a:pt x="198283" y="28034"/>
                  </a:cubicBezTo>
                  <a:cubicBezTo>
                    <a:pt x="202893" y="32647"/>
                    <a:pt x="205947" y="36109"/>
                    <a:pt x="208349" y="39216"/>
                  </a:cubicBezTo>
                  <a:cubicBezTo>
                    <a:pt x="210001" y="41125"/>
                    <a:pt x="211404" y="43210"/>
                    <a:pt x="212589" y="45456"/>
                  </a:cubicBezTo>
                  <a:cubicBezTo>
                    <a:pt x="212838" y="45875"/>
                    <a:pt x="213121" y="46293"/>
                    <a:pt x="213370" y="46720"/>
                  </a:cubicBezTo>
                  <a:lnTo>
                    <a:pt x="213330" y="46817"/>
                  </a:lnTo>
                  <a:cubicBezTo>
                    <a:pt x="215272" y="50995"/>
                    <a:pt x="216433" y="55616"/>
                    <a:pt x="216433" y="60528"/>
                  </a:cubicBezTo>
                  <a:cubicBezTo>
                    <a:pt x="216433" y="74166"/>
                    <a:pt x="208067" y="85840"/>
                    <a:pt x="196195" y="90759"/>
                  </a:cubicBezTo>
                  <a:lnTo>
                    <a:pt x="196195" y="90775"/>
                  </a:lnTo>
                  <a:cubicBezTo>
                    <a:pt x="196115" y="90800"/>
                    <a:pt x="196050" y="90808"/>
                    <a:pt x="195978" y="90824"/>
                  </a:cubicBezTo>
                  <a:cubicBezTo>
                    <a:pt x="192165" y="92378"/>
                    <a:pt x="188015" y="93255"/>
                    <a:pt x="183654" y="93255"/>
                  </a:cubicBezTo>
                  <a:cubicBezTo>
                    <a:pt x="175216" y="93255"/>
                    <a:pt x="167607" y="89986"/>
                    <a:pt x="161796" y="84753"/>
                  </a:cubicBezTo>
                  <a:cubicBezTo>
                    <a:pt x="160007" y="83304"/>
                    <a:pt x="158315" y="81718"/>
                    <a:pt x="156872" y="79818"/>
                  </a:cubicBezTo>
                  <a:cubicBezTo>
                    <a:pt x="155252" y="77684"/>
                    <a:pt x="153414" y="75599"/>
                    <a:pt x="151375" y="73562"/>
                  </a:cubicBezTo>
                  <a:cubicBezTo>
                    <a:pt x="143195" y="65390"/>
                    <a:pt x="130783" y="61300"/>
                    <a:pt x="114123" y="61300"/>
                  </a:cubicBezTo>
                  <a:cubicBezTo>
                    <a:pt x="101558" y="61300"/>
                    <a:pt x="91322" y="64585"/>
                    <a:pt x="83440" y="71155"/>
                  </a:cubicBezTo>
                  <a:cubicBezTo>
                    <a:pt x="75549" y="77709"/>
                    <a:pt x="71600" y="85534"/>
                    <a:pt x="71600" y="94575"/>
                  </a:cubicBezTo>
                  <a:cubicBezTo>
                    <a:pt x="71600" y="110629"/>
                    <a:pt x="81828" y="120556"/>
                    <a:pt x="102292" y="124348"/>
                  </a:cubicBezTo>
                  <a:lnTo>
                    <a:pt x="143928" y="132230"/>
                  </a:lnTo>
                  <a:cubicBezTo>
                    <a:pt x="172572" y="137488"/>
                    <a:pt x="194704" y="148654"/>
                    <a:pt x="210348" y="165739"/>
                  </a:cubicBezTo>
                  <a:lnTo>
                    <a:pt x="210348" y="165723"/>
                  </a:lnTo>
                  <a:cubicBezTo>
                    <a:pt x="225976" y="182799"/>
                    <a:pt x="233794" y="202717"/>
                    <a:pt x="233794" y="225493"/>
                  </a:cubicBezTo>
                  <a:cubicBezTo>
                    <a:pt x="233794" y="251466"/>
                    <a:pt x="223421" y="274307"/>
                    <a:pt x="202675" y="294016"/>
                  </a:cubicBezTo>
                  <a:cubicBezTo>
                    <a:pt x="181921" y="313725"/>
                    <a:pt x="154019" y="323579"/>
                    <a:pt x="118951" y="323579"/>
                  </a:cubicBezTo>
                  <a:cubicBezTo>
                    <a:pt x="79789" y="323579"/>
                    <a:pt x="49476" y="313427"/>
                    <a:pt x="27997" y="293138"/>
                  </a:cubicBezTo>
                  <a:cubicBezTo>
                    <a:pt x="17947" y="283654"/>
                    <a:pt x="9968" y="273566"/>
                    <a:pt x="4044" y="262899"/>
                  </a:cubicBezTo>
                  <a:cubicBezTo>
                    <a:pt x="-6216" y="244422"/>
                    <a:pt x="3931" y="221259"/>
                    <a:pt x="24491" y="216299"/>
                  </a:cubicBezTo>
                  <a:cubicBezTo>
                    <a:pt x="39821" y="212596"/>
                    <a:pt x="55175" y="220091"/>
                    <a:pt x="62984" y="233786"/>
                  </a:cubicBezTo>
                  <a:cubicBezTo>
                    <a:pt x="65781" y="238673"/>
                    <a:pt x="69311" y="243133"/>
                    <a:pt x="73575" y="247167"/>
                  </a:cubicBezTo>
                  <a:cubicBezTo>
                    <a:pt x="84238" y="257239"/>
                    <a:pt x="99664" y="262279"/>
                    <a:pt x="119821" y="262279"/>
                  </a:cubicBezTo>
                  <a:cubicBezTo>
                    <a:pt x="133265" y="262279"/>
                    <a:pt x="143928" y="259276"/>
                    <a:pt x="151818" y="253294"/>
                  </a:cubicBezTo>
                  <a:cubicBezTo>
                    <a:pt x="159717" y="247312"/>
                    <a:pt x="163658" y="239494"/>
                    <a:pt x="163658" y="229865"/>
                  </a:cubicBezTo>
                  <a:cubicBezTo>
                    <a:pt x="163658" y="221983"/>
                    <a:pt x="160741" y="215349"/>
                    <a:pt x="154889" y="209947"/>
                  </a:cubicBezTo>
                  <a:cubicBezTo>
                    <a:pt x="149038" y="204561"/>
                    <a:pt x="140865" y="200825"/>
                    <a:pt x="130347" y="198780"/>
                  </a:cubicBezTo>
                  <a:lnTo>
                    <a:pt x="87824" y="190906"/>
                  </a:lnTo>
                  <a:cubicBezTo>
                    <a:pt x="61526" y="185947"/>
                    <a:pt x="40844" y="175295"/>
                    <a:pt x="25797" y="158944"/>
                  </a:cubicBezTo>
                  <a:cubicBezTo>
                    <a:pt x="10749" y="142600"/>
                    <a:pt x="3222" y="122899"/>
                    <a:pt x="3222" y="99833"/>
                  </a:cubicBezTo>
                  <a:cubicBezTo>
                    <a:pt x="3222" y="71211"/>
                    <a:pt x="14183" y="47429"/>
                    <a:pt x="36105" y="28452"/>
                  </a:cubicBezTo>
                  <a:cubicBezTo>
                    <a:pt x="58020" y="9484"/>
                    <a:pt x="84173" y="0"/>
                    <a:pt x="114566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C18F9F1D-8C8A-474A-8C28-565B7B8373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117219" y="2409750"/>
            <a:ext cx="1596002" cy="324000"/>
          </a:xfrm>
          <a:custGeom>
            <a:avLst/>
            <a:gdLst>
              <a:gd name="connsiteX0" fmla="*/ 0 w 6241143"/>
              <a:gd name="connsiteY0" fmla="*/ 0 h 1266999"/>
              <a:gd name="connsiteX1" fmla="*/ 6241143 w 6241143"/>
              <a:gd name="connsiteY1" fmla="*/ 0 h 1266999"/>
              <a:gd name="connsiteX2" fmla="*/ 6241143 w 6241143"/>
              <a:gd name="connsiteY2" fmla="*/ 1266999 h 1266999"/>
              <a:gd name="connsiteX3" fmla="*/ 0 w 6241143"/>
              <a:gd name="connsiteY3" fmla="*/ 1266999 h 1266999"/>
              <a:gd name="connsiteX4" fmla="*/ 0 w 6241143"/>
              <a:gd name="connsiteY4" fmla="*/ 0 h 126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41143" h="1266999">
                <a:moveTo>
                  <a:pt x="0" y="0"/>
                </a:moveTo>
                <a:lnTo>
                  <a:pt x="6241143" y="0"/>
                </a:lnTo>
                <a:lnTo>
                  <a:pt x="6241143" y="1266999"/>
                </a:lnTo>
                <a:lnTo>
                  <a:pt x="0" y="126699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Google Shape;86;p17">
            <a:extLst>
              <a:ext uri="{FF2B5EF4-FFF2-40B4-BE49-F238E27FC236}">
                <a16:creationId xmlns:a16="http://schemas.microsoft.com/office/drawing/2014/main" id="{37614BE5-7C70-4242-BF27-BA332C5EA2D9}"/>
              </a:ext>
            </a:extLst>
          </p:cNvPr>
          <p:cNvSpPr txBox="1"/>
          <p:nvPr userDrawn="1"/>
        </p:nvSpPr>
        <p:spPr>
          <a:xfrm>
            <a:off x="473028" y="4465776"/>
            <a:ext cx="1842148" cy="22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Campinas  </a:t>
            </a:r>
            <a:r>
              <a:rPr lang="pt-BR" sz="100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  Manaus  </a:t>
            </a:r>
            <a:r>
              <a:rPr lang="pt-BR" sz="100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  Recife</a:t>
            </a:r>
          </a:p>
        </p:txBody>
      </p:sp>
      <p:sp>
        <p:nvSpPr>
          <p:cNvPr id="8" name="Google Shape;86;p17">
            <a:extLst>
              <a:ext uri="{FF2B5EF4-FFF2-40B4-BE49-F238E27FC236}">
                <a16:creationId xmlns:a16="http://schemas.microsoft.com/office/drawing/2014/main" id="{95042BF4-75E4-450F-8A34-BBBE08A38BF9}"/>
              </a:ext>
            </a:extLst>
          </p:cNvPr>
          <p:cNvSpPr txBox="1"/>
          <p:nvPr userDrawn="1"/>
        </p:nvSpPr>
        <p:spPr>
          <a:xfrm>
            <a:off x="473028" y="4694038"/>
            <a:ext cx="1842148" cy="22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pt-B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www.sidi.org.br </a:t>
            </a:r>
            <a:r>
              <a:rPr lang="pt-BR" sz="1000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@segueosidi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755ECFA-B12B-47C0-A04F-38D286D899AE}"/>
              </a:ext>
            </a:extLst>
          </p:cNvPr>
          <p:cNvSpPr/>
          <p:nvPr userDrawn="1"/>
        </p:nvSpPr>
        <p:spPr>
          <a:xfrm>
            <a:off x="5873930" y="-29028"/>
            <a:ext cx="3299098" cy="5201556"/>
          </a:xfrm>
          <a:custGeom>
            <a:avLst/>
            <a:gdLst>
              <a:gd name="connsiteX0" fmla="*/ 2055066 w 3299098"/>
              <a:gd name="connsiteY0" fmla="*/ 0 h 5201556"/>
              <a:gd name="connsiteX1" fmla="*/ 3285528 w 3299098"/>
              <a:gd name="connsiteY1" fmla="*/ 0 h 5201556"/>
              <a:gd name="connsiteX2" fmla="*/ 3299098 w 3299098"/>
              <a:gd name="connsiteY2" fmla="*/ 13373 h 5201556"/>
              <a:gd name="connsiteX3" fmla="*/ 3299098 w 3299098"/>
              <a:gd name="connsiteY3" fmla="*/ 1330268 h 5201556"/>
              <a:gd name="connsiteX4" fmla="*/ 3282024 w 3299098"/>
              <a:gd name="connsiteY4" fmla="*/ 1346940 h 5201556"/>
              <a:gd name="connsiteX5" fmla="*/ 2713332 w 3299098"/>
              <a:gd name="connsiteY5" fmla="*/ 1848834 h 5201556"/>
              <a:gd name="connsiteX6" fmla="*/ 3299098 w 3299098"/>
              <a:gd name="connsiteY6" fmla="*/ 2011975 h 5201556"/>
              <a:gd name="connsiteX7" fmla="*/ 3299098 w 3299098"/>
              <a:gd name="connsiteY7" fmla="*/ 4067547 h 5201556"/>
              <a:gd name="connsiteX8" fmla="*/ 2014152 w 3299098"/>
              <a:gd name="connsiteY8" fmla="*/ 5201556 h 5201556"/>
              <a:gd name="connsiteX9" fmla="*/ 775339 w 3299098"/>
              <a:gd name="connsiteY9" fmla="*/ 5201556 h 5201556"/>
              <a:gd name="connsiteX10" fmla="*/ 710643 w 3299098"/>
              <a:gd name="connsiteY10" fmla="*/ 5136991 h 5201556"/>
              <a:gd name="connsiteX11" fmla="*/ 783204 w 3299098"/>
              <a:gd name="connsiteY11" fmla="*/ 3858107 h 5201556"/>
              <a:gd name="connsiteX12" fmla="*/ 1355759 w 3299098"/>
              <a:gd name="connsiteY12" fmla="*/ 3352722 h 5201556"/>
              <a:gd name="connsiteX13" fmla="*/ 664483 w 3299098"/>
              <a:gd name="connsiteY13" fmla="*/ 3160152 h 5201556"/>
              <a:gd name="connsiteX14" fmla="*/ 8657 w 3299098"/>
              <a:gd name="connsiteY14" fmla="*/ 2165819 h 5201556"/>
              <a:gd name="connsiteX15" fmla="*/ 313033 w 3299098"/>
              <a:gd name="connsiteY15" fmla="*/ 1537374 h 5201556"/>
              <a:gd name="connsiteX16" fmla="*/ 2055066 w 3299098"/>
              <a:gd name="connsiteY16" fmla="*/ 0 h 5201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99098" h="5201556">
                <a:moveTo>
                  <a:pt x="2055066" y="0"/>
                </a:moveTo>
                <a:lnTo>
                  <a:pt x="3285528" y="0"/>
                </a:lnTo>
                <a:lnTo>
                  <a:pt x="3299098" y="13373"/>
                </a:lnTo>
                <a:lnTo>
                  <a:pt x="3299098" y="1330268"/>
                </a:lnTo>
                <a:lnTo>
                  <a:pt x="3282024" y="1346940"/>
                </a:lnTo>
                <a:lnTo>
                  <a:pt x="2713332" y="1848834"/>
                </a:lnTo>
                <a:lnTo>
                  <a:pt x="3299098" y="2011975"/>
                </a:lnTo>
                <a:lnTo>
                  <a:pt x="3299098" y="4067547"/>
                </a:lnTo>
                <a:lnTo>
                  <a:pt x="2014152" y="5201556"/>
                </a:lnTo>
                <a:lnTo>
                  <a:pt x="775339" y="5201556"/>
                </a:lnTo>
                <a:lnTo>
                  <a:pt x="710643" y="5136991"/>
                </a:lnTo>
                <a:cubicBezTo>
                  <a:pt x="372952" y="4764120"/>
                  <a:pt x="405488" y="4191461"/>
                  <a:pt x="783204" y="3858107"/>
                </a:cubicBezTo>
                <a:lnTo>
                  <a:pt x="1355759" y="3352722"/>
                </a:lnTo>
                <a:lnTo>
                  <a:pt x="664483" y="3160152"/>
                </a:lnTo>
                <a:cubicBezTo>
                  <a:pt x="218409" y="3035873"/>
                  <a:pt x="-52855" y="2606607"/>
                  <a:pt x="8657" y="2165819"/>
                </a:cubicBezTo>
                <a:cubicBezTo>
                  <a:pt x="20824" y="1933054"/>
                  <a:pt x="123074" y="1705000"/>
                  <a:pt x="313033" y="1537374"/>
                </a:cubicBezTo>
                <a:lnTo>
                  <a:pt x="2055066" y="0"/>
                </a:lnTo>
                <a:close/>
              </a:path>
            </a:pathLst>
          </a:custGeom>
          <a:noFill/>
          <a:ln w="3175" cap="flat">
            <a:solidFill>
              <a:srgbClr val="00ED3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6D8A991B-F1D4-4B49-BA3F-8AC0C79CB0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3075" y="1765300"/>
            <a:ext cx="5492295" cy="638175"/>
          </a:xfrm>
        </p:spPr>
        <p:txBody>
          <a:bodyPr anchor="ctr"/>
          <a:lstStyle>
            <a:lvl1pPr marL="0" indent="0">
              <a:buNone/>
              <a:defRPr sz="3600" b="0"/>
            </a:lvl1pPr>
          </a:lstStyle>
          <a:p>
            <a:pPr lvl="0"/>
            <a:r>
              <a:rPr lang="en-US" dirty="0"/>
              <a:t>Edit Master text styles</a:t>
            </a:r>
            <a:endParaRPr lang="pt-BR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73FCF329-306C-4368-A28E-5EEC842788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3075" y="2598738"/>
            <a:ext cx="5500688" cy="803231"/>
          </a:xfrm>
        </p:spPr>
        <p:txBody>
          <a:bodyPr/>
          <a:lstStyle>
            <a:lvl1pPr marL="0" indent="0">
              <a:buNone/>
              <a:defRPr sz="2000"/>
            </a:lvl1pPr>
            <a:lvl2pPr marL="0" indent="0"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None/>
              <a:defRPr sz="1200">
                <a:solidFill>
                  <a:schemeClr val="bg2"/>
                </a:solidFill>
              </a:defRPr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07342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ul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4E4E1-A7BE-EB4D-E5A2-77554B976D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949187"/>
            <a:ext cx="6858000" cy="179070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B1AC12-8C20-CFE2-04AF-39ECFD693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2808943"/>
            <a:ext cx="6858000" cy="12418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3A8F05-DB53-47B3-8F2F-58571AD8D40F}"/>
              </a:ext>
            </a:extLst>
          </p:cNvPr>
          <p:cNvGrpSpPr/>
          <p:nvPr userDrawn="1"/>
        </p:nvGrpSpPr>
        <p:grpSpPr>
          <a:xfrm>
            <a:off x="3881689" y="328899"/>
            <a:ext cx="1380690" cy="323589"/>
            <a:chOff x="3881689" y="514662"/>
            <a:chExt cx="1380690" cy="323589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465FE06-0515-4CF3-B639-5CA02154B892}"/>
                </a:ext>
              </a:extLst>
            </p:cNvPr>
            <p:cNvSpPr/>
            <p:nvPr/>
          </p:nvSpPr>
          <p:spPr>
            <a:xfrm>
              <a:off x="4615910" y="527367"/>
              <a:ext cx="646469" cy="310883"/>
            </a:xfrm>
            <a:custGeom>
              <a:avLst/>
              <a:gdLst>
                <a:gd name="connsiteX0" fmla="*/ 240324 w 646469"/>
                <a:gd name="connsiteY0" fmla="*/ 263132 h 310883"/>
                <a:gd name="connsiteX1" fmla="*/ 229194 w 646469"/>
                <a:gd name="connsiteY1" fmla="*/ 267496 h 310883"/>
                <a:gd name="connsiteX2" fmla="*/ 223093 w 646469"/>
                <a:gd name="connsiteY2" fmla="*/ 278017 h 310883"/>
                <a:gd name="connsiteX3" fmla="*/ 223084 w 646469"/>
                <a:gd name="connsiteY3" fmla="*/ 278018 h 310883"/>
                <a:gd name="connsiteX4" fmla="*/ 223093 w 646469"/>
                <a:gd name="connsiteY4" fmla="*/ 278018 h 310883"/>
                <a:gd name="connsiteX5" fmla="*/ 223093 w 646469"/>
                <a:gd name="connsiteY5" fmla="*/ 278017 h 310883"/>
                <a:gd name="connsiteX6" fmla="*/ 232555 w 646469"/>
                <a:gd name="connsiteY6" fmla="*/ 277221 h 310883"/>
                <a:gd name="connsiteX7" fmla="*/ 249851 w 646469"/>
                <a:gd name="connsiteY7" fmla="*/ 277253 h 310883"/>
                <a:gd name="connsiteX8" fmla="*/ 253631 w 646469"/>
                <a:gd name="connsiteY8" fmla="*/ 277398 h 310883"/>
                <a:gd name="connsiteX9" fmla="*/ 257411 w 646469"/>
                <a:gd name="connsiteY9" fmla="*/ 277720 h 310883"/>
                <a:gd name="connsiteX10" fmla="*/ 251350 w 646469"/>
                <a:gd name="connsiteY10" fmla="*/ 267262 h 310883"/>
                <a:gd name="connsiteX11" fmla="*/ 240324 w 646469"/>
                <a:gd name="connsiteY11" fmla="*/ 263132 h 310883"/>
                <a:gd name="connsiteX12" fmla="*/ 81298 w 646469"/>
                <a:gd name="connsiteY12" fmla="*/ 262850 h 310883"/>
                <a:gd name="connsiteX13" fmla="*/ 70168 w 646469"/>
                <a:gd name="connsiteY13" fmla="*/ 267214 h 310883"/>
                <a:gd name="connsiteX14" fmla="*/ 64067 w 646469"/>
                <a:gd name="connsiteY14" fmla="*/ 277736 h 310883"/>
                <a:gd name="connsiteX15" fmla="*/ 64059 w 646469"/>
                <a:gd name="connsiteY15" fmla="*/ 277744 h 310883"/>
                <a:gd name="connsiteX16" fmla="*/ 73529 w 646469"/>
                <a:gd name="connsiteY16" fmla="*/ 276947 h 310883"/>
                <a:gd name="connsiteX17" fmla="*/ 90825 w 646469"/>
                <a:gd name="connsiteY17" fmla="*/ 276979 h 310883"/>
                <a:gd name="connsiteX18" fmla="*/ 94605 w 646469"/>
                <a:gd name="connsiteY18" fmla="*/ 277124 h 310883"/>
                <a:gd name="connsiteX19" fmla="*/ 98385 w 646469"/>
                <a:gd name="connsiteY19" fmla="*/ 277446 h 310883"/>
                <a:gd name="connsiteX20" fmla="*/ 92324 w 646469"/>
                <a:gd name="connsiteY20" fmla="*/ 266988 h 310883"/>
                <a:gd name="connsiteX21" fmla="*/ 81298 w 646469"/>
                <a:gd name="connsiteY21" fmla="*/ 262850 h 310883"/>
                <a:gd name="connsiteX22" fmla="*/ 306197 w 646469"/>
                <a:gd name="connsiteY22" fmla="*/ 255105 h 310883"/>
                <a:gd name="connsiteX23" fmla="*/ 308527 w 646469"/>
                <a:gd name="connsiteY23" fmla="*/ 264879 h 310883"/>
                <a:gd name="connsiteX24" fmla="*/ 304706 w 646469"/>
                <a:gd name="connsiteY24" fmla="*/ 264331 h 310883"/>
                <a:gd name="connsiteX25" fmla="*/ 292963 w 646469"/>
                <a:gd name="connsiteY25" fmla="*/ 269146 h 310883"/>
                <a:gd name="connsiteX26" fmla="*/ 288506 w 646469"/>
                <a:gd name="connsiteY26" fmla="*/ 282929 h 310883"/>
                <a:gd name="connsiteX27" fmla="*/ 288458 w 646469"/>
                <a:gd name="connsiteY27" fmla="*/ 309884 h 310883"/>
                <a:gd name="connsiteX28" fmla="*/ 279075 w 646469"/>
                <a:gd name="connsiteY28" fmla="*/ 309868 h 310883"/>
                <a:gd name="connsiteX29" fmla="*/ 279075 w 646469"/>
                <a:gd name="connsiteY29" fmla="*/ 309860 h 310883"/>
                <a:gd name="connsiteX30" fmla="*/ 279172 w 646469"/>
                <a:gd name="connsiteY30" fmla="*/ 255596 h 310883"/>
                <a:gd name="connsiteX31" fmla="*/ 287862 w 646469"/>
                <a:gd name="connsiteY31" fmla="*/ 255612 h 310883"/>
                <a:gd name="connsiteX32" fmla="*/ 287845 w 646469"/>
                <a:gd name="connsiteY32" fmla="*/ 265563 h 310883"/>
                <a:gd name="connsiteX33" fmla="*/ 295244 w 646469"/>
                <a:gd name="connsiteY33" fmla="*/ 257931 h 310883"/>
                <a:gd name="connsiteX34" fmla="*/ 306197 w 646469"/>
                <a:gd name="connsiteY34" fmla="*/ 255105 h 310883"/>
                <a:gd name="connsiteX35" fmla="*/ 240340 w 646469"/>
                <a:gd name="connsiteY35" fmla="*/ 254445 h 310883"/>
                <a:gd name="connsiteX36" fmla="*/ 253542 w 646469"/>
                <a:gd name="connsiteY36" fmla="*/ 258044 h 310883"/>
                <a:gd name="connsiteX37" fmla="*/ 263085 w 646469"/>
                <a:gd name="connsiteY37" fmla="*/ 267689 h 310883"/>
                <a:gd name="connsiteX38" fmla="*/ 266623 w 646469"/>
                <a:gd name="connsiteY38" fmla="*/ 281440 h 310883"/>
                <a:gd name="connsiteX39" fmla="*/ 266623 w 646469"/>
                <a:gd name="connsiteY39" fmla="*/ 285417 h 310883"/>
                <a:gd name="connsiteX40" fmla="*/ 232555 w 646469"/>
                <a:gd name="connsiteY40" fmla="*/ 285361 h 310883"/>
                <a:gd name="connsiteX41" fmla="*/ 227953 w 646469"/>
                <a:gd name="connsiteY41" fmla="*/ 285176 h 310883"/>
                <a:gd name="connsiteX42" fmla="*/ 223350 w 646469"/>
                <a:gd name="connsiteY42" fmla="*/ 284628 h 310883"/>
                <a:gd name="connsiteX43" fmla="*/ 229629 w 646469"/>
                <a:gd name="connsiteY43" fmla="*/ 296761 h 310883"/>
                <a:gd name="connsiteX44" fmla="*/ 242347 w 646469"/>
                <a:gd name="connsiteY44" fmla="*/ 301664 h 310883"/>
                <a:gd name="connsiteX45" fmla="*/ 251559 w 646469"/>
                <a:gd name="connsiteY45" fmla="*/ 299329 h 310883"/>
                <a:gd name="connsiteX46" fmla="*/ 258434 w 646469"/>
                <a:gd name="connsiteY46" fmla="*/ 293098 h 310883"/>
                <a:gd name="connsiteX47" fmla="*/ 261021 w 646469"/>
                <a:gd name="connsiteY47" fmla="*/ 304224 h 310883"/>
                <a:gd name="connsiteX48" fmla="*/ 252454 w 646469"/>
                <a:gd name="connsiteY48" fmla="*/ 309136 h 310883"/>
                <a:gd name="connsiteX49" fmla="*/ 242242 w 646469"/>
                <a:gd name="connsiteY49" fmla="*/ 310883 h 310883"/>
                <a:gd name="connsiteX50" fmla="*/ 242234 w 646469"/>
                <a:gd name="connsiteY50" fmla="*/ 310883 h 310883"/>
                <a:gd name="connsiteX51" fmla="*/ 227598 w 646469"/>
                <a:gd name="connsiteY51" fmla="*/ 307058 h 310883"/>
                <a:gd name="connsiteX52" fmla="*/ 217451 w 646469"/>
                <a:gd name="connsiteY52" fmla="*/ 296689 h 310883"/>
                <a:gd name="connsiteX53" fmla="*/ 213784 w 646469"/>
                <a:gd name="connsiteY53" fmla="*/ 282076 h 310883"/>
                <a:gd name="connsiteX54" fmla="*/ 217370 w 646469"/>
                <a:gd name="connsiteY54" fmla="*/ 268107 h 310883"/>
                <a:gd name="connsiteX55" fmla="*/ 226993 w 646469"/>
                <a:gd name="connsiteY55" fmla="*/ 258132 h 310883"/>
                <a:gd name="connsiteX56" fmla="*/ 240340 w 646469"/>
                <a:gd name="connsiteY56" fmla="*/ 254445 h 310883"/>
                <a:gd name="connsiteX57" fmla="*/ 146131 w 646469"/>
                <a:gd name="connsiteY57" fmla="*/ 254292 h 310883"/>
                <a:gd name="connsiteX58" fmla="*/ 156423 w 646469"/>
                <a:gd name="connsiteY58" fmla="*/ 257158 h 310883"/>
                <a:gd name="connsiteX59" fmla="*/ 164096 w 646469"/>
                <a:gd name="connsiteY59" fmla="*/ 265402 h 310883"/>
                <a:gd name="connsiteX60" fmla="*/ 167029 w 646469"/>
                <a:gd name="connsiteY60" fmla="*/ 278477 h 310883"/>
                <a:gd name="connsiteX61" fmla="*/ 166973 w 646469"/>
                <a:gd name="connsiteY61" fmla="*/ 309675 h 310883"/>
                <a:gd name="connsiteX62" fmla="*/ 157583 w 646469"/>
                <a:gd name="connsiteY62" fmla="*/ 309659 h 310883"/>
                <a:gd name="connsiteX63" fmla="*/ 157632 w 646469"/>
                <a:gd name="connsiteY63" fmla="*/ 279814 h 310883"/>
                <a:gd name="connsiteX64" fmla="*/ 153957 w 646469"/>
                <a:gd name="connsiteY64" fmla="*/ 268454 h 310883"/>
                <a:gd name="connsiteX65" fmla="*/ 143584 w 646469"/>
                <a:gd name="connsiteY65" fmla="*/ 263510 h 310883"/>
                <a:gd name="connsiteX66" fmla="*/ 133799 w 646469"/>
                <a:gd name="connsiteY66" fmla="*/ 267608 h 310883"/>
                <a:gd name="connsiteX67" fmla="*/ 129479 w 646469"/>
                <a:gd name="connsiteY67" fmla="*/ 279492 h 310883"/>
                <a:gd name="connsiteX68" fmla="*/ 129431 w 646469"/>
                <a:gd name="connsiteY68" fmla="*/ 309611 h 310883"/>
                <a:gd name="connsiteX69" fmla="*/ 120049 w 646469"/>
                <a:gd name="connsiteY69" fmla="*/ 309595 h 310883"/>
                <a:gd name="connsiteX70" fmla="*/ 120049 w 646469"/>
                <a:gd name="connsiteY70" fmla="*/ 309586 h 310883"/>
                <a:gd name="connsiteX71" fmla="*/ 120146 w 646469"/>
                <a:gd name="connsiteY71" fmla="*/ 255322 h 310883"/>
                <a:gd name="connsiteX72" fmla="*/ 128834 w 646469"/>
                <a:gd name="connsiteY72" fmla="*/ 255339 h 310883"/>
                <a:gd name="connsiteX73" fmla="*/ 128818 w 646469"/>
                <a:gd name="connsiteY73" fmla="*/ 264114 h 310883"/>
                <a:gd name="connsiteX74" fmla="*/ 136266 w 646469"/>
                <a:gd name="connsiteY74" fmla="*/ 256804 h 310883"/>
                <a:gd name="connsiteX75" fmla="*/ 146131 w 646469"/>
                <a:gd name="connsiteY75" fmla="*/ 254292 h 310883"/>
                <a:gd name="connsiteX76" fmla="*/ 81306 w 646469"/>
                <a:gd name="connsiteY76" fmla="*/ 254171 h 310883"/>
                <a:gd name="connsiteX77" fmla="*/ 94508 w 646469"/>
                <a:gd name="connsiteY77" fmla="*/ 257770 h 310883"/>
                <a:gd name="connsiteX78" fmla="*/ 104051 w 646469"/>
                <a:gd name="connsiteY78" fmla="*/ 267415 h 310883"/>
                <a:gd name="connsiteX79" fmla="*/ 107589 w 646469"/>
                <a:gd name="connsiteY79" fmla="*/ 281166 h 310883"/>
                <a:gd name="connsiteX80" fmla="*/ 107589 w 646469"/>
                <a:gd name="connsiteY80" fmla="*/ 285143 h 310883"/>
                <a:gd name="connsiteX81" fmla="*/ 73521 w 646469"/>
                <a:gd name="connsiteY81" fmla="*/ 285087 h 310883"/>
                <a:gd name="connsiteX82" fmla="*/ 68918 w 646469"/>
                <a:gd name="connsiteY82" fmla="*/ 284902 h 310883"/>
                <a:gd name="connsiteX83" fmla="*/ 64316 w 646469"/>
                <a:gd name="connsiteY83" fmla="*/ 284354 h 310883"/>
                <a:gd name="connsiteX84" fmla="*/ 70595 w 646469"/>
                <a:gd name="connsiteY84" fmla="*/ 296487 h 310883"/>
                <a:gd name="connsiteX85" fmla="*/ 83321 w 646469"/>
                <a:gd name="connsiteY85" fmla="*/ 301390 h 310883"/>
                <a:gd name="connsiteX86" fmla="*/ 92533 w 646469"/>
                <a:gd name="connsiteY86" fmla="*/ 299055 h 310883"/>
                <a:gd name="connsiteX87" fmla="*/ 99408 w 646469"/>
                <a:gd name="connsiteY87" fmla="*/ 292824 h 310883"/>
                <a:gd name="connsiteX88" fmla="*/ 101996 w 646469"/>
                <a:gd name="connsiteY88" fmla="*/ 303950 h 310883"/>
                <a:gd name="connsiteX89" fmla="*/ 93428 w 646469"/>
                <a:gd name="connsiteY89" fmla="*/ 308862 h 310883"/>
                <a:gd name="connsiteX90" fmla="*/ 83216 w 646469"/>
                <a:gd name="connsiteY90" fmla="*/ 310609 h 310883"/>
                <a:gd name="connsiteX91" fmla="*/ 83200 w 646469"/>
                <a:gd name="connsiteY91" fmla="*/ 310609 h 310883"/>
                <a:gd name="connsiteX92" fmla="*/ 68564 w 646469"/>
                <a:gd name="connsiteY92" fmla="*/ 306784 h 310883"/>
                <a:gd name="connsiteX93" fmla="*/ 58417 w 646469"/>
                <a:gd name="connsiteY93" fmla="*/ 296415 h 310883"/>
                <a:gd name="connsiteX94" fmla="*/ 54750 w 646469"/>
                <a:gd name="connsiteY94" fmla="*/ 281802 h 310883"/>
                <a:gd name="connsiteX95" fmla="*/ 58336 w 646469"/>
                <a:gd name="connsiteY95" fmla="*/ 267833 h 310883"/>
                <a:gd name="connsiteX96" fmla="*/ 67959 w 646469"/>
                <a:gd name="connsiteY96" fmla="*/ 257858 h 310883"/>
                <a:gd name="connsiteX97" fmla="*/ 81306 w 646469"/>
                <a:gd name="connsiteY97" fmla="*/ 254171 h 310883"/>
                <a:gd name="connsiteX98" fmla="*/ 27685 w 646469"/>
                <a:gd name="connsiteY98" fmla="*/ 254083 h 310883"/>
                <a:gd name="connsiteX99" fmla="*/ 38283 w 646469"/>
                <a:gd name="connsiteY99" fmla="*/ 256184 h 310883"/>
                <a:gd name="connsiteX100" fmla="*/ 46963 w 646469"/>
                <a:gd name="connsiteY100" fmla="*/ 261715 h 310883"/>
                <a:gd name="connsiteX101" fmla="*/ 44078 w 646469"/>
                <a:gd name="connsiteY101" fmla="*/ 274009 h 310883"/>
                <a:gd name="connsiteX102" fmla="*/ 37534 w 646469"/>
                <a:gd name="connsiteY102" fmla="*/ 266401 h 310883"/>
                <a:gd name="connsiteX103" fmla="*/ 27588 w 646469"/>
                <a:gd name="connsiteY103" fmla="*/ 263309 h 310883"/>
                <a:gd name="connsiteX104" fmla="*/ 18416 w 646469"/>
                <a:gd name="connsiteY104" fmla="*/ 265870 h 310883"/>
                <a:gd name="connsiteX105" fmla="*/ 11847 w 646469"/>
                <a:gd name="connsiteY105" fmla="*/ 272729 h 310883"/>
                <a:gd name="connsiteX106" fmla="*/ 9397 w 646469"/>
                <a:gd name="connsiteY106" fmla="*/ 282270 h 310883"/>
                <a:gd name="connsiteX107" fmla="*/ 11815 w 646469"/>
                <a:gd name="connsiteY107" fmla="*/ 291770 h 310883"/>
                <a:gd name="connsiteX108" fmla="*/ 18368 w 646469"/>
                <a:gd name="connsiteY108" fmla="*/ 298702 h 310883"/>
                <a:gd name="connsiteX109" fmla="*/ 27531 w 646469"/>
                <a:gd name="connsiteY109" fmla="*/ 301294 h 310883"/>
                <a:gd name="connsiteX110" fmla="*/ 37485 w 646469"/>
                <a:gd name="connsiteY110" fmla="*/ 298323 h 310883"/>
                <a:gd name="connsiteX111" fmla="*/ 44062 w 646469"/>
                <a:gd name="connsiteY111" fmla="*/ 290651 h 310883"/>
                <a:gd name="connsiteX112" fmla="*/ 46907 w 646469"/>
                <a:gd name="connsiteY112" fmla="*/ 302953 h 310883"/>
                <a:gd name="connsiteX113" fmla="*/ 38211 w 646469"/>
                <a:gd name="connsiteY113" fmla="*/ 308452 h 310883"/>
                <a:gd name="connsiteX114" fmla="*/ 27604 w 646469"/>
                <a:gd name="connsiteY114" fmla="*/ 310513 h 310883"/>
                <a:gd name="connsiteX115" fmla="*/ 27588 w 646469"/>
                <a:gd name="connsiteY115" fmla="*/ 310513 h 310883"/>
                <a:gd name="connsiteX116" fmla="*/ 13693 w 646469"/>
                <a:gd name="connsiteY116" fmla="*/ 306688 h 310883"/>
                <a:gd name="connsiteX117" fmla="*/ 3715 w 646469"/>
                <a:gd name="connsiteY117" fmla="*/ 296456 h 310883"/>
                <a:gd name="connsiteX118" fmla="*/ 0 w 646469"/>
                <a:gd name="connsiteY118" fmla="*/ 282253 h 310883"/>
                <a:gd name="connsiteX119" fmla="*/ 3763 w 646469"/>
                <a:gd name="connsiteY119" fmla="*/ 268059 h 310883"/>
                <a:gd name="connsiteX120" fmla="*/ 13774 w 646469"/>
                <a:gd name="connsiteY120" fmla="*/ 257859 h 310883"/>
                <a:gd name="connsiteX121" fmla="*/ 27685 w 646469"/>
                <a:gd name="connsiteY121" fmla="*/ 254083 h 310883"/>
                <a:gd name="connsiteX122" fmla="*/ 187355 w 646469"/>
                <a:gd name="connsiteY122" fmla="*/ 237345 h 310883"/>
                <a:gd name="connsiteX123" fmla="*/ 196221 w 646469"/>
                <a:gd name="connsiteY123" fmla="*/ 237361 h 310883"/>
                <a:gd name="connsiteX124" fmla="*/ 196189 w 646469"/>
                <a:gd name="connsiteY124" fmla="*/ 255452 h 310883"/>
                <a:gd name="connsiteX125" fmla="*/ 209142 w 646469"/>
                <a:gd name="connsiteY125" fmla="*/ 255476 h 310883"/>
                <a:gd name="connsiteX126" fmla="*/ 209126 w 646469"/>
                <a:gd name="connsiteY126" fmla="*/ 263615 h 310883"/>
                <a:gd name="connsiteX127" fmla="*/ 196439 w 646469"/>
                <a:gd name="connsiteY127" fmla="*/ 263591 h 310883"/>
                <a:gd name="connsiteX128" fmla="*/ 196358 w 646469"/>
                <a:gd name="connsiteY128" fmla="*/ 309717 h 310883"/>
                <a:gd name="connsiteX129" fmla="*/ 186968 w 646469"/>
                <a:gd name="connsiteY129" fmla="*/ 309701 h 310883"/>
                <a:gd name="connsiteX130" fmla="*/ 186960 w 646469"/>
                <a:gd name="connsiteY130" fmla="*/ 309701 h 310883"/>
                <a:gd name="connsiteX131" fmla="*/ 187041 w 646469"/>
                <a:gd name="connsiteY131" fmla="*/ 263575 h 310883"/>
                <a:gd name="connsiteX132" fmla="*/ 175225 w 646469"/>
                <a:gd name="connsiteY132" fmla="*/ 263551 h 310883"/>
                <a:gd name="connsiteX133" fmla="*/ 175242 w 646469"/>
                <a:gd name="connsiteY133" fmla="*/ 255411 h 310883"/>
                <a:gd name="connsiteX134" fmla="*/ 187323 w 646469"/>
                <a:gd name="connsiteY134" fmla="*/ 255436 h 310883"/>
                <a:gd name="connsiteX135" fmla="*/ 424827 w 646469"/>
                <a:gd name="connsiteY135" fmla="*/ 157961 h 310883"/>
                <a:gd name="connsiteX136" fmla="*/ 415696 w 646469"/>
                <a:gd name="connsiteY136" fmla="*/ 160522 h 310883"/>
                <a:gd name="connsiteX137" fmla="*/ 409166 w 646469"/>
                <a:gd name="connsiteY137" fmla="*/ 167381 h 310883"/>
                <a:gd name="connsiteX138" fmla="*/ 406716 w 646469"/>
                <a:gd name="connsiteY138" fmla="*/ 176922 h 310883"/>
                <a:gd name="connsiteX139" fmla="*/ 409134 w 646469"/>
                <a:gd name="connsiteY139" fmla="*/ 186470 h 310883"/>
                <a:gd name="connsiteX140" fmla="*/ 415639 w 646469"/>
                <a:gd name="connsiteY140" fmla="*/ 193354 h 310883"/>
                <a:gd name="connsiteX141" fmla="*/ 424763 w 646469"/>
                <a:gd name="connsiteY141" fmla="*/ 195946 h 310883"/>
                <a:gd name="connsiteX142" fmla="*/ 433894 w 646469"/>
                <a:gd name="connsiteY142" fmla="*/ 193386 h 310883"/>
                <a:gd name="connsiteX143" fmla="*/ 440423 w 646469"/>
                <a:gd name="connsiteY143" fmla="*/ 186526 h 310883"/>
                <a:gd name="connsiteX144" fmla="*/ 442873 w 646469"/>
                <a:gd name="connsiteY144" fmla="*/ 176986 h 310883"/>
                <a:gd name="connsiteX145" fmla="*/ 440455 w 646469"/>
                <a:gd name="connsiteY145" fmla="*/ 167437 h 310883"/>
                <a:gd name="connsiteX146" fmla="*/ 433951 w 646469"/>
                <a:gd name="connsiteY146" fmla="*/ 160554 h 310883"/>
                <a:gd name="connsiteX147" fmla="*/ 424827 w 646469"/>
                <a:gd name="connsiteY147" fmla="*/ 157961 h 310883"/>
                <a:gd name="connsiteX148" fmla="*/ 293349 w 646469"/>
                <a:gd name="connsiteY148" fmla="*/ 157736 h 310883"/>
                <a:gd name="connsiteX149" fmla="*/ 284347 w 646469"/>
                <a:gd name="connsiteY149" fmla="*/ 160296 h 310883"/>
                <a:gd name="connsiteX150" fmla="*/ 277907 w 646469"/>
                <a:gd name="connsiteY150" fmla="*/ 167156 h 310883"/>
                <a:gd name="connsiteX151" fmla="*/ 275497 w 646469"/>
                <a:gd name="connsiteY151" fmla="*/ 176696 h 310883"/>
                <a:gd name="connsiteX152" fmla="*/ 277867 w 646469"/>
                <a:gd name="connsiteY152" fmla="*/ 186245 h 310883"/>
                <a:gd name="connsiteX153" fmla="*/ 284282 w 646469"/>
                <a:gd name="connsiteY153" fmla="*/ 193128 h 310883"/>
                <a:gd name="connsiteX154" fmla="*/ 293269 w 646469"/>
                <a:gd name="connsiteY154" fmla="*/ 195721 h 310883"/>
                <a:gd name="connsiteX155" fmla="*/ 293285 w 646469"/>
                <a:gd name="connsiteY155" fmla="*/ 195721 h 310883"/>
                <a:gd name="connsiteX156" fmla="*/ 302279 w 646469"/>
                <a:gd name="connsiteY156" fmla="*/ 193161 h 310883"/>
                <a:gd name="connsiteX157" fmla="*/ 308719 w 646469"/>
                <a:gd name="connsiteY157" fmla="*/ 186301 h 310883"/>
                <a:gd name="connsiteX158" fmla="*/ 311121 w 646469"/>
                <a:gd name="connsiteY158" fmla="*/ 176761 h 310883"/>
                <a:gd name="connsiteX159" fmla="*/ 308751 w 646469"/>
                <a:gd name="connsiteY159" fmla="*/ 167212 h 310883"/>
                <a:gd name="connsiteX160" fmla="*/ 302336 w 646469"/>
                <a:gd name="connsiteY160" fmla="*/ 160329 h 310883"/>
                <a:gd name="connsiteX161" fmla="*/ 293349 w 646469"/>
                <a:gd name="connsiteY161" fmla="*/ 157736 h 310883"/>
                <a:gd name="connsiteX162" fmla="*/ 178893 w 646469"/>
                <a:gd name="connsiteY162" fmla="*/ 157534 h 310883"/>
                <a:gd name="connsiteX163" fmla="*/ 169761 w 646469"/>
                <a:gd name="connsiteY163" fmla="*/ 160095 h 310883"/>
                <a:gd name="connsiteX164" fmla="*/ 163233 w 646469"/>
                <a:gd name="connsiteY164" fmla="*/ 166954 h 310883"/>
                <a:gd name="connsiteX165" fmla="*/ 160783 w 646469"/>
                <a:gd name="connsiteY165" fmla="*/ 176495 h 310883"/>
                <a:gd name="connsiteX166" fmla="*/ 163201 w 646469"/>
                <a:gd name="connsiteY166" fmla="*/ 186043 h 310883"/>
                <a:gd name="connsiteX167" fmla="*/ 169705 w 646469"/>
                <a:gd name="connsiteY167" fmla="*/ 192927 h 310883"/>
                <a:gd name="connsiteX168" fmla="*/ 178829 w 646469"/>
                <a:gd name="connsiteY168" fmla="*/ 195519 h 310883"/>
                <a:gd name="connsiteX169" fmla="*/ 187960 w 646469"/>
                <a:gd name="connsiteY169" fmla="*/ 192959 h 310883"/>
                <a:gd name="connsiteX170" fmla="*/ 194490 w 646469"/>
                <a:gd name="connsiteY170" fmla="*/ 186099 h 310883"/>
                <a:gd name="connsiteX171" fmla="*/ 196940 w 646469"/>
                <a:gd name="connsiteY171" fmla="*/ 176559 h 310883"/>
                <a:gd name="connsiteX172" fmla="*/ 194522 w 646469"/>
                <a:gd name="connsiteY172" fmla="*/ 167010 h 310883"/>
                <a:gd name="connsiteX173" fmla="*/ 188017 w 646469"/>
                <a:gd name="connsiteY173" fmla="*/ 160127 h 310883"/>
                <a:gd name="connsiteX174" fmla="*/ 178893 w 646469"/>
                <a:gd name="connsiteY174" fmla="*/ 157534 h 310883"/>
                <a:gd name="connsiteX175" fmla="*/ 374961 w 646469"/>
                <a:gd name="connsiteY175" fmla="*/ 149741 h 310883"/>
                <a:gd name="connsiteX176" fmla="*/ 384342 w 646469"/>
                <a:gd name="connsiteY176" fmla="*/ 149757 h 310883"/>
                <a:gd name="connsiteX177" fmla="*/ 384246 w 646469"/>
                <a:gd name="connsiteY177" fmla="*/ 204022 h 310883"/>
                <a:gd name="connsiteX178" fmla="*/ 374864 w 646469"/>
                <a:gd name="connsiteY178" fmla="*/ 204005 h 310883"/>
                <a:gd name="connsiteX179" fmla="*/ 210366 w 646469"/>
                <a:gd name="connsiteY179" fmla="*/ 149451 h 310883"/>
                <a:gd name="connsiteX180" fmla="*/ 221054 w 646469"/>
                <a:gd name="connsiteY180" fmla="*/ 149467 h 310883"/>
                <a:gd name="connsiteX181" fmla="*/ 231612 w 646469"/>
                <a:gd name="connsiteY181" fmla="*/ 173000 h 310883"/>
                <a:gd name="connsiteX182" fmla="*/ 234384 w 646469"/>
                <a:gd name="connsiteY182" fmla="*/ 179248 h 310883"/>
                <a:gd name="connsiteX183" fmla="*/ 236891 w 646469"/>
                <a:gd name="connsiteY183" fmla="*/ 186760 h 310883"/>
                <a:gd name="connsiteX184" fmla="*/ 239559 w 646469"/>
                <a:gd name="connsiteY184" fmla="*/ 179216 h 310883"/>
                <a:gd name="connsiteX185" fmla="*/ 242307 w 646469"/>
                <a:gd name="connsiteY185" fmla="*/ 173024 h 310883"/>
                <a:gd name="connsiteX186" fmla="*/ 253035 w 646469"/>
                <a:gd name="connsiteY186" fmla="*/ 149531 h 310883"/>
                <a:gd name="connsiteX187" fmla="*/ 263029 w 646469"/>
                <a:gd name="connsiteY187" fmla="*/ 149547 h 310883"/>
                <a:gd name="connsiteX188" fmla="*/ 236601 w 646469"/>
                <a:gd name="connsiteY188" fmla="*/ 206477 h 310883"/>
                <a:gd name="connsiteX189" fmla="*/ 3901 w 646469"/>
                <a:gd name="connsiteY189" fmla="*/ 149088 h 310883"/>
                <a:gd name="connsiteX190" fmla="*/ 13282 w 646469"/>
                <a:gd name="connsiteY190" fmla="*/ 149104 h 310883"/>
                <a:gd name="connsiteX191" fmla="*/ 13186 w 646469"/>
                <a:gd name="connsiteY191" fmla="*/ 203368 h 310883"/>
                <a:gd name="connsiteX192" fmla="*/ 3804 w 646469"/>
                <a:gd name="connsiteY192" fmla="*/ 203352 h 310883"/>
                <a:gd name="connsiteX193" fmla="*/ 292148 w 646469"/>
                <a:gd name="connsiteY193" fmla="*/ 148872 h 310883"/>
                <a:gd name="connsiteX194" fmla="*/ 302271 w 646469"/>
                <a:gd name="connsiteY194" fmla="*/ 150973 h 310883"/>
                <a:gd name="connsiteX195" fmla="*/ 310476 w 646469"/>
                <a:gd name="connsiteY195" fmla="*/ 156778 h 310883"/>
                <a:gd name="connsiteX196" fmla="*/ 310476 w 646469"/>
                <a:gd name="connsiteY196" fmla="*/ 149637 h 310883"/>
                <a:gd name="connsiteX197" fmla="*/ 319181 w 646469"/>
                <a:gd name="connsiteY197" fmla="*/ 149653 h 310883"/>
                <a:gd name="connsiteX198" fmla="*/ 319084 w 646469"/>
                <a:gd name="connsiteY198" fmla="*/ 203917 h 310883"/>
                <a:gd name="connsiteX199" fmla="*/ 310395 w 646469"/>
                <a:gd name="connsiteY199" fmla="*/ 203901 h 310883"/>
                <a:gd name="connsiteX200" fmla="*/ 310412 w 646469"/>
                <a:gd name="connsiteY200" fmla="*/ 196759 h 310883"/>
                <a:gd name="connsiteX201" fmla="*/ 302191 w 646469"/>
                <a:gd name="connsiteY201" fmla="*/ 202492 h 310883"/>
                <a:gd name="connsiteX202" fmla="*/ 292060 w 646469"/>
                <a:gd name="connsiteY202" fmla="*/ 204601 h 310883"/>
                <a:gd name="connsiteX203" fmla="*/ 292052 w 646469"/>
                <a:gd name="connsiteY203" fmla="*/ 204585 h 310883"/>
                <a:gd name="connsiteX204" fmla="*/ 279027 w 646469"/>
                <a:gd name="connsiteY204" fmla="*/ 200809 h 310883"/>
                <a:gd name="connsiteX205" fmla="*/ 269613 w 646469"/>
                <a:gd name="connsiteY205" fmla="*/ 190705 h 310883"/>
                <a:gd name="connsiteX206" fmla="*/ 266116 w 646469"/>
                <a:gd name="connsiteY206" fmla="*/ 176680 h 310883"/>
                <a:gd name="connsiteX207" fmla="*/ 269662 w 646469"/>
                <a:gd name="connsiteY207" fmla="*/ 162671 h 310883"/>
                <a:gd name="connsiteX208" fmla="*/ 279108 w 646469"/>
                <a:gd name="connsiteY208" fmla="*/ 152600 h 310883"/>
                <a:gd name="connsiteX209" fmla="*/ 292148 w 646469"/>
                <a:gd name="connsiteY209" fmla="*/ 148872 h 310883"/>
                <a:gd name="connsiteX210" fmla="*/ 491312 w 646469"/>
                <a:gd name="connsiteY210" fmla="*/ 148863 h 310883"/>
                <a:gd name="connsiteX211" fmla="*/ 501604 w 646469"/>
                <a:gd name="connsiteY211" fmla="*/ 151729 h 310883"/>
                <a:gd name="connsiteX212" fmla="*/ 509285 w 646469"/>
                <a:gd name="connsiteY212" fmla="*/ 159973 h 310883"/>
                <a:gd name="connsiteX213" fmla="*/ 512219 w 646469"/>
                <a:gd name="connsiteY213" fmla="*/ 173048 h 310883"/>
                <a:gd name="connsiteX214" fmla="*/ 512162 w 646469"/>
                <a:gd name="connsiteY214" fmla="*/ 204246 h 310883"/>
                <a:gd name="connsiteX215" fmla="*/ 502773 w 646469"/>
                <a:gd name="connsiteY215" fmla="*/ 204230 h 310883"/>
                <a:gd name="connsiteX216" fmla="*/ 502821 w 646469"/>
                <a:gd name="connsiteY216" fmla="*/ 174385 h 310883"/>
                <a:gd name="connsiteX217" fmla="*/ 499146 w 646469"/>
                <a:gd name="connsiteY217" fmla="*/ 163025 h 310883"/>
                <a:gd name="connsiteX218" fmla="*/ 488773 w 646469"/>
                <a:gd name="connsiteY218" fmla="*/ 158081 h 310883"/>
                <a:gd name="connsiteX219" fmla="*/ 478988 w 646469"/>
                <a:gd name="connsiteY219" fmla="*/ 162179 h 310883"/>
                <a:gd name="connsiteX220" fmla="*/ 474668 w 646469"/>
                <a:gd name="connsiteY220" fmla="*/ 174063 h 310883"/>
                <a:gd name="connsiteX221" fmla="*/ 474620 w 646469"/>
                <a:gd name="connsiteY221" fmla="*/ 204182 h 310883"/>
                <a:gd name="connsiteX222" fmla="*/ 465238 w 646469"/>
                <a:gd name="connsiteY222" fmla="*/ 204166 h 310883"/>
                <a:gd name="connsiteX223" fmla="*/ 465238 w 646469"/>
                <a:gd name="connsiteY223" fmla="*/ 204157 h 310883"/>
                <a:gd name="connsiteX224" fmla="*/ 465335 w 646469"/>
                <a:gd name="connsiteY224" fmla="*/ 149893 h 310883"/>
                <a:gd name="connsiteX225" fmla="*/ 474024 w 646469"/>
                <a:gd name="connsiteY225" fmla="*/ 149910 h 310883"/>
                <a:gd name="connsiteX226" fmla="*/ 474007 w 646469"/>
                <a:gd name="connsiteY226" fmla="*/ 158685 h 310883"/>
                <a:gd name="connsiteX227" fmla="*/ 481447 w 646469"/>
                <a:gd name="connsiteY227" fmla="*/ 151375 h 310883"/>
                <a:gd name="connsiteX228" fmla="*/ 491312 w 646469"/>
                <a:gd name="connsiteY228" fmla="*/ 148863 h 310883"/>
                <a:gd name="connsiteX229" fmla="*/ 424843 w 646469"/>
                <a:gd name="connsiteY229" fmla="*/ 148743 h 310883"/>
                <a:gd name="connsiteX230" fmla="*/ 438698 w 646469"/>
                <a:gd name="connsiteY230" fmla="*/ 152567 h 310883"/>
                <a:gd name="connsiteX231" fmla="*/ 448587 w 646469"/>
                <a:gd name="connsiteY231" fmla="*/ 162760 h 310883"/>
                <a:gd name="connsiteX232" fmla="*/ 452254 w 646469"/>
                <a:gd name="connsiteY232" fmla="*/ 177010 h 310883"/>
                <a:gd name="connsiteX233" fmla="*/ 448539 w 646469"/>
                <a:gd name="connsiteY233" fmla="*/ 191204 h 310883"/>
                <a:gd name="connsiteX234" fmla="*/ 438617 w 646469"/>
                <a:gd name="connsiteY234" fmla="*/ 201405 h 310883"/>
                <a:gd name="connsiteX235" fmla="*/ 424755 w 646469"/>
                <a:gd name="connsiteY235" fmla="*/ 205181 h 310883"/>
                <a:gd name="connsiteX236" fmla="*/ 424747 w 646469"/>
                <a:gd name="connsiteY236" fmla="*/ 205173 h 310883"/>
                <a:gd name="connsiteX237" fmla="*/ 410932 w 646469"/>
                <a:gd name="connsiteY237" fmla="*/ 201348 h 310883"/>
                <a:gd name="connsiteX238" fmla="*/ 401002 w 646469"/>
                <a:gd name="connsiteY238" fmla="*/ 191116 h 310883"/>
                <a:gd name="connsiteX239" fmla="*/ 397335 w 646469"/>
                <a:gd name="connsiteY239" fmla="*/ 176913 h 310883"/>
                <a:gd name="connsiteX240" fmla="*/ 401050 w 646469"/>
                <a:gd name="connsiteY240" fmla="*/ 162679 h 310883"/>
                <a:gd name="connsiteX241" fmla="*/ 411021 w 646469"/>
                <a:gd name="connsiteY241" fmla="*/ 152519 h 310883"/>
                <a:gd name="connsiteX242" fmla="*/ 424843 w 646469"/>
                <a:gd name="connsiteY242" fmla="*/ 148743 h 310883"/>
                <a:gd name="connsiteX243" fmla="*/ 178917 w 646469"/>
                <a:gd name="connsiteY243" fmla="*/ 148316 h 310883"/>
                <a:gd name="connsiteX244" fmla="*/ 192773 w 646469"/>
                <a:gd name="connsiteY244" fmla="*/ 152140 h 310883"/>
                <a:gd name="connsiteX245" fmla="*/ 202662 w 646469"/>
                <a:gd name="connsiteY245" fmla="*/ 162333 h 310883"/>
                <a:gd name="connsiteX246" fmla="*/ 206329 w 646469"/>
                <a:gd name="connsiteY246" fmla="*/ 176583 h 310883"/>
                <a:gd name="connsiteX247" fmla="*/ 202614 w 646469"/>
                <a:gd name="connsiteY247" fmla="*/ 190777 h 310883"/>
                <a:gd name="connsiteX248" fmla="*/ 192692 w 646469"/>
                <a:gd name="connsiteY248" fmla="*/ 200978 h 310883"/>
                <a:gd name="connsiteX249" fmla="*/ 178821 w 646469"/>
                <a:gd name="connsiteY249" fmla="*/ 204754 h 310883"/>
                <a:gd name="connsiteX250" fmla="*/ 178821 w 646469"/>
                <a:gd name="connsiteY250" fmla="*/ 204746 h 310883"/>
                <a:gd name="connsiteX251" fmla="*/ 165006 w 646469"/>
                <a:gd name="connsiteY251" fmla="*/ 200921 h 310883"/>
                <a:gd name="connsiteX252" fmla="*/ 155077 w 646469"/>
                <a:gd name="connsiteY252" fmla="*/ 190689 h 310883"/>
                <a:gd name="connsiteX253" fmla="*/ 151410 w 646469"/>
                <a:gd name="connsiteY253" fmla="*/ 176486 h 310883"/>
                <a:gd name="connsiteX254" fmla="*/ 155125 w 646469"/>
                <a:gd name="connsiteY254" fmla="*/ 162252 h 310883"/>
                <a:gd name="connsiteX255" fmla="*/ 165095 w 646469"/>
                <a:gd name="connsiteY255" fmla="*/ 152092 h 310883"/>
                <a:gd name="connsiteX256" fmla="*/ 178917 w 646469"/>
                <a:gd name="connsiteY256" fmla="*/ 148316 h 310883"/>
                <a:gd name="connsiteX257" fmla="*/ 118510 w 646469"/>
                <a:gd name="connsiteY257" fmla="*/ 148219 h 310883"/>
                <a:gd name="connsiteX258" fmla="*/ 128802 w 646469"/>
                <a:gd name="connsiteY258" fmla="*/ 151085 h 310883"/>
                <a:gd name="connsiteX259" fmla="*/ 136475 w 646469"/>
                <a:gd name="connsiteY259" fmla="*/ 159329 h 310883"/>
                <a:gd name="connsiteX260" fmla="*/ 139408 w 646469"/>
                <a:gd name="connsiteY260" fmla="*/ 172404 h 310883"/>
                <a:gd name="connsiteX261" fmla="*/ 139352 w 646469"/>
                <a:gd name="connsiteY261" fmla="*/ 203602 h 310883"/>
                <a:gd name="connsiteX262" fmla="*/ 129962 w 646469"/>
                <a:gd name="connsiteY262" fmla="*/ 203586 h 310883"/>
                <a:gd name="connsiteX263" fmla="*/ 130011 w 646469"/>
                <a:gd name="connsiteY263" fmla="*/ 173741 h 310883"/>
                <a:gd name="connsiteX264" fmla="*/ 126336 w 646469"/>
                <a:gd name="connsiteY264" fmla="*/ 162381 h 310883"/>
                <a:gd name="connsiteX265" fmla="*/ 115963 w 646469"/>
                <a:gd name="connsiteY265" fmla="*/ 157437 h 310883"/>
                <a:gd name="connsiteX266" fmla="*/ 106178 w 646469"/>
                <a:gd name="connsiteY266" fmla="*/ 161535 h 310883"/>
                <a:gd name="connsiteX267" fmla="*/ 101858 w 646469"/>
                <a:gd name="connsiteY267" fmla="*/ 173419 h 310883"/>
                <a:gd name="connsiteX268" fmla="*/ 101810 w 646469"/>
                <a:gd name="connsiteY268" fmla="*/ 203538 h 310883"/>
                <a:gd name="connsiteX269" fmla="*/ 92428 w 646469"/>
                <a:gd name="connsiteY269" fmla="*/ 203522 h 310883"/>
                <a:gd name="connsiteX270" fmla="*/ 92437 w 646469"/>
                <a:gd name="connsiteY270" fmla="*/ 203513 h 310883"/>
                <a:gd name="connsiteX271" fmla="*/ 92533 w 646469"/>
                <a:gd name="connsiteY271" fmla="*/ 149249 h 310883"/>
                <a:gd name="connsiteX272" fmla="*/ 101222 w 646469"/>
                <a:gd name="connsiteY272" fmla="*/ 149266 h 310883"/>
                <a:gd name="connsiteX273" fmla="*/ 101206 w 646469"/>
                <a:gd name="connsiteY273" fmla="*/ 158041 h 310883"/>
                <a:gd name="connsiteX274" fmla="*/ 108645 w 646469"/>
                <a:gd name="connsiteY274" fmla="*/ 150731 h 310883"/>
                <a:gd name="connsiteX275" fmla="*/ 118510 w 646469"/>
                <a:gd name="connsiteY275" fmla="*/ 148219 h 310883"/>
                <a:gd name="connsiteX276" fmla="*/ 55951 w 646469"/>
                <a:gd name="connsiteY276" fmla="*/ 148107 h 310883"/>
                <a:gd name="connsiteX277" fmla="*/ 66243 w 646469"/>
                <a:gd name="connsiteY277" fmla="*/ 150973 h 310883"/>
                <a:gd name="connsiteX278" fmla="*/ 73916 w 646469"/>
                <a:gd name="connsiteY278" fmla="*/ 159217 h 310883"/>
                <a:gd name="connsiteX279" fmla="*/ 76850 w 646469"/>
                <a:gd name="connsiteY279" fmla="*/ 172292 h 310883"/>
                <a:gd name="connsiteX280" fmla="*/ 76793 w 646469"/>
                <a:gd name="connsiteY280" fmla="*/ 203490 h 310883"/>
                <a:gd name="connsiteX281" fmla="*/ 67412 w 646469"/>
                <a:gd name="connsiteY281" fmla="*/ 203474 h 310883"/>
                <a:gd name="connsiteX282" fmla="*/ 67460 w 646469"/>
                <a:gd name="connsiteY282" fmla="*/ 173629 h 310883"/>
                <a:gd name="connsiteX283" fmla="*/ 63785 w 646469"/>
                <a:gd name="connsiteY283" fmla="*/ 162269 h 310883"/>
                <a:gd name="connsiteX284" fmla="*/ 53412 w 646469"/>
                <a:gd name="connsiteY284" fmla="*/ 157325 h 310883"/>
                <a:gd name="connsiteX285" fmla="*/ 43627 w 646469"/>
                <a:gd name="connsiteY285" fmla="*/ 161423 h 310883"/>
                <a:gd name="connsiteX286" fmla="*/ 39307 w 646469"/>
                <a:gd name="connsiteY286" fmla="*/ 173307 h 310883"/>
                <a:gd name="connsiteX287" fmla="*/ 39259 w 646469"/>
                <a:gd name="connsiteY287" fmla="*/ 203426 h 310883"/>
                <a:gd name="connsiteX288" fmla="*/ 29878 w 646469"/>
                <a:gd name="connsiteY288" fmla="*/ 203410 h 310883"/>
                <a:gd name="connsiteX289" fmla="*/ 29869 w 646469"/>
                <a:gd name="connsiteY289" fmla="*/ 203401 h 310883"/>
                <a:gd name="connsiteX290" fmla="*/ 29966 w 646469"/>
                <a:gd name="connsiteY290" fmla="*/ 149137 h 310883"/>
                <a:gd name="connsiteX291" fmla="*/ 38655 w 646469"/>
                <a:gd name="connsiteY291" fmla="*/ 149154 h 310883"/>
                <a:gd name="connsiteX292" fmla="*/ 38638 w 646469"/>
                <a:gd name="connsiteY292" fmla="*/ 157929 h 310883"/>
                <a:gd name="connsiteX293" fmla="*/ 46086 w 646469"/>
                <a:gd name="connsiteY293" fmla="*/ 150619 h 310883"/>
                <a:gd name="connsiteX294" fmla="*/ 55951 w 646469"/>
                <a:gd name="connsiteY294" fmla="*/ 148107 h 310883"/>
                <a:gd name="connsiteX295" fmla="*/ 8604 w 646469"/>
                <a:gd name="connsiteY295" fmla="*/ 139328 h 310883"/>
                <a:gd name="connsiteX296" fmla="*/ 8608 w 646469"/>
                <a:gd name="connsiteY296" fmla="*/ 139330 h 310883"/>
                <a:gd name="connsiteX297" fmla="*/ 8600 w 646469"/>
                <a:gd name="connsiteY297" fmla="*/ 139330 h 310883"/>
                <a:gd name="connsiteX298" fmla="*/ 342240 w 646469"/>
                <a:gd name="connsiteY298" fmla="*/ 131586 h 310883"/>
                <a:gd name="connsiteX299" fmla="*/ 351106 w 646469"/>
                <a:gd name="connsiteY299" fmla="*/ 131602 h 310883"/>
                <a:gd name="connsiteX300" fmla="*/ 351074 w 646469"/>
                <a:gd name="connsiteY300" fmla="*/ 149693 h 310883"/>
                <a:gd name="connsiteX301" fmla="*/ 364026 w 646469"/>
                <a:gd name="connsiteY301" fmla="*/ 149717 h 310883"/>
                <a:gd name="connsiteX302" fmla="*/ 364010 w 646469"/>
                <a:gd name="connsiteY302" fmla="*/ 157856 h 310883"/>
                <a:gd name="connsiteX303" fmla="*/ 351324 w 646469"/>
                <a:gd name="connsiteY303" fmla="*/ 157832 h 310883"/>
                <a:gd name="connsiteX304" fmla="*/ 351243 w 646469"/>
                <a:gd name="connsiteY304" fmla="*/ 203958 h 310883"/>
                <a:gd name="connsiteX305" fmla="*/ 341861 w 646469"/>
                <a:gd name="connsiteY305" fmla="*/ 203942 h 310883"/>
                <a:gd name="connsiteX306" fmla="*/ 341845 w 646469"/>
                <a:gd name="connsiteY306" fmla="*/ 203942 h 310883"/>
                <a:gd name="connsiteX307" fmla="*/ 341926 w 646469"/>
                <a:gd name="connsiteY307" fmla="*/ 157816 h 310883"/>
                <a:gd name="connsiteX308" fmla="*/ 330109 w 646469"/>
                <a:gd name="connsiteY308" fmla="*/ 157792 h 310883"/>
                <a:gd name="connsiteX309" fmla="*/ 330126 w 646469"/>
                <a:gd name="connsiteY309" fmla="*/ 149652 h 310883"/>
                <a:gd name="connsiteX310" fmla="*/ 342208 w 646469"/>
                <a:gd name="connsiteY310" fmla="*/ 149677 h 310883"/>
                <a:gd name="connsiteX311" fmla="*/ 379692 w 646469"/>
                <a:gd name="connsiteY311" fmla="*/ 126957 h 310883"/>
                <a:gd name="connsiteX312" fmla="*/ 384165 w 646469"/>
                <a:gd name="connsiteY312" fmla="*/ 128817 h 310883"/>
                <a:gd name="connsiteX313" fmla="*/ 385938 w 646469"/>
                <a:gd name="connsiteY313" fmla="*/ 133478 h 310883"/>
                <a:gd name="connsiteX314" fmla="*/ 384149 w 646469"/>
                <a:gd name="connsiteY314" fmla="*/ 138083 h 310883"/>
                <a:gd name="connsiteX315" fmla="*/ 379668 w 646469"/>
                <a:gd name="connsiteY315" fmla="*/ 139975 h 310883"/>
                <a:gd name="connsiteX316" fmla="*/ 375243 w 646469"/>
                <a:gd name="connsiteY316" fmla="*/ 138067 h 310883"/>
                <a:gd name="connsiteX317" fmla="*/ 373430 w 646469"/>
                <a:gd name="connsiteY317" fmla="*/ 133454 h 310883"/>
                <a:gd name="connsiteX318" fmla="*/ 375259 w 646469"/>
                <a:gd name="connsiteY318" fmla="*/ 128801 h 310883"/>
                <a:gd name="connsiteX319" fmla="*/ 379692 w 646469"/>
                <a:gd name="connsiteY319" fmla="*/ 126957 h 310883"/>
                <a:gd name="connsiteX320" fmla="*/ 8624 w 646469"/>
                <a:gd name="connsiteY320" fmla="*/ 126312 h 310883"/>
                <a:gd name="connsiteX321" fmla="*/ 13097 w 646469"/>
                <a:gd name="connsiteY321" fmla="*/ 128172 h 310883"/>
                <a:gd name="connsiteX322" fmla="*/ 14870 w 646469"/>
                <a:gd name="connsiteY322" fmla="*/ 132833 h 310883"/>
                <a:gd name="connsiteX323" fmla="*/ 13081 w 646469"/>
                <a:gd name="connsiteY323" fmla="*/ 137438 h 310883"/>
                <a:gd name="connsiteX324" fmla="*/ 8604 w 646469"/>
                <a:gd name="connsiteY324" fmla="*/ 139328 h 310883"/>
                <a:gd name="connsiteX325" fmla="*/ 4175 w 646469"/>
                <a:gd name="connsiteY325" fmla="*/ 137422 h 310883"/>
                <a:gd name="connsiteX326" fmla="*/ 2362 w 646469"/>
                <a:gd name="connsiteY326" fmla="*/ 132809 h 310883"/>
                <a:gd name="connsiteX327" fmla="*/ 4191 w 646469"/>
                <a:gd name="connsiteY327" fmla="*/ 128156 h 310883"/>
                <a:gd name="connsiteX328" fmla="*/ 8624 w 646469"/>
                <a:gd name="connsiteY328" fmla="*/ 126312 h 310883"/>
                <a:gd name="connsiteX329" fmla="*/ 613585 w 646469"/>
                <a:gd name="connsiteY329" fmla="*/ 54650 h 310883"/>
                <a:gd name="connsiteX330" fmla="*/ 610289 w 646469"/>
                <a:gd name="connsiteY330" fmla="*/ 57138 h 310883"/>
                <a:gd name="connsiteX331" fmla="*/ 607170 w 646469"/>
                <a:gd name="connsiteY331" fmla="*/ 61228 h 310883"/>
                <a:gd name="connsiteX332" fmla="*/ 605832 w 646469"/>
                <a:gd name="connsiteY332" fmla="*/ 67291 h 310883"/>
                <a:gd name="connsiteX333" fmla="*/ 609394 w 646469"/>
                <a:gd name="connsiteY333" fmla="*/ 76904 h 310883"/>
                <a:gd name="connsiteX334" fmla="*/ 619469 w 646469"/>
                <a:gd name="connsiteY334" fmla="*/ 81018 h 310883"/>
                <a:gd name="connsiteX335" fmla="*/ 619477 w 646469"/>
                <a:gd name="connsiteY335" fmla="*/ 81018 h 310883"/>
                <a:gd name="connsiteX336" fmla="*/ 624732 w 646469"/>
                <a:gd name="connsiteY336" fmla="*/ 80132 h 310883"/>
                <a:gd name="connsiteX337" fmla="*/ 629568 w 646469"/>
                <a:gd name="connsiteY337" fmla="*/ 77830 h 310883"/>
                <a:gd name="connsiteX338" fmla="*/ 290947 w 646469"/>
                <a:gd name="connsiteY338" fmla="*/ 40875 h 310883"/>
                <a:gd name="connsiteX339" fmla="*/ 281952 w 646469"/>
                <a:gd name="connsiteY339" fmla="*/ 43435 h 310883"/>
                <a:gd name="connsiteX340" fmla="*/ 275512 w 646469"/>
                <a:gd name="connsiteY340" fmla="*/ 50295 h 310883"/>
                <a:gd name="connsiteX341" fmla="*/ 273102 w 646469"/>
                <a:gd name="connsiteY341" fmla="*/ 59835 h 310883"/>
                <a:gd name="connsiteX342" fmla="*/ 275472 w 646469"/>
                <a:gd name="connsiteY342" fmla="*/ 69384 h 310883"/>
                <a:gd name="connsiteX343" fmla="*/ 281887 w 646469"/>
                <a:gd name="connsiteY343" fmla="*/ 76268 h 310883"/>
                <a:gd name="connsiteX344" fmla="*/ 290870 w 646469"/>
                <a:gd name="connsiteY344" fmla="*/ 78859 h 310883"/>
                <a:gd name="connsiteX345" fmla="*/ 290866 w 646469"/>
                <a:gd name="connsiteY345" fmla="*/ 78861 h 310883"/>
                <a:gd name="connsiteX346" fmla="*/ 290874 w 646469"/>
                <a:gd name="connsiteY346" fmla="*/ 78861 h 310883"/>
                <a:gd name="connsiteX347" fmla="*/ 290870 w 646469"/>
                <a:gd name="connsiteY347" fmla="*/ 78859 h 310883"/>
                <a:gd name="connsiteX348" fmla="*/ 299869 w 646469"/>
                <a:gd name="connsiteY348" fmla="*/ 76301 h 310883"/>
                <a:gd name="connsiteX349" fmla="*/ 306308 w 646469"/>
                <a:gd name="connsiteY349" fmla="*/ 69440 h 310883"/>
                <a:gd name="connsiteX350" fmla="*/ 308718 w 646469"/>
                <a:gd name="connsiteY350" fmla="*/ 59900 h 310883"/>
                <a:gd name="connsiteX351" fmla="*/ 306349 w 646469"/>
                <a:gd name="connsiteY351" fmla="*/ 50351 h 310883"/>
                <a:gd name="connsiteX352" fmla="*/ 299933 w 646469"/>
                <a:gd name="connsiteY352" fmla="*/ 43468 h 310883"/>
                <a:gd name="connsiteX353" fmla="*/ 290947 w 646469"/>
                <a:gd name="connsiteY353" fmla="*/ 40875 h 310883"/>
                <a:gd name="connsiteX354" fmla="*/ 535301 w 646469"/>
                <a:gd name="connsiteY354" fmla="*/ 40754 h 310883"/>
                <a:gd name="connsiteX355" fmla="*/ 524171 w 646469"/>
                <a:gd name="connsiteY355" fmla="*/ 45118 h 310883"/>
                <a:gd name="connsiteX356" fmla="*/ 518070 w 646469"/>
                <a:gd name="connsiteY356" fmla="*/ 55640 h 310883"/>
                <a:gd name="connsiteX357" fmla="*/ 518061 w 646469"/>
                <a:gd name="connsiteY357" fmla="*/ 55648 h 310883"/>
                <a:gd name="connsiteX358" fmla="*/ 527532 w 646469"/>
                <a:gd name="connsiteY358" fmla="*/ 54851 h 310883"/>
                <a:gd name="connsiteX359" fmla="*/ 544828 w 646469"/>
                <a:gd name="connsiteY359" fmla="*/ 54883 h 310883"/>
                <a:gd name="connsiteX360" fmla="*/ 548608 w 646469"/>
                <a:gd name="connsiteY360" fmla="*/ 55028 h 310883"/>
                <a:gd name="connsiteX361" fmla="*/ 552388 w 646469"/>
                <a:gd name="connsiteY361" fmla="*/ 55350 h 310883"/>
                <a:gd name="connsiteX362" fmla="*/ 546327 w 646469"/>
                <a:gd name="connsiteY362" fmla="*/ 44892 h 310883"/>
                <a:gd name="connsiteX363" fmla="*/ 535301 w 646469"/>
                <a:gd name="connsiteY363" fmla="*/ 40754 h 310883"/>
                <a:gd name="connsiteX364" fmla="*/ 356287 w 646469"/>
                <a:gd name="connsiteY364" fmla="*/ 40448 h 310883"/>
                <a:gd name="connsiteX365" fmla="*/ 345157 w 646469"/>
                <a:gd name="connsiteY365" fmla="*/ 44812 h 310883"/>
                <a:gd name="connsiteX366" fmla="*/ 339056 w 646469"/>
                <a:gd name="connsiteY366" fmla="*/ 55334 h 310883"/>
                <a:gd name="connsiteX367" fmla="*/ 348526 w 646469"/>
                <a:gd name="connsiteY367" fmla="*/ 54537 h 310883"/>
                <a:gd name="connsiteX368" fmla="*/ 365822 w 646469"/>
                <a:gd name="connsiteY368" fmla="*/ 54569 h 310883"/>
                <a:gd name="connsiteX369" fmla="*/ 369602 w 646469"/>
                <a:gd name="connsiteY369" fmla="*/ 54714 h 310883"/>
                <a:gd name="connsiteX370" fmla="*/ 373382 w 646469"/>
                <a:gd name="connsiteY370" fmla="*/ 55036 h 310883"/>
                <a:gd name="connsiteX371" fmla="*/ 367313 w 646469"/>
                <a:gd name="connsiteY371" fmla="*/ 44578 h 310883"/>
                <a:gd name="connsiteX372" fmla="*/ 356287 w 646469"/>
                <a:gd name="connsiteY372" fmla="*/ 40448 h 310883"/>
                <a:gd name="connsiteX373" fmla="*/ 150345 w 646469"/>
                <a:gd name="connsiteY373" fmla="*/ 40086 h 310883"/>
                <a:gd name="connsiteX374" fmla="*/ 139215 w 646469"/>
                <a:gd name="connsiteY374" fmla="*/ 44450 h 310883"/>
                <a:gd name="connsiteX375" fmla="*/ 133114 w 646469"/>
                <a:gd name="connsiteY375" fmla="*/ 54972 h 310883"/>
                <a:gd name="connsiteX376" fmla="*/ 133106 w 646469"/>
                <a:gd name="connsiteY376" fmla="*/ 54980 h 310883"/>
                <a:gd name="connsiteX377" fmla="*/ 142576 w 646469"/>
                <a:gd name="connsiteY377" fmla="*/ 54183 h 310883"/>
                <a:gd name="connsiteX378" fmla="*/ 159872 w 646469"/>
                <a:gd name="connsiteY378" fmla="*/ 54215 h 310883"/>
                <a:gd name="connsiteX379" fmla="*/ 163652 w 646469"/>
                <a:gd name="connsiteY379" fmla="*/ 54360 h 310883"/>
                <a:gd name="connsiteX380" fmla="*/ 167432 w 646469"/>
                <a:gd name="connsiteY380" fmla="*/ 54682 h 310883"/>
                <a:gd name="connsiteX381" fmla="*/ 161371 w 646469"/>
                <a:gd name="connsiteY381" fmla="*/ 44224 h 310883"/>
                <a:gd name="connsiteX382" fmla="*/ 150345 w 646469"/>
                <a:gd name="connsiteY382" fmla="*/ 40086 h 310883"/>
                <a:gd name="connsiteX383" fmla="*/ 241332 w 646469"/>
                <a:gd name="connsiteY383" fmla="*/ 32646 h 310883"/>
                <a:gd name="connsiteX384" fmla="*/ 250713 w 646469"/>
                <a:gd name="connsiteY384" fmla="*/ 32662 h 310883"/>
                <a:gd name="connsiteX385" fmla="*/ 250617 w 646469"/>
                <a:gd name="connsiteY385" fmla="*/ 86926 h 310883"/>
                <a:gd name="connsiteX386" fmla="*/ 241235 w 646469"/>
                <a:gd name="connsiteY386" fmla="*/ 86910 h 310883"/>
                <a:gd name="connsiteX387" fmla="*/ 4094 w 646469"/>
                <a:gd name="connsiteY387" fmla="*/ 32236 h 310883"/>
                <a:gd name="connsiteX388" fmla="*/ 13475 w 646469"/>
                <a:gd name="connsiteY388" fmla="*/ 32252 h 310883"/>
                <a:gd name="connsiteX389" fmla="*/ 13379 w 646469"/>
                <a:gd name="connsiteY389" fmla="*/ 86516 h 310883"/>
                <a:gd name="connsiteX390" fmla="*/ 3997 w 646469"/>
                <a:gd name="connsiteY390" fmla="*/ 86500 h 310883"/>
                <a:gd name="connsiteX391" fmla="*/ 535317 w 646469"/>
                <a:gd name="connsiteY391" fmla="*/ 32075 h 310883"/>
                <a:gd name="connsiteX392" fmla="*/ 548519 w 646469"/>
                <a:gd name="connsiteY392" fmla="*/ 35674 h 310883"/>
                <a:gd name="connsiteX393" fmla="*/ 558062 w 646469"/>
                <a:gd name="connsiteY393" fmla="*/ 45319 h 310883"/>
                <a:gd name="connsiteX394" fmla="*/ 561600 w 646469"/>
                <a:gd name="connsiteY394" fmla="*/ 59070 h 310883"/>
                <a:gd name="connsiteX395" fmla="*/ 561600 w 646469"/>
                <a:gd name="connsiteY395" fmla="*/ 63047 h 310883"/>
                <a:gd name="connsiteX396" fmla="*/ 527532 w 646469"/>
                <a:gd name="connsiteY396" fmla="*/ 62991 h 310883"/>
                <a:gd name="connsiteX397" fmla="*/ 522930 w 646469"/>
                <a:gd name="connsiteY397" fmla="*/ 62806 h 310883"/>
                <a:gd name="connsiteX398" fmla="*/ 518327 w 646469"/>
                <a:gd name="connsiteY398" fmla="*/ 62258 h 310883"/>
                <a:gd name="connsiteX399" fmla="*/ 524606 w 646469"/>
                <a:gd name="connsiteY399" fmla="*/ 74391 h 310883"/>
                <a:gd name="connsiteX400" fmla="*/ 537324 w 646469"/>
                <a:gd name="connsiteY400" fmla="*/ 79294 h 310883"/>
                <a:gd name="connsiteX401" fmla="*/ 546536 w 646469"/>
                <a:gd name="connsiteY401" fmla="*/ 76959 h 310883"/>
                <a:gd name="connsiteX402" fmla="*/ 553411 w 646469"/>
                <a:gd name="connsiteY402" fmla="*/ 70728 h 310883"/>
                <a:gd name="connsiteX403" fmla="*/ 555998 w 646469"/>
                <a:gd name="connsiteY403" fmla="*/ 81854 h 310883"/>
                <a:gd name="connsiteX404" fmla="*/ 547431 w 646469"/>
                <a:gd name="connsiteY404" fmla="*/ 86766 h 310883"/>
                <a:gd name="connsiteX405" fmla="*/ 537219 w 646469"/>
                <a:gd name="connsiteY405" fmla="*/ 88513 h 310883"/>
                <a:gd name="connsiteX406" fmla="*/ 537211 w 646469"/>
                <a:gd name="connsiteY406" fmla="*/ 88513 h 310883"/>
                <a:gd name="connsiteX407" fmla="*/ 522575 w 646469"/>
                <a:gd name="connsiteY407" fmla="*/ 84688 h 310883"/>
                <a:gd name="connsiteX408" fmla="*/ 512428 w 646469"/>
                <a:gd name="connsiteY408" fmla="*/ 74319 h 310883"/>
                <a:gd name="connsiteX409" fmla="*/ 508761 w 646469"/>
                <a:gd name="connsiteY409" fmla="*/ 59706 h 310883"/>
                <a:gd name="connsiteX410" fmla="*/ 512347 w 646469"/>
                <a:gd name="connsiteY410" fmla="*/ 45737 h 310883"/>
                <a:gd name="connsiteX411" fmla="*/ 521970 w 646469"/>
                <a:gd name="connsiteY411" fmla="*/ 35762 h 310883"/>
                <a:gd name="connsiteX412" fmla="*/ 535317 w 646469"/>
                <a:gd name="connsiteY412" fmla="*/ 32075 h 310883"/>
                <a:gd name="connsiteX413" fmla="*/ 289705 w 646469"/>
                <a:gd name="connsiteY413" fmla="*/ 32011 h 310883"/>
                <a:gd name="connsiteX414" fmla="*/ 299828 w 646469"/>
                <a:gd name="connsiteY414" fmla="*/ 34112 h 310883"/>
                <a:gd name="connsiteX415" fmla="*/ 308033 w 646469"/>
                <a:gd name="connsiteY415" fmla="*/ 39917 h 310883"/>
                <a:gd name="connsiteX416" fmla="*/ 308049 w 646469"/>
                <a:gd name="connsiteY416" fmla="*/ 32776 h 310883"/>
                <a:gd name="connsiteX417" fmla="*/ 316738 w 646469"/>
                <a:gd name="connsiteY417" fmla="*/ 32792 h 310883"/>
                <a:gd name="connsiteX418" fmla="*/ 316641 w 646469"/>
                <a:gd name="connsiteY418" fmla="*/ 87057 h 310883"/>
                <a:gd name="connsiteX419" fmla="*/ 312659 w 646469"/>
                <a:gd name="connsiteY419" fmla="*/ 102241 h 310883"/>
                <a:gd name="connsiteX420" fmla="*/ 302254 w 646469"/>
                <a:gd name="connsiteY420" fmla="*/ 111902 h 310883"/>
                <a:gd name="connsiteX421" fmla="*/ 288343 w 646469"/>
                <a:gd name="connsiteY421" fmla="*/ 115227 h 310883"/>
                <a:gd name="connsiteX422" fmla="*/ 288367 w 646469"/>
                <a:gd name="connsiteY422" fmla="*/ 115211 h 310883"/>
                <a:gd name="connsiteX423" fmla="*/ 277463 w 646469"/>
                <a:gd name="connsiteY423" fmla="*/ 113384 h 310883"/>
                <a:gd name="connsiteX424" fmla="*/ 268734 w 646469"/>
                <a:gd name="connsiteY424" fmla="*/ 108392 h 310883"/>
                <a:gd name="connsiteX425" fmla="*/ 271362 w 646469"/>
                <a:gd name="connsiteY425" fmla="*/ 97362 h 310883"/>
                <a:gd name="connsiteX426" fmla="*/ 278301 w 646469"/>
                <a:gd name="connsiteY426" fmla="*/ 103706 h 310883"/>
                <a:gd name="connsiteX427" fmla="*/ 288287 w 646469"/>
                <a:gd name="connsiteY427" fmla="*/ 106162 h 310883"/>
                <a:gd name="connsiteX428" fmla="*/ 302504 w 646469"/>
                <a:gd name="connsiteY428" fmla="*/ 100671 h 310883"/>
                <a:gd name="connsiteX429" fmla="*/ 307961 w 646469"/>
                <a:gd name="connsiteY429" fmla="*/ 86485 h 310883"/>
                <a:gd name="connsiteX430" fmla="*/ 307961 w 646469"/>
                <a:gd name="connsiteY430" fmla="*/ 79883 h 310883"/>
                <a:gd name="connsiteX431" fmla="*/ 299748 w 646469"/>
                <a:gd name="connsiteY431" fmla="*/ 85616 h 310883"/>
                <a:gd name="connsiteX432" fmla="*/ 289617 w 646469"/>
                <a:gd name="connsiteY432" fmla="*/ 87725 h 310883"/>
                <a:gd name="connsiteX433" fmla="*/ 276584 w 646469"/>
                <a:gd name="connsiteY433" fmla="*/ 83949 h 310883"/>
                <a:gd name="connsiteX434" fmla="*/ 267170 w 646469"/>
                <a:gd name="connsiteY434" fmla="*/ 73844 h 310883"/>
                <a:gd name="connsiteX435" fmla="*/ 263673 w 646469"/>
                <a:gd name="connsiteY435" fmla="*/ 59819 h 310883"/>
                <a:gd name="connsiteX436" fmla="*/ 267219 w 646469"/>
                <a:gd name="connsiteY436" fmla="*/ 45810 h 310883"/>
                <a:gd name="connsiteX437" fmla="*/ 276665 w 646469"/>
                <a:gd name="connsiteY437" fmla="*/ 35738 h 310883"/>
                <a:gd name="connsiteX438" fmla="*/ 289705 w 646469"/>
                <a:gd name="connsiteY438" fmla="*/ 32011 h 310883"/>
                <a:gd name="connsiteX439" fmla="*/ 481696 w 646469"/>
                <a:gd name="connsiteY439" fmla="*/ 31986 h 310883"/>
                <a:gd name="connsiteX440" fmla="*/ 492294 w 646469"/>
                <a:gd name="connsiteY440" fmla="*/ 34087 h 310883"/>
                <a:gd name="connsiteX441" fmla="*/ 500974 w 646469"/>
                <a:gd name="connsiteY441" fmla="*/ 39618 h 310883"/>
                <a:gd name="connsiteX442" fmla="*/ 498089 w 646469"/>
                <a:gd name="connsiteY442" fmla="*/ 51912 h 310883"/>
                <a:gd name="connsiteX443" fmla="*/ 491545 w 646469"/>
                <a:gd name="connsiteY443" fmla="*/ 44304 h 310883"/>
                <a:gd name="connsiteX444" fmla="*/ 481599 w 646469"/>
                <a:gd name="connsiteY444" fmla="*/ 41212 h 310883"/>
                <a:gd name="connsiteX445" fmla="*/ 472427 w 646469"/>
                <a:gd name="connsiteY445" fmla="*/ 43773 h 310883"/>
                <a:gd name="connsiteX446" fmla="*/ 465850 w 646469"/>
                <a:gd name="connsiteY446" fmla="*/ 50632 h 310883"/>
                <a:gd name="connsiteX447" fmla="*/ 463400 w 646469"/>
                <a:gd name="connsiteY447" fmla="*/ 60173 h 310883"/>
                <a:gd name="connsiteX448" fmla="*/ 465818 w 646469"/>
                <a:gd name="connsiteY448" fmla="*/ 69673 h 310883"/>
                <a:gd name="connsiteX449" fmla="*/ 472370 w 646469"/>
                <a:gd name="connsiteY449" fmla="*/ 76605 h 310883"/>
                <a:gd name="connsiteX450" fmla="*/ 481534 w 646469"/>
                <a:gd name="connsiteY450" fmla="*/ 79197 h 310883"/>
                <a:gd name="connsiteX451" fmla="*/ 491488 w 646469"/>
                <a:gd name="connsiteY451" fmla="*/ 76226 h 310883"/>
                <a:gd name="connsiteX452" fmla="*/ 498065 w 646469"/>
                <a:gd name="connsiteY452" fmla="*/ 68554 h 310883"/>
                <a:gd name="connsiteX453" fmla="*/ 500910 w 646469"/>
                <a:gd name="connsiteY453" fmla="*/ 80856 h 310883"/>
                <a:gd name="connsiteX454" fmla="*/ 492213 w 646469"/>
                <a:gd name="connsiteY454" fmla="*/ 86355 h 310883"/>
                <a:gd name="connsiteX455" fmla="*/ 481607 w 646469"/>
                <a:gd name="connsiteY455" fmla="*/ 88416 h 310883"/>
                <a:gd name="connsiteX456" fmla="*/ 481599 w 646469"/>
                <a:gd name="connsiteY456" fmla="*/ 88416 h 310883"/>
                <a:gd name="connsiteX457" fmla="*/ 467704 w 646469"/>
                <a:gd name="connsiteY457" fmla="*/ 84591 h 310883"/>
                <a:gd name="connsiteX458" fmla="*/ 457726 w 646469"/>
                <a:gd name="connsiteY458" fmla="*/ 74359 h 310883"/>
                <a:gd name="connsiteX459" fmla="*/ 454011 w 646469"/>
                <a:gd name="connsiteY459" fmla="*/ 60156 h 310883"/>
                <a:gd name="connsiteX460" fmla="*/ 457774 w 646469"/>
                <a:gd name="connsiteY460" fmla="*/ 45962 h 310883"/>
                <a:gd name="connsiteX461" fmla="*/ 467785 w 646469"/>
                <a:gd name="connsiteY461" fmla="*/ 35762 h 310883"/>
                <a:gd name="connsiteX462" fmla="*/ 481696 w 646469"/>
                <a:gd name="connsiteY462" fmla="*/ 31986 h 310883"/>
                <a:gd name="connsiteX463" fmla="*/ 421128 w 646469"/>
                <a:gd name="connsiteY463" fmla="*/ 31882 h 310883"/>
                <a:gd name="connsiteX464" fmla="*/ 431420 w 646469"/>
                <a:gd name="connsiteY464" fmla="*/ 34748 h 310883"/>
                <a:gd name="connsiteX465" fmla="*/ 439093 w 646469"/>
                <a:gd name="connsiteY465" fmla="*/ 42992 h 310883"/>
                <a:gd name="connsiteX466" fmla="*/ 442027 w 646469"/>
                <a:gd name="connsiteY466" fmla="*/ 56067 h 310883"/>
                <a:gd name="connsiteX467" fmla="*/ 441970 w 646469"/>
                <a:gd name="connsiteY467" fmla="*/ 87265 h 310883"/>
                <a:gd name="connsiteX468" fmla="*/ 432580 w 646469"/>
                <a:gd name="connsiteY468" fmla="*/ 87249 h 310883"/>
                <a:gd name="connsiteX469" fmla="*/ 432629 w 646469"/>
                <a:gd name="connsiteY469" fmla="*/ 57404 h 310883"/>
                <a:gd name="connsiteX470" fmla="*/ 428954 w 646469"/>
                <a:gd name="connsiteY470" fmla="*/ 46044 h 310883"/>
                <a:gd name="connsiteX471" fmla="*/ 418581 w 646469"/>
                <a:gd name="connsiteY471" fmla="*/ 41100 h 310883"/>
                <a:gd name="connsiteX472" fmla="*/ 408796 w 646469"/>
                <a:gd name="connsiteY472" fmla="*/ 45198 h 310883"/>
                <a:gd name="connsiteX473" fmla="*/ 404476 w 646469"/>
                <a:gd name="connsiteY473" fmla="*/ 57082 h 310883"/>
                <a:gd name="connsiteX474" fmla="*/ 404428 w 646469"/>
                <a:gd name="connsiteY474" fmla="*/ 87201 h 310883"/>
                <a:gd name="connsiteX475" fmla="*/ 395046 w 646469"/>
                <a:gd name="connsiteY475" fmla="*/ 87185 h 310883"/>
                <a:gd name="connsiteX476" fmla="*/ 395046 w 646469"/>
                <a:gd name="connsiteY476" fmla="*/ 87176 h 310883"/>
                <a:gd name="connsiteX477" fmla="*/ 395143 w 646469"/>
                <a:gd name="connsiteY477" fmla="*/ 32912 h 310883"/>
                <a:gd name="connsiteX478" fmla="*/ 403832 w 646469"/>
                <a:gd name="connsiteY478" fmla="*/ 32929 h 310883"/>
                <a:gd name="connsiteX479" fmla="*/ 403815 w 646469"/>
                <a:gd name="connsiteY479" fmla="*/ 41704 h 310883"/>
                <a:gd name="connsiteX480" fmla="*/ 411263 w 646469"/>
                <a:gd name="connsiteY480" fmla="*/ 34394 h 310883"/>
                <a:gd name="connsiteX481" fmla="*/ 421128 w 646469"/>
                <a:gd name="connsiteY481" fmla="*/ 31882 h 310883"/>
                <a:gd name="connsiteX482" fmla="*/ 356303 w 646469"/>
                <a:gd name="connsiteY482" fmla="*/ 31761 h 310883"/>
                <a:gd name="connsiteX483" fmla="*/ 369505 w 646469"/>
                <a:gd name="connsiteY483" fmla="*/ 35360 h 310883"/>
                <a:gd name="connsiteX484" fmla="*/ 379048 w 646469"/>
                <a:gd name="connsiteY484" fmla="*/ 45005 h 310883"/>
                <a:gd name="connsiteX485" fmla="*/ 382586 w 646469"/>
                <a:gd name="connsiteY485" fmla="*/ 58756 h 310883"/>
                <a:gd name="connsiteX486" fmla="*/ 382586 w 646469"/>
                <a:gd name="connsiteY486" fmla="*/ 62733 h 310883"/>
                <a:gd name="connsiteX487" fmla="*/ 348518 w 646469"/>
                <a:gd name="connsiteY487" fmla="*/ 62677 h 310883"/>
                <a:gd name="connsiteX488" fmla="*/ 343915 w 646469"/>
                <a:gd name="connsiteY488" fmla="*/ 62492 h 310883"/>
                <a:gd name="connsiteX489" fmla="*/ 339313 w 646469"/>
                <a:gd name="connsiteY489" fmla="*/ 61944 h 310883"/>
                <a:gd name="connsiteX490" fmla="*/ 345592 w 646469"/>
                <a:gd name="connsiteY490" fmla="*/ 74077 h 310883"/>
                <a:gd name="connsiteX491" fmla="*/ 358318 w 646469"/>
                <a:gd name="connsiteY491" fmla="*/ 78980 h 310883"/>
                <a:gd name="connsiteX492" fmla="*/ 367530 w 646469"/>
                <a:gd name="connsiteY492" fmla="*/ 76645 h 310883"/>
                <a:gd name="connsiteX493" fmla="*/ 374405 w 646469"/>
                <a:gd name="connsiteY493" fmla="*/ 70414 h 310883"/>
                <a:gd name="connsiteX494" fmla="*/ 376992 w 646469"/>
                <a:gd name="connsiteY494" fmla="*/ 81540 h 310883"/>
                <a:gd name="connsiteX495" fmla="*/ 368425 w 646469"/>
                <a:gd name="connsiteY495" fmla="*/ 86452 h 310883"/>
                <a:gd name="connsiteX496" fmla="*/ 358213 w 646469"/>
                <a:gd name="connsiteY496" fmla="*/ 88199 h 310883"/>
                <a:gd name="connsiteX497" fmla="*/ 358197 w 646469"/>
                <a:gd name="connsiteY497" fmla="*/ 88199 h 310883"/>
                <a:gd name="connsiteX498" fmla="*/ 343561 w 646469"/>
                <a:gd name="connsiteY498" fmla="*/ 84374 h 310883"/>
                <a:gd name="connsiteX499" fmla="*/ 333414 w 646469"/>
                <a:gd name="connsiteY499" fmla="*/ 74005 h 310883"/>
                <a:gd name="connsiteX500" fmla="*/ 329747 w 646469"/>
                <a:gd name="connsiteY500" fmla="*/ 59392 h 310883"/>
                <a:gd name="connsiteX501" fmla="*/ 333333 w 646469"/>
                <a:gd name="connsiteY501" fmla="*/ 45423 h 310883"/>
                <a:gd name="connsiteX502" fmla="*/ 342956 w 646469"/>
                <a:gd name="connsiteY502" fmla="*/ 35448 h 310883"/>
                <a:gd name="connsiteX503" fmla="*/ 356303 w 646469"/>
                <a:gd name="connsiteY503" fmla="*/ 31761 h 310883"/>
                <a:gd name="connsiteX504" fmla="*/ 150353 w 646469"/>
                <a:gd name="connsiteY504" fmla="*/ 31407 h 310883"/>
                <a:gd name="connsiteX505" fmla="*/ 163555 w 646469"/>
                <a:gd name="connsiteY505" fmla="*/ 35006 h 310883"/>
                <a:gd name="connsiteX506" fmla="*/ 173098 w 646469"/>
                <a:gd name="connsiteY506" fmla="*/ 44651 h 310883"/>
                <a:gd name="connsiteX507" fmla="*/ 176636 w 646469"/>
                <a:gd name="connsiteY507" fmla="*/ 58402 h 310883"/>
                <a:gd name="connsiteX508" fmla="*/ 176636 w 646469"/>
                <a:gd name="connsiteY508" fmla="*/ 62379 h 310883"/>
                <a:gd name="connsiteX509" fmla="*/ 142568 w 646469"/>
                <a:gd name="connsiteY509" fmla="*/ 62323 h 310883"/>
                <a:gd name="connsiteX510" fmla="*/ 137966 w 646469"/>
                <a:gd name="connsiteY510" fmla="*/ 62138 h 310883"/>
                <a:gd name="connsiteX511" fmla="*/ 133363 w 646469"/>
                <a:gd name="connsiteY511" fmla="*/ 61590 h 310883"/>
                <a:gd name="connsiteX512" fmla="*/ 139642 w 646469"/>
                <a:gd name="connsiteY512" fmla="*/ 73723 h 310883"/>
                <a:gd name="connsiteX513" fmla="*/ 152360 w 646469"/>
                <a:gd name="connsiteY513" fmla="*/ 78626 h 310883"/>
                <a:gd name="connsiteX514" fmla="*/ 161572 w 646469"/>
                <a:gd name="connsiteY514" fmla="*/ 76291 h 310883"/>
                <a:gd name="connsiteX515" fmla="*/ 168447 w 646469"/>
                <a:gd name="connsiteY515" fmla="*/ 70060 h 310883"/>
                <a:gd name="connsiteX516" fmla="*/ 171034 w 646469"/>
                <a:gd name="connsiteY516" fmla="*/ 81186 h 310883"/>
                <a:gd name="connsiteX517" fmla="*/ 162467 w 646469"/>
                <a:gd name="connsiteY517" fmla="*/ 86098 h 310883"/>
                <a:gd name="connsiteX518" fmla="*/ 152255 w 646469"/>
                <a:gd name="connsiteY518" fmla="*/ 87845 h 310883"/>
                <a:gd name="connsiteX519" fmla="*/ 152247 w 646469"/>
                <a:gd name="connsiteY519" fmla="*/ 87845 h 310883"/>
                <a:gd name="connsiteX520" fmla="*/ 137611 w 646469"/>
                <a:gd name="connsiteY520" fmla="*/ 84020 h 310883"/>
                <a:gd name="connsiteX521" fmla="*/ 127464 w 646469"/>
                <a:gd name="connsiteY521" fmla="*/ 73651 h 310883"/>
                <a:gd name="connsiteX522" fmla="*/ 123797 w 646469"/>
                <a:gd name="connsiteY522" fmla="*/ 59038 h 310883"/>
                <a:gd name="connsiteX523" fmla="*/ 127383 w 646469"/>
                <a:gd name="connsiteY523" fmla="*/ 45069 h 310883"/>
                <a:gd name="connsiteX524" fmla="*/ 137006 w 646469"/>
                <a:gd name="connsiteY524" fmla="*/ 35094 h 310883"/>
                <a:gd name="connsiteX525" fmla="*/ 150353 w 646469"/>
                <a:gd name="connsiteY525" fmla="*/ 31407 h 310883"/>
                <a:gd name="connsiteX526" fmla="*/ 56144 w 646469"/>
                <a:gd name="connsiteY526" fmla="*/ 31254 h 310883"/>
                <a:gd name="connsiteX527" fmla="*/ 66436 w 646469"/>
                <a:gd name="connsiteY527" fmla="*/ 34120 h 310883"/>
                <a:gd name="connsiteX528" fmla="*/ 74117 w 646469"/>
                <a:gd name="connsiteY528" fmla="*/ 42364 h 310883"/>
                <a:gd name="connsiteX529" fmla="*/ 77051 w 646469"/>
                <a:gd name="connsiteY529" fmla="*/ 55439 h 310883"/>
                <a:gd name="connsiteX530" fmla="*/ 76994 w 646469"/>
                <a:gd name="connsiteY530" fmla="*/ 86637 h 310883"/>
                <a:gd name="connsiteX531" fmla="*/ 67613 w 646469"/>
                <a:gd name="connsiteY531" fmla="*/ 86621 h 310883"/>
                <a:gd name="connsiteX532" fmla="*/ 67661 w 646469"/>
                <a:gd name="connsiteY532" fmla="*/ 56776 h 310883"/>
                <a:gd name="connsiteX533" fmla="*/ 63986 w 646469"/>
                <a:gd name="connsiteY533" fmla="*/ 45416 h 310883"/>
                <a:gd name="connsiteX534" fmla="*/ 53613 w 646469"/>
                <a:gd name="connsiteY534" fmla="*/ 40472 h 310883"/>
                <a:gd name="connsiteX535" fmla="*/ 43828 w 646469"/>
                <a:gd name="connsiteY535" fmla="*/ 44570 h 310883"/>
                <a:gd name="connsiteX536" fmla="*/ 39508 w 646469"/>
                <a:gd name="connsiteY536" fmla="*/ 56454 h 310883"/>
                <a:gd name="connsiteX537" fmla="*/ 39452 w 646469"/>
                <a:gd name="connsiteY537" fmla="*/ 86573 h 310883"/>
                <a:gd name="connsiteX538" fmla="*/ 30070 w 646469"/>
                <a:gd name="connsiteY538" fmla="*/ 86557 h 310883"/>
                <a:gd name="connsiteX539" fmla="*/ 30070 w 646469"/>
                <a:gd name="connsiteY539" fmla="*/ 86548 h 310883"/>
                <a:gd name="connsiteX540" fmla="*/ 30167 w 646469"/>
                <a:gd name="connsiteY540" fmla="*/ 32284 h 310883"/>
                <a:gd name="connsiteX541" fmla="*/ 38856 w 646469"/>
                <a:gd name="connsiteY541" fmla="*/ 32301 h 310883"/>
                <a:gd name="connsiteX542" fmla="*/ 38839 w 646469"/>
                <a:gd name="connsiteY542" fmla="*/ 41076 h 310883"/>
                <a:gd name="connsiteX543" fmla="*/ 46279 w 646469"/>
                <a:gd name="connsiteY543" fmla="*/ 33766 h 310883"/>
                <a:gd name="connsiteX544" fmla="*/ 56144 w 646469"/>
                <a:gd name="connsiteY544" fmla="*/ 31254 h 310883"/>
                <a:gd name="connsiteX545" fmla="*/ 618421 w 646469"/>
                <a:gd name="connsiteY545" fmla="*/ 26817 h 310883"/>
                <a:gd name="connsiteX546" fmla="*/ 613231 w 646469"/>
                <a:gd name="connsiteY546" fmla="*/ 29039 h 310883"/>
                <a:gd name="connsiteX547" fmla="*/ 611184 w 646469"/>
                <a:gd name="connsiteY547" fmla="*/ 34393 h 310883"/>
                <a:gd name="connsiteX548" fmla="*/ 612215 w 646469"/>
                <a:gd name="connsiteY548" fmla="*/ 38306 h 310883"/>
                <a:gd name="connsiteX549" fmla="*/ 614601 w 646469"/>
                <a:gd name="connsiteY549" fmla="*/ 42291 h 310883"/>
                <a:gd name="connsiteX550" fmla="*/ 616527 w 646469"/>
                <a:gd name="connsiteY550" fmla="*/ 45198 h 310883"/>
                <a:gd name="connsiteX551" fmla="*/ 616535 w 646469"/>
                <a:gd name="connsiteY551" fmla="*/ 45206 h 310883"/>
                <a:gd name="connsiteX552" fmla="*/ 619469 w 646469"/>
                <a:gd name="connsiteY552" fmla="*/ 43644 h 310883"/>
                <a:gd name="connsiteX553" fmla="*/ 621903 w 646469"/>
                <a:gd name="connsiteY553" fmla="*/ 42082 h 310883"/>
                <a:gd name="connsiteX554" fmla="*/ 624595 w 646469"/>
                <a:gd name="connsiteY554" fmla="*/ 39184 h 310883"/>
                <a:gd name="connsiteX555" fmla="*/ 625780 w 646469"/>
                <a:gd name="connsiteY555" fmla="*/ 34643 h 310883"/>
                <a:gd name="connsiteX556" fmla="*/ 623676 w 646469"/>
                <a:gd name="connsiteY556" fmla="*/ 29096 h 310883"/>
                <a:gd name="connsiteX557" fmla="*/ 618421 w 646469"/>
                <a:gd name="connsiteY557" fmla="*/ 26817 h 310883"/>
                <a:gd name="connsiteX558" fmla="*/ 618445 w 646469"/>
                <a:gd name="connsiteY558" fmla="*/ 19676 h 310883"/>
                <a:gd name="connsiteX559" fmla="*/ 626021 w 646469"/>
                <a:gd name="connsiteY559" fmla="*/ 21737 h 310883"/>
                <a:gd name="connsiteX560" fmla="*/ 631486 w 646469"/>
                <a:gd name="connsiteY560" fmla="*/ 27252 h 310883"/>
                <a:gd name="connsiteX561" fmla="*/ 633509 w 646469"/>
                <a:gd name="connsiteY561" fmla="*/ 35037 h 310883"/>
                <a:gd name="connsiteX562" fmla="*/ 631421 w 646469"/>
                <a:gd name="connsiteY562" fmla="*/ 42662 h 310883"/>
                <a:gd name="connsiteX563" fmla="*/ 626803 w 646469"/>
                <a:gd name="connsiteY563" fmla="*/ 47339 h 310883"/>
                <a:gd name="connsiteX564" fmla="*/ 622830 w 646469"/>
                <a:gd name="connsiteY564" fmla="*/ 49827 h 310883"/>
                <a:gd name="connsiteX565" fmla="*/ 620468 w 646469"/>
                <a:gd name="connsiteY565" fmla="*/ 51091 h 310883"/>
                <a:gd name="connsiteX566" fmla="*/ 635379 w 646469"/>
                <a:gd name="connsiteY566" fmla="*/ 72556 h 310883"/>
                <a:gd name="connsiteX567" fmla="*/ 640763 w 646469"/>
                <a:gd name="connsiteY567" fmla="*/ 59240 h 310883"/>
                <a:gd name="connsiteX568" fmla="*/ 646469 w 646469"/>
                <a:gd name="connsiteY568" fmla="*/ 67436 h 310883"/>
                <a:gd name="connsiteX569" fmla="*/ 639368 w 646469"/>
                <a:gd name="connsiteY569" fmla="*/ 78965 h 310883"/>
                <a:gd name="connsiteX570" fmla="*/ 645429 w 646469"/>
                <a:gd name="connsiteY570" fmla="*/ 87612 h 310883"/>
                <a:gd name="connsiteX571" fmla="*/ 636273 w 646469"/>
                <a:gd name="connsiteY571" fmla="*/ 87595 h 310883"/>
                <a:gd name="connsiteX572" fmla="*/ 633348 w 646469"/>
                <a:gd name="connsiteY572" fmla="*/ 83497 h 310883"/>
                <a:gd name="connsiteX573" fmla="*/ 626473 w 646469"/>
                <a:gd name="connsiteY573" fmla="*/ 87241 h 310883"/>
                <a:gd name="connsiteX574" fmla="*/ 619034 w 646469"/>
                <a:gd name="connsiteY574" fmla="*/ 88457 h 310883"/>
                <a:gd name="connsiteX575" fmla="*/ 619034 w 646469"/>
                <a:gd name="connsiteY575" fmla="*/ 88465 h 310883"/>
                <a:gd name="connsiteX576" fmla="*/ 608097 w 646469"/>
                <a:gd name="connsiteY576" fmla="*/ 85800 h 310883"/>
                <a:gd name="connsiteX577" fmla="*/ 600561 w 646469"/>
                <a:gd name="connsiteY577" fmla="*/ 78417 h 310883"/>
                <a:gd name="connsiteX578" fmla="*/ 597829 w 646469"/>
                <a:gd name="connsiteY578" fmla="*/ 67581 h 310883"/>
                <a:gd name="connsiteX579" fmla="*/ 599811 w 646469"/>
                <a:gd name="connsiteY579" fmla="*/ 58765 h 310883"/>
                <a:gd name="connsiteX580" fmla="*/ 604542 w 646469"/>
                <a:gd name="connsiteY580" fmla="*/ 52782 h 310883"/>
                <a:gd name="connsiteX581" fmla="*/ 609596 w 646469"/>
                <a:gd name="connsiteY581" fmla="*/ 49070 h 310883"/>
                <a:gd name="connsiteX582" fmla="*/ 608169 w 646469"/>
                <a:gd name="connsiteY582" fmla="*/ 47130 h 310883"/>
                <a:gd name="connsiteX583" fmla="*/ 604921 w 646469"/>
                <a:gd name="connsiteY583" fmla="*/ 41800 h 310883"/>
                <a:gd name="connsiteX584" fmla="*/ 603470 w 646469"/>
                <a:gd name="connsiteY584" fmla="*/ 35061 h 310883"/>
                <a:gd name="connsiteX585" fmla="*/ 605485 w 646469"/>
                <a:gd name="connsiteY585" fmla="*/ 27212 h 310883"/>
                <a:gd name="connsiteX586" fmla="*/ 610893 w 646469"/>
                <a:gd name="connsiteY586" fmla="*/ 21713 h 310883"/>
                <a:gd name="connsiteX587" fmla="*/ 618445 w 646469"/>
                <a:gd name="connsiteY587" fmla="*/ 19676 h 310883"/>
                <a:gd name="connsiteX588" fmla="*/ 97377 w 646469"/>
                <a:gd name="connsiteY588" fmla="*/ 14306 h 310883"/>
                <a:gd name="connsiteX589" fmla="*/ 106243 w 646469"/>
                <a:gd name="connsiteY589" fmla="*/ 14322 h 310883"/>
                <a:gd name="connsiteX590" fmla="*/ 106211 w 646469"/>
                <a:gd name="connsiteY590" fmla="*/ 32413 h 310883"/>
                <a:gd name="connsiteX591" fmla="*/ 119164 w 646469"/>
                <a:gd name="connsiteY591" fmla="*/ 32437 h 310883"/>
                <a:gd name="connsiteX592" fmla="*/ 119148 w 646469"/>
                <a:gd name="connsiteY592" fmla="*/ 40576 h 310883"/>
                <a:gd name="connsiteX593" fmla="*/ 106461 w 646469"/>
                <a:gd name="connsiteY593" fmla="*/ 40552 h 310883"/>
                <a:gd name="connsiteX594" fmla="*/ 106380 w 646469"/>
                <a:gd name="connsiteY594" fmla="*/ 86678 h 310883"/>
                <a:gd name="connsiteX595" fmla="*/ 96990 w 646469"/>
                <a:gd name="connsiteY595" fmla="*/ 86662 h 310883"/>
                <a:gd name="connsiteX596" fmla="*/ 96982 w 646469"/>
                <a:gd name="connsiteY596" fmla="*/ 86662 h 310883"/>
                <a:gd name="connsiteX597" fmla="*/ 97063 w 646469"/>
                <a:gd name="connsiteY597" fmla="*/ 40536 h 310883"/>
                <a:gd name="connsiteX598" fmla="*/ 85247 w 646469"/>
                <a:gd name="connsiteY598" fmla="*/ 40512 h 310883"/>
                <a:gd name="connsiteX599" fmla="*/ 85264 w 646469"/>
                <a:gd name="connsiteY599" fmla="*/ 32372 h 310883"/>
                <a:gd name="connsiteX600" fmla="*/ 97345 w 646469"/>
                <a:gd name="connsiteY600" fmla="*/ 32397 h 310883"/>
                <a:gd name="connsiteX601" fmla="*/ 246063 w 646469"/>
                <a:gd name="connsiteY601" fmla="*/ 9870 h 310883"/>
                <a:gd name="connsiteX602" fmla="*/ 250536 w 646469"/>
                <a:gd name="connsiteY602" fmla="*/ 11730 h 310883"/>
                <a:gd name="connsiteX603" fmla="*/ 252309 w 646469"/>
                <a:gd name="connsiteY603" fmla="*/ 16391 h 310883"/>
                <a:gd name="connsiteX604" fmla="*/ 250520 w 646469"/>
                <a:gd name="connsiteY604" fmla="*/ 20996 h 310883"/>
                <a:gd name="connsiteX605" fmla="*/ 246039 w 646469"/>
                <a:gd name="connsiteY605" fmla="*/ 22888 h 310883"/>
                <a:gd name="connsiteX606" fmla="*/ 241614 w 646469"/>
                <a:gd name="connsiteY606" fmla="*/ 20980 h 310883"/>
                <a:gd name="connsiteX607" fmla="*/ 239801 w 646469"/>
                <a:gd name="connsiteY607" fmla="*/ 16367 h 310883"/>
                <a:gd name="connsiteX608" fmla="*/ 241630 w 646469"/>
                <a:gd name="connsiteY608" fmla="*/ 11714 h 310883"/>
                <a:gd name="connsiteX609" fmla="*/ 246063 w 646469"/>
                <a:gd name="connsiteY609" fmla="*/ 9870 h 310883"/>
                <a:gd name="connsiteX610" fmla="*/ 8825 w 646469"/>
                <a:gd name="connsiteY610" fmla="*/ 9460 h 310883"/>
                <a:gd name="connsiteX611" fmla="*/ 13298 w 646469"/>
                <a:gd name="connsiteY611" fmla="*/ 11320 h 310883"/>
                <a:gd name="connsiteX612" fmla="*/ 15071 w 646469"/>
                <a:gd name="connsiteY612" fmla="*/ 15981 h 310883"/>
                <a:gd name="connsiteX613" fmla="*/ 13282 w 646469"/>
                <a:gd name="connsiteY613" fmla="*/ 20586 h 310883"/>
                <a:gd name="connsiteX614" fmla="*/ 8801 w 646469"/>
                <a:gd name="connsiteY614" fmla="*/ 22478 h 310883"/>
                <a:gd name="connsiteX615" fmla="*/ 4376 w 646469"/>
                <a:gd name="connsiteY615" fmla="*/ 20570 h 310883"/>
                <a:gd name="connsiteX616" fmla="*/ 2563 w 646469"/>
                <a:gd name="connsiteY616" fmla="*/ 15957 h 310883"/>
                <a:gd name="connsiteX617" fmla="*/ 4392 w 646469"/>
                <a:gd name="connsiteY617" fmla="*/ 11304 h 310883"/>
                <a:gd name="connsiteX618" fmla="*/ 8825 w 646469"/>
                <a:gd name="connsiteY618" fmla="*/ 9460 h 310883"/>
                <a:gd name="connsiteX619" fmla="*/ 215315 w 646469"/>
                <a:gd name="connsiteY619" fmla="*/ 48 h 310883"/>
                <a:gd name="connsiteX620" fmla="*/ 224697 w 646469"/>
                <a:gd name="connsiteY620" fmla="*/ 64 h 310883"/>
                <a:gd name="connsiteX621" fmla="*/ 224544 w 646469"/>
                <a:gd name="connsiteY621" fmla="*/ 86886 h 310883"/>
                <a:gd name="connsiteX622" fmla="*/ 215161 w 646469"/>
                <a:gd name="connsiteY622" fmla="*/ 86870 h 310883"/>
                <a:gd name="connsiteX623" fmla="*/ 189250 w 646469"/>
                <a:gd name="connsiteY623" fmla="*/ 0 h 310883"/>
                <a:gd name="connsiteX624" fmla="*/ 198632 w 646469"/>
                <a:gd name="connsiteY624" fmla="*/ 16 h 310883"/>
                <a:gd name="connsiteX625" fmla="*/ 198479 w 646469"/>
                <a:gd name="connsiteY625" fmla="*/ 86838 h 310883"/>
                <a:gd name="connsiteX626" fmla="*/ 189096 w 646469"/>
                <a:gd name="connsiteY626" fmla="*/ 86822 h 31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</a:cxnLst>
              <a:rect l="l" t="t" r="r" b="b"/>
              <a:pathLst>
                <a:path w="646469" h="310883">
                  <a:moveTo>
                    <a:pt x="240324" y="263132"/>
                  </a:moveTo>
                  <a:cubicBezTo>
                    <a:pt x="236093" y="263132"/>
                    <a:pt x="232385" y="264581"/>
                    <a:pt x="229194" y="267496"/>
                  </a:cubicBezTo>
                  <a:lnTo>
                    <a:pt x="223093" y="278017"/>
                  </a:lnTo>
                  <a:lnTo>
                    <a:pt x="223084" y="278018"/>
                  </a:lnTo>
                  <a:lnTo>
                    <a:pt x="223093" y="278018"/>
                  </a:lnTo>
                  <a:lnTo>
                    <a:pt x="223093" y="278017"/>
                  </a:lnTo>
                  <a:lnTo>
                    <a:pt x="232555" y="277221"/>
                  </a:lnTo>
                  <a:lnTo>
                    <a:pt x="249851" y="277253"/>
                  </a:lnTo>
                  <a:cubicBezTo>
                    <a:pt x="251124" y="277253"/>
                    <a:pt x="252381" y="277302"/>
                    <a:pt x="253631" y="277398"/>
                  </a:cubicBezTo>
                  <a:cubicBezTo>
                    <a:pt x="254872" y="277495"/>
                    <a:pt x="256137" y="277600"/>
                    <a:pt x="257411" y="277720"/>
                  </a:cubicBezTo>
                  <a:cubicBezTo>
                    <a:pt x="256605" y="273502"/>
                    <a:pt x="254582" y="270016"/>
                    <a:pt x="251350" y="267262"/>
                  </a:cubicBezTo>
                  <a:cubicBezTo>
                    <a:pt x="248110" y="264517"/>
                    <a:pt x="244435" y="263132"/>
                    <a:pt x="240324" y="263132"/>
                  </a:cubicBezTo>
                  <a:close/>
                  <a:moveTo>
                    <a:pt x="81298" y="262850"/>
                  </a:moveTo>
                  <a:cubicBezTo>
                    <a:pt x="77067" y="262850"/>
                    <a:pt x="73359" y="264299"/>
                    <a:pt x="70168" y="267214"/>
                  </a:cubicBezTo>
                  <a:cubicBezTo>
                    <a:pt x="66976" y="270136"/>
                    <a:pt x="64945" y="273638"/>
                    <a:pt x="64067" y="277736"/>
                  </a:cubicBezTo>
                  <a:lnTo>
                    <a:pt x="64059" y="277744"/>
                  </a:lnTo>
                  <a:cubicBezTo>
                    <a:pt x="67186" y="277205"/>
                    <a:pt x="70345" y="276939"/>
                    <a:pt x="73529" y="276947"/>
                  </a:cubicBezTo>
                  <a:lnTo>
                    <a:pt x="90825" y="276979"/>
                  </a:lnTo>
                  <a:cubicBezTo>
                    <a:pt x="92098" y="276979"/>
                    <a:pt x="93356" y="277028"/>
                    <a:pt x="94605" y="277124"/>
                  </a:cubicBezTo>
                  <a:cubicBezTo>
                    <a:pt x="95846" y="277221"/>
                    <a:pt x="97111" y="277326"/>
                    <a:pt x="98385" y="277446"/>
                  </a:cubicBezTo>
                  <a:cubicBezTo>
                    <a:pt x="97579" y="273228"/>
                    <a:pt x="95556" y="269742"/>
                    <a:pt x="92324" y="266988"/>
                  </a:cubicBezTo>
                  <a:cubicBezTo>
                    <a:pt x="89084" y="264243"/>
                    <a:pt x="85409" y="262858"/>
                    <a:pt x="81298" y="262850"/>
                  </a:cubicBezTo>
                  <a:close/>
                  <a:moveTo>
                    <a:pt x="306197" y="255105"/>
                  </a:moveTo>
                  <a:lnTo>
                    <a:pt x="308527" y="264879"/>
                  </a:lnTo>
                  <a:cubicBezTo>
                    <a:pt x="307422" y="264517"/>
                    <a:pt x="306149" y="264331"/>
                    <a:pt x="304706" y="264331"/>
                  </a:cubicBezTo>
                  <a:cubicBezTo>
                    <a:pt x="299838" y="264323"/>
                    <a:pt x="295929" y="265925"/>
                    <a:pt x="292963" y="269146"/>
                  </a:cubicBezTo>
                  <a:cubicBezTo>
                    <a:pt x="290005" y="272366"/>
                    <a:pt x="288514" y="276963"/>
                    <a:pt x="288506" y="282929"/>
                  </a:cubicBezTo>
                  <a:lnTo>
                    <a:pt x="288458" y="309884"/>
                  </a:lnTo>
                  <a:lnTo>
                    <a:pt x="279075" y="309868"/>
                  </a:lnTo>
                  <a:lnTo>
                    <a:pt x="279075" y="309860"/>
                  </a:lnTo>
                  <a:lnTo>
                    <a:pt x="279172" y="255596"/>
                  </a:lnTo>
                  <a:lnTo>
                    <a:pt x="287862" y="255612"/>
                  </a:lnTo>
                  <a:lnTo>
                    <a:pt x="287845" y="265563"/>
                  </a:lnTo>
                  <a:cubicBezTo>
                    <a:pt x="289707" y="262375"/>
                    <a:pt x="292173" y="259831"/>
                    <a:pt x="295244" y="257931"/>
                  </a:cubicBezTo>
                  <a:cubicBezTo>
                    <a:pt x="298315" y="256039"/>
                    <a:pt x="301966" y="255097"/>
                    <a:pt x="306197" y="255105"/>
                  </a:cubicBezTo>
                  <a:close/>
                  <a:moveTo>
                    <a:pt x="240340" y="254445"/>
                  </a:moveTo>
                  <a:cubicBezTo>
                    <a:pt x="245152" y="254453"/>
                    <a:pt x="249552" y="255653"/>
                    <a:pt x="253542" y="258044"/>
                  </a:cubicBezTo>
                  <a:cubicBezTo>
                    <a:pt x="257532" y="260435"/>
                    <a:pt x="260715" y="263647"/>
                    <a:pt x="263085" y="267689"/>
                  </a:cubicBezTo>
                  <a:cubicBezTo>
                    <a:pt x="265454" y="271730"/>
                    <a:pt x="266631" y="276320"/>
                    <a:pt x="266623" y="281440"/>
                  </a:cubicBezTo>
                  <a:lnTo>
                    <a:pt x="266623" y="285417"/>
                  </a:lnTo>
                  <a:cubicBezTo>
                    <a:pt x="266623" y="285417"/>
                    <a:pt x="232555" y="285361"/>
                    <a:pt x="232555" y="285361"/>
                  </a:cubicBezTo>
                  <a:cubicBezTo>
                    <a:pt x="231047" y="285361"/>
                    <a:pt x="229516" y="285296"/>
                    <a:pt x="227953" y="285176"/>
                  </a:cubicBezTo>
                  <a:cubicBezTo>
                    <a:pt x="226389" y="285055"/>
                    <a:pt x="224849" y="284870"/>
                    <a:pt x="223350" y="284628"/>
                  </a:cubicBezTo>
                  <a:cubicBezTo>
                    <a:pt x="223979" y="289451"/>
                    <a:pt x="226075" y="293492"/>
                    <a:pt x="229629" y="296761"/>
                  </a:cubicBezTo>
                  <a:cubicBezTo>
                    <a:pt x="233183" y="300022"/>
                    <a:pt x="237423" y="301656"/>
                    <a:pt x="242347" y="301664"/>
                  </a:cubicBezTo>
                  <a:cubicBezTo>
                    <a:pt x="245652" y="301664"/>
                    <a:pt x="248722" y="300891"/>
                    <a:pt x="251559" y="299329"/>
                  </a:cubicBezTo>
                  <a:cubicBezTo>
                    <a:pt x="254396" y="297768"/>
                    <a:pt x="256693" y="295690"/>
                    <a:pt x="258434" y="293098"/>
                  </a:cubicBezTo>
                  <a:lnTo>
                    <a:pt x="261021" y="304224"/>
                  </a:lnTo>
                  <a:cubicBezTo>
                    <a:pt x="258523" y="306334"/>
                    <a:pt x="255670" y="307968"/>
                    <a:pt x="252454" y="309136"/>
                  </a:cubicBezTo>
                  <a:cubicBezTo>
                    <a:pt x="249238" y="310303"/>
                    <a:pt x="245829" y="310891"/>
                    <a:pt x="242242" y="310883"/>
                  </a:cubicBezTo>
                  <a:lnTo>
                    <a:pt x="242234" y="310883"/>
                  </a:lnTo>
                  <a:cubicBezTo>
                    <a:pt x="236786" y="310875"/>
                    <a:pt x="231910" y="309603"/>
                    <a:pt x="227598" y="307058"/>
                  </a:cubicBezTo>
                  <a:cubicBezTo>
                    <a:pt x="223286" y="304522"/>
                    <a:pt x="219901" y="301060"/>
                    <a:pt x="217451" y="296689"/>
                  </a:cubicBezTo>
                  <a:cubicBezTo>
                    <a:pt x="214992" y="292317"/>
                    <a:pt x="213775" y="287446"/>
                    <a:pt x="213784" y="282076"/>
                  </a:cubicBezTo>
                  <a:cubicBezTo>
                    <a:pt x="213792" y="276956"/>
                    <a:pt x="214984" y="272294"/>
                    <a:pt x="217370" y="268107"/>
                  </a:cubicBezTo>
                  <a:cubicBezTo>
                    <a:pt x="219756" y="263921"/>
                    <a:pt x="222955" y="260596"/>
                    <a:pt x="226993" y="258132"/>
                  </a:cubicBezTo>
                  <a:cubicBezTo>
                    <a:pt x="231023" y="255669"/>
                    <a:pt x="235472" y="254437"/>
                    <a:pt x="240340" y="254445"/>
                  </a:cubicBezTo>
                  <a:close/>
                  <a:moveTo>
                    <a:pt x="146131" y="254292"/>
                  </a:moveTo>
                  <a:cubicBezTo>
                    <a:pt x="149838" y="254292"/>
                    <a:pt x="153272" y="255250"/>
                    <a:pt x="156423" y="257158"/>
                  </a:cubicBezTo>
                  <a:cubicBezTo>
                    <a:pt x="159574" y="259066"/>
                    <a:pt x="162137" y="261812"/>
                    <a:pt x="164096" y="265402"/>
                  </a:cubicBezTo>
                  <a:cubicBezTo>
                    <a:pt x="166062" y="268993"/>
                    <a:pt x="167037" y="273349"/>
                    <a:pt x="167029" y="278477"/>
                  </a:cubicBezTo>
                  <a:lnTo>
                    <a:pt x="166973" y="309675"/>
                  </a:lnTo>
                  <a:lnTo>
                    <a:pt x="157583" y="309659"/>
                  </a:lnTo>
                  <a:lnTo>
                    <a:pt x="157632" y="279814"/>
                  </a:lnTo>
                  <a:cubicBezTo>
                    <a:pt x="157632" y="275531"/>
                    <a:pt x="156415" y="271747"/>
                    <a:pt x="153957" y="268454"/>
                  </a:cubicBezTo>
                  <a:cubicBezTo>
                    <a:pt x="151498" y="265161"/>
                    <a:pt x="148041" y="263518"/>
                    <a:pt x="143584" y="263510"/>
                  </a:cubicBezTo>
                  <a:cubicBezTo>
                    <a:pt x="139933" y="263510"/>
                    <a:pt x="136677" y="264871"/>
                    <a:pt x="133799" y="267608"/>
                  </a:cubicBezTo>
                  <a:cubicBezTo>
                    <a:pt x="130930" y="270346"/>
                    <a:pt x="129487" y="274307"/>
                    <a:pt x="129479" y="279492"/>
                  </a:cubicBezTo>
                  <a:lnTo>
                    <a:pt x="129431" y="309611"/>
                  </a:lnTo>
                  <a:lnTo>
                    <a:pt x="120049" y="309595"/>
                  </a:lnTo>
                  <a:lnTo>
                    <a:pt x="120049" y="309586"/>
                  </a:lnTo>
                  <a:lnTo>
                    <a:pt x="120146" y="255322"/>
                  </a:lnTo>
                  <a:lnTo>
                    <a:pt x="128834" y="255339"/>
                  </a:lnTo>
                  <a:lnTo>
                    <a:pt x="128818" y="264114"/>
                  </a:lnTo>
                  <a:cubicBezTo>
                    <a:pt x="130737" y="260926"/>
                    <a:pt x="133219" y="258486"/>
                    <a:pt x="136266" y="256804"/>
                  </a:cubicBezTo>
                  <a:cubicBezTo>
                    <a:pt x="139312" y="255121"/>
                    <a:pt x="142601" y="254284"/>
                    <a:pt x="146131" y="254292"/>
                  </a:cubicBezTo>
                  <a:close/>
                  <a:moveTo>
                    <a:pt x="81306" y="254171"/>
                  </a:moveTo>
                  <a:cubicBezTo>
                    <a:pt x="86118" y="254179"/>
                    <a:pt x="90518" y="255379"/>
                    <a:pt x="94508" y="257770"/>
                  </a:cubicBezTo>
                  <a:cubicBezTo>
                    <a:pt x="98498" y="260161"/>
                    <a:pt x="101681" y="263373"/>
                    <a:pt x="104051" y="267415"/>
                  </a:cubicBezTo>
                  <a:cubicBezTo>
                    <a:pt x="106420" y="271456"/>
                    <a:pt x="107597" y="276046"/>
                    <a:pt x="107589" y="281166"/>
                  </a:cubicBezTo>
                  <a:lnTo>
                    <a:pt x="107589" y="285143"/>
                  </a:lnTo>
                  <a:cubicBezTo>
                    <a:pt x="107589" y="285143"/>
                    <a:pt x="73521" y="285087"/>
                    <a:pt x="73521" y="285087"/>
                  </a:cubicBezTo>
                  <a:cubicBezTo>
                    <a:pt x="72013" y="285087"/>
                    <a:pt x="70482" y="285022"/>
                    <a:pt x="68918" y="284902"/>
                  </a:cubicBezTo>
                  <a:cubicBezTo>
                    <a:pt x="67355" y="284781"/>
                    <a:pt x="65816" y="284596"/>
                    <a:pt x="64316" y="284354"/>
                  </a:cubicBezTo>
                  <a:cubicBezTo>
                    <a:pt x="64945" y="289177"/>
                    <a:pt x="67041" y="293218"/>
                    <a:pt x="70595" y="296487"/>
                  </a:cubicBezTo>
                  <a:cubicBezTo>
                    <a:pt x="74149" y="299748"/>
                    <a:pt x="78389" y="301382"/>
                    <a:pt x="83321" y="301390"/>
                  </a:cubicBezTo>
                  <a:cubicBezTo>
                    <a:pt x="86626" y="301390"/>
                    <a:pt x="89696" y="300617"/>
                    <a:pt x="92533" y="299055"/>
                  </a:cubicBezTo>
                  <a:cubicBezTo>
                    <a:pt x="95370" y="297494"/>
                    <a:pt x="97667" y="295416"/>
                    <a:pt x="99408" y="292824"/>
                  </a:cubicBezTo>
                  <a:lnTo>
                    <a:pt x="101996" y="303950"/>
                  </a:lnTo>
                  <a:cubicBezTo>
                    <a:pt x="99497" y="306060"/>
                    <a:pt x="96644" y="307694"/>
                    <a:pt x="93428" y="308862"/>
                  </a:cubicBezTo>
                  <a:cubicBezTo>
                    <a:pt x="90212" y="310029"/>
                    <a:pt x="86803" y="310617"/>
                    <a:pt x="83216" y="310609"/>
                  </a:cubicBezTo>
                  <a:lnTo>
                    <a:pt x="83200" y="310609"/>
                  </a:lnTo>
                  <a:cubicBezTo>
                    <a:pt x="77752" y="310601"/>
                    <a:pt x="72876" y="309321"/>
                    <a:pt x="68564" y="306784"/>
                  </a:cubicBezTo>
                  <a:cubicBezTo>
                    <a:pt x="64252" y="304240"/>
                    <a:pt x="60867" y="300786"/>
                    <a:pt x="58417" y="296415"/>
                  </a:cubicBezTo>
                  <a:cubicBezTo>
                    <a:pt x="55958" y="292043"/>
                    <a:pt x="54741" y="287172"/>
                    <a:pt x="54750" y="281802"/>
                  </a:cubicBezTo>
                  <a:cubicBezTo>
                    <a:pt x="54758" y="276682"/>
                    <a:pt x="55950" y="272020"/>
                    <a:pt x="58336" y="267833"/>
                  </a:cubicBezTo>
                  <a:cubicBezTo>
                    <a:pt x="60722" y="263647"/>
                    <a:pt x="63921" y="260322"/>
                    <a:pt x="67959" y="257858"/>
                  </a:cubicBezTo>
                  <a:cubicBezTo>
                    <a:pt x="71989" y="255395"/>
                    <a:pt x="76438" y="254163"/>
                    <a:pt x="81306" y="254171"/>
                  </a:cubicBezTo>
                  <a:close/>
                  <a:moveTo>
                    <a:pt x="27685" y="254083"/>
                  </a:moveTo>
                  <a:cubicBezTo>
                    <a:pt x="31448" y="254083"/>
                    <a:pt x="34987" y="254791"/>
                    <a:pt x="38283" y="256184"/>
                  </a:cubicBezTo>
                  <a:cubicBezTo>
                    <a:pt x="41588" y="257577"/>
                    <a:pt x="44473" y="259421"/>
                    <a:pt x="46963" y="261715"/>
                  </a:cubicBezTo>
                  <a:lnTo>
                    <a:pt x="44078" y="274009"/>
                  </a:lnTo>
                  <a:cubicBezTo>
                    <a:pt x="42635" y="270990"/>
                    <a:pt x="40451" y="268454"/>
                    <a:pt x="37534" y="266401"/>
                  </a:cubicBezTo>
                  <a:cubicBezTo>
                    <a:pt x="34608" y="264348"/>
                    <a:pt x="31295" y="263317"/>
                    <a:pt x="27588" y="263309"/>
                  </a:cubicBezTo>
                  <a:cubicBezTo>
                    <a:pt x="24227" y="263309"/>
                    <a:pt x="21172" y="264155"/>
                    <a:pt x="18416" y="265870"/>
                  </a:cubicBezTo>
                  <a:cubicBezTo>
                    <a:pt x="15660" y="267584"/>
                    <a:pt x="13467" y="269871"/>
                    <a:pt x="11847" y="272729"/>
                  </a:cubicBezTo>
                  <a:cubicBezTo>
                    <a:pt x="10219" y="275587"/>
                    <a:pt x="9405" y="278767"/>
                    <a:pt x="9397" y="282270"/>
                  </a:cubicBezTo>
                  <a:cubicBezTo>
                    <a:pt x="9397" y="285707"/>
                    <a:pt x="10195" y="288871"/>
                    <a:pt x="11815" y="291770"/>
                  </a:cubicBezTo>
                  <a:cubicBezTo>
                    <a:pt x="13427" y="294668"/>
                    <a:pt x="15611" y="296979"/>
                    <a:pt x="18368" y="298702"/>
                  </a:cubicBezTo>
                  <a:cubicBezTo>
                    <a:pt x="21116" y="300425"/>
                    <a:pt x="24171" y="301286"/>
                    <a:pt x="27531" y="301294"/>
                  </a:cubicBezTo>
                  <a:cubicBezTo>
                    <a:pt x="31239" y="301294"/>
                    <a:pt x="34560" y="300312"/>
                    <a:pt x="37485" y="298323"/>
                  </a:cubicBezTo>
                  <a:cubicBezTo>
                    <a:pt x="40411" y="296335"/>
                    <a:pt x="42603" y="293783"/>
                    <a:pt x="44062" y="290651"/>
                  </a:cubicBezTo>
                  <a:lnTo>
                    <a:pt x="46907" y="302953"/>
                  </a:lnTo>
                  <a:cubicBezTo>
                    <a:pt x="44409" y="305239"/>
                    <a:pt x="41515" y="307075"/>
                    <a:pt x="38211" y="308452"/>
                  </a:cubicBezTo>
                  <a:cubicBezTo>
                    <a:pt x="34906" y="309828"/>
                    <a:pt x="31368" y="310521"/>
                    <a:pt x="27604" y="310513"/>
                  </a:cubicBezTo>
                  <a:lnTo>
                    <a:pt x="27588" y="310513"/>
                  </a:lnTo>
                  <a:cubicBezTo>
                    <a:pt x="22486" y="310505"/>
                    <a:pt x="17860" y="309233"/>
                    <a:pt x="13693" y="306688"/>
                  </a:cubicBezTo>
                  <a:cubicBezTo>
                    <a:pt x="9526" y="304152"/>
                    <a:pt x="6197" y="300739"/>
                    <a:pt x="3715" y="296456"/>
                  </a:cubicBezTo>
                  <a:cubicBezTo>
                    <a:pt x="1233" y="292172"/>
                    <a:pt x="-9" y="287438"/>
                    <a:pt x="0" y="282253"/>
                  </a:cubicBezTo>
                  <a:cubicBezTo>
                    <a:pt x="8" y="277069"/>
                    <a:pt x="1265" y="272335"/>
                    <a:pt x="3763" y="268059"/>
                  </a:cubicBezTo>
                  <a:cubicBezTo>
                    <a:pt x="6262" y="263784"/>
                    <a:pt x="9599" y="260379"/>
                    <a:pt x="13774" y="257859"/>
                  </a:cubicBezTo>
                  <a:cubicBezTo>
                    <a:pt x="17948" y="255331"/>
                    <a:pt x="22583" y="254075"/>
                    <a:pt x="27685" y="254083"/>
                  </a:cubicBezTo>
                  <a:close/>
                  <a:moveTo>
                    <a:pt x="187355" y="237345"/>
                  </a:moveTo>
                  <a:lnTo>
                    <a:pt x="196221" y="237361"/>
                  </a:lnTo>
                  <a:lnTo>
                    <a:pt x="196189" y="255452"/>
                  </a:lnTo>
                  <a:lnTo>
                    <a:pt x="209142" y="255476"/>
                  </a:lnTo>
                  <a:lnTo>
                    <a:pt x="209126" y="263615"/>
                  </a:lnTo>
                  <a:lnTo>
                    <a:pt x="196439" y="263591"/>
                  </a:lnTo>
                  <a:lnTo>
                    <a:pt x="196358" y="309717"/>
                  </a:lnTo>
                  <a:lnTo>
                    <a:pt x="186968" y="309701"/>
                  </a:lnTo>
                  <a:lnTo>
                    <a:pt x="186960" y="309701"/>
                  </a:lnTo>
                  <a:lnTo>
                    <a:pt x="187041" y="263575"/>
                  </a:lnTo>
                  <a:lnTo>
                    <a:pt x="175225" y="263551"/>
                  </a:lnTo>
                  <a:lnTo>
                    <a:pt x="175242" y="255411"/>
                  </a:lnTo>
                  <a:lnTo>
                    <a:pt x="187323" y="255436"/>
                  </a:lnTo>
                  <a:close/>
                  <a:moveTo>
                    <a:pt x="424827" y="157961"/>
                  </a:moveTo>
                  <a:cubicBezTo>
                    <a:pt x="421466" y="157961"/>
                    <a:pt x="418420" y="158807"/>
                    <a:pt x="415696" y="160522"/>
                  </a:cubicBezTo>
                  <a:cubicBezTo>
                    <a:pt x="412971" y="162236"/>
                    <a:pt x="410795" y="164523"/>
                    <a:pt x="409166" y="167381"/>
                  </a:cubicBezTo>
                  <a:cubicBezTo>
                    <a:pt x="407538" y="170239"/>
                    <a:pt x="406724" y="173419"/>
                    <a:pt x="406716" y="176922"/>
                  </a:cubicBezTo>
                  <a:cubicBezTo>
                    <a:pt x="406716" y="180416"/>
                    <a:pt x="407514" y="183604"/>
                    <a:pt x="409134" y="186470"/>
                  </a:cubicBezTo>
                  <a:cubicBezTo>
                    <a:pt x="410755" y="189336"/>
                    <a:pt x="412923" y="191631"/>
                    <a:pt x="415639" y="193354"/>
                  </a:cubicBezTo>
                  <a:cubicBezTo>
                    <a:pt x="418355" y="195077"/>
                    <a:pt x="421402" y="195938"/>
                    <a:pt x="424763" y="195946"/>
                  </a:cubicBezTo>
                  <a:cubicBezTo>
                    <a:pt x="428124" y="195946"/>
                    <a:pt x="431162" y="195101"/>
                    <a:pt x="433894" y="193386"/>
                  </a:cubicBezTo>
                  <a:cubicBezTo>
                    <a:pt x="436619" y="191671"/>
                    <a:pt x="438795" y="189385"/>
                    <a:pt x="440423" y="186526"/>
                  </a:cubicBezTo>
                  <a:cubicBezTo>
                    <a:pt x="442051" y="183668"/>
                    <a:pt x="442865" y="180488"/>
                    <a:pt x="442873" y="176986"/>
                  </a:cubicBezTo>
                  <a:cubicBezTo>
                    <a:pt x="442873" y="173492"/>
                    <a:pt x="442075" y="170304"/>
                    <a:pt x="440455" y="167437"/>
                  </a:cubicBezTo>
                  <a:cubicBezTo>
                    <a:pt x="438835" y="164571"/>
                    <a:pt x="436667" y="162277"/>
                    <a:pt x="433951" y="160554"/>
                  </a:cubicBezTo>
                  <a:cubicBezTo>
                    <a:pt x="431227" y="158831"/>
                    <a:pt x="428188" y="157969"/>
                    <a:pt x="424827" y="157961"/>
                  </a:cubicBezTo>
                  <a:close/>
                  <a:moveTo>
                    <a:pt x="293349" y="157736"/>
                  </a:moveTo>
                  <a:cubicBezTo>
                    <a:pt x="290045" y="157736"/>
                    <a:pt x="287047" y="158581"/>
                    <a:pt x="284347" y="160296"/>
                  </a:cubicBezTo>
                  <a:cubicBezTo>
                    <a:pt x="281647" y="162011"/>
                    <a:pt x="279503" y="164298"/>
                    <a:pt x="277907" y="167156"/>
                  </a:cubicBezTo>
                  <a:cubicBezTo>
                    <a:pt x="276311" y="170014"/>
                    <a:pt x="275505" y="173194"/>
                    <a:pt x="275497" y="176696"/>
                  </a:cubicBezTo>
                  <a:cubicBezTo>
                    <a:pt x="275497" y="180190"/>
                    <a:pt x="276279" y="183379"/>
                    <a:pt x="277867" y="186245"/>
                  </a:cubicBezTo>
                  <a:cubicBezTo>
                    <a:pt x="279454" y="189111"/>
                    <a:pt x="281598" y="191406"/>
                    <a:pt x="284282" y="193128"/>
                  </a:cubicBezTo>
                  <a:cubicBezTo>
                    <a:pt x="286974" y="194851"/>
                    <a:pt x="289972" y="195713"/>
                    <a:pt x="293269" y="195721"/>
                  </a:cubicBezTo>
                  <a:lnTo>
                    <a:pt x="293285" y="195721"/>
                  </a:lnTo>
                  <a:cubicBezTo>
                    <a:pt x="296589" y="195721"/>
                    <a:pt x="299587" y="194876"/>
                    <a:pt x="302279" y="193161"/>
                  </a:cubicBezTo>
                  <a:cubicBezTo>
                    <a:pt x="304979" y="191446"/>
                    <a:pt x="307123" y="189159"/>
                    <a:pt x="308719" y="186301"/>
                  </a:cubicBezTo>
                  <a:cubicBezTo>
                    <a:pt x="310315" y="183443"/>
                    <a:pt x="311121" y="180263"/>
                    <a:pt x="311121" y="176761"/>
                  </a:cubicBezTo>
                  <a:cubicBezTo>
                    <a:pt x="311121" y="173267"/>
                    <a:pt x="310339" y="170078"/>
                    <a:pt x="308751" y="167212"/>
                  </a:cubicBezTo>
                  <a:cubicBezTo>
                    <a:pt x="307164" y="164346"/>
                    <a:pt x="305028" y="162051"/>
                    <a:pt x="302336" y="160329"/>
                  </a:cubicBezTo>
                  <a:cubicBezTo>
                    <a:pt x="299644" y="158606"/>
                    <a:pt x="296646" y="157744"/>
                    <a:pt x="293349" y="157736"/>
                  </a:cubicBezTo>
                  <a:close/>
                  <a:moveTo>
                    <a:pt x="178893" y="157534"/>
                  </a:moveTo>
                  <a:cubicBezTo>
                    <a:pt x="175532" y="157534"/>
                    <a:pt x="172486" y="158380"/>
                    <a:pt x="169761" y="160095"/>
                  </a:cubicBezTo>
                  <a:cubicBezTo>
                    <a:pt x="167037" y="161809"/>
                    <a:pt x="164861" y="164096"/>
                    <a:pt x="163233" y="166954"/>
                  </a:cubicBezTo>
                  <a:cubicBezTo>
                    <a:pt x="161605" y="169812"/>
                    <a:pt x="160791" y="172992"/>
                    <a:pt x="160783" y="176495"/>
                  </a:cubicBezTo>
                  <a:cubicBezTo>
                    <a:pt x="160783" y="179989"/>
                    <a:pt x="161581" y="183177"/>
                    <a:pt x="163201" y="186043"/>
                  </a:cubicBezTo>
                  <a:cubicBezTo>
                    <a:pt x="164821" y="188909"/>
                    <a:pt x="166989" y="191204"/>
                    <a:pt x="169705" y="192927"/>
                  </a:cubicBezTo>
                  <a:cubicBezTo>
                    <a:pt x="172421" y="194650"/>
                    <a:pt x="175468" y="195511"/>
                    <a:pt x="178829" y="195519"/>
                  </a:cubicBezTo>
                  <a:cubicBezTo>
                    <a:pt x="182190" y="195519"/>
                    <a:pt x="185228" y="194674"/>
                    <a:pt x="187960" y="192959"/>
                  </a:cubicBezTo>
                  <a:cubicBezTo>
                    <a:pt x="190684" y="191244"/>
                    <a:pt x="192862" y="188958"/>
                    <a:pt x="194490" y="186099"/>
                  </a:cubicBezTo>
                  <a:cubicBezTo>
                    <a:pt x="196118" y="183241"/>
                    <a:pt x="196932" y="180061"/>
                    <a:pt x="196940" y="176559"/>
                  </a:cubicBezTo>
                  <a:cubicBezTo>
                    <a:pt x="196940" y="173065"/>
                    <a:pt x="196142" y="169877"/>
                    <a:pt x="194522" y="167010"/>
                  </a:cubicBezTo>
                  <a:cubicBezTo>
                    <a:pt x="192902" y="164144"/>
                    <a:pt x="190733" y="161850"/>
                    <a:pt x="188017" y="160127"/>
                  </a:cubicBezTo>
                  <a:cubicBezTo>
                    <a:pt x="185293" y="158404"/>
                    <a:pt x="182254" y="157542"/>
                    <a:pt x="178893" y="157534"/>
                  </a:cubicBezTo>
                  <a:close/>
                  <a:moveTo>
                    <a:pt x="374961" y="149741"/>
                  </a:moveTo>
                  <a:lnTo>
                    <a:pt x="384342" y="149757"/>
                  </a:lnTo>
                  <a:lnTo>
                    <a:pt x="384246" y="204022"/>
                  </a:lnTo>
                  <a:lnTo>
                    <a:pt x="374864" y="204005"/>
                  </a:lnTo>
                  <a:close/>
                  <a:moveTo>
                    <a:pt x="210366" y="149451"/>
                  </a:moveTo>
                  <a:lnTo>
                    <a:pt x="221054" y="149467"/>
                  </a:lnTo>
                  <a:lnTo>
                    <a:pt x="231612" y="173000"/>
                  </a:lnTo>
                  <a:cubicBezTo>
                    <a:pt x="232595" y="175110"/>
                    <a:pt x="233514" y="177195"/>
                    <a:pt x="234384" y="179248"/>
                  </a:cubicBezTo>
                  <a:cubicBezTo>
                    <a:pt x="235247" y="181302"/>
                    <a:pt x="236085" y="183806"/>
                    <a:pt x="236891" y="186760"/>
                  </a:cubicBezTo>
                  <a:cubicBezTo>
                    <a:pt x="237761" y="183806"/>
                    <a:pt x="238656" y="181294"/>
                    <a:pt x="239559" y="179216"/>
                  </a:cubicBezTo>
                  <a:cubicBezTo>
                    <a:pt x="240461" y="177138"/>
                    <a:pt x="241380" y="175077"/>
                    <a:pt x="242307" y="173024"/>
                  </a:cubicBezTo>
                  <a:lnTo>
                    <a:pt x="253035" y="149531"/>
                  </a:lnTo>
                  <a:lnTo>
                    <a:pt x="263029" y="149547"/>
                  </a:lnTo>
                  <a:lnTo>
                    <a:pt x="236601" y="206477"/>
                  </a:lnTo>
                  <a:close/>
                  <a:moveTo>
                    <a:pt x="3901" y="149088"/>
                  </a:moveTo>
                  <a:lnTo>
                    <a:pt x="13282" y="149104"/>
                  </a:lnTo>
                  <a:lnTo>
                    <a:pt x="13186" y="203368"/>
                  </a:lnTo>
                  <a:lnTo>
                    <a:pt x="3804" y="203352"/>
                  </a:lnTo>
                  <a:close/>
                  <a:moveTo>
                    <a:pt x="292148" y="148872"/>
                  </a:moveTo>
                  <a:cubicBezTo>
                    <a:pt x="295743" y="148872"/>
                    <a:pt x="299112" y="149580"/>
                    <a:pt x="302271" y="150973"/>
                  </a:cubicBezTo>
                  <a:cubicBezTo>
                    <a:pt x="305423" y="152366"/>
                    <a:pt x="308163" y="154298"/>
                    <a:pt x="310476" y="156778"/>
                  </a:cubicBezTo>
                  <a:lnTo>
                    <a:pt x="310476" y="149637"/>
                  </a:lnTo>
                  <a:cubicBezTo>
                    <a:pt x="310476" y="149637"/>
                    <a:pt x="319181" y="149653"/>
                    <a:pt x="319181" y="149653"/>
                  </a:cubicBezTo>
                  <a:lnTo>
                    <a:pt x="319084" y="203917"/>
                  </a:lnTo>
                  <a:lnTo>
                    <a:pt x="310395" y="203901"/>
                  </a:lnTo>
                  <a:lnTo>
                    <a:pt x="310412" y="196759"/>
                  </a:lnTo>
                  <a:cubicBezTo>
                    <a:pt x="308090" y="199167"/>
                    <a:pt x="305350" y="201075"/>
                    <a:pt x="302191" y="202492"/>
                  </a:cubicBezTo>
                  <a:cubicBezTo>
                    <a:pt x="299031" y="203901"/>
                    <a:pt x="295654" y="204601"/>
                    <a:pt x="292060" y="204601"/>
                  </a:cubicBezTo>
                  <a:lnTo>
                    <a:pt x="292052" y="204585"/>
                  </a:lnTo>
                  <a:cubicBezTo>
                    <a:pt x="287304" y="204577"/>
                    <a:pt x="282960" y="203321"/>
                    <a:pt x="279027" y="200809"/>
                  </a:cubicBezTo>
                  <a:cubicBezTo>
                    <a:pt x="275094" y="198297"/>
                    <a:pt x="271959" y="194932"/>
                    <a:pt x="269613" y="190705"/>
                  </a:cubicBezTo>
                  <a:cubicBezTo>
                    <a:pt x="267276" y="186478"/>
                    <a:pt x="266107" y="181809"/>
                    <a:pt x="266116" y="176680"/>
                  </a:cubicBezTo>
                  <a:cubicBezTo>
                    <a:pt x="266124" y="171560"/>
                    <a:pt x="267308" y="166882"/>
                    <a:pt x="269662" y="162671"/>
                  </a:cubicBezTo>
                  <a:cubicBezTo>
                    <a:pt x="272015" y="158453"/>
                    <a:pt x="275167" y="155095"/>
                    <a:pt x="279108" y="152600"/>
                  </a:cubicBezTo>
                  <a:cubicBezTo>
                    <a:pt x="283049" y="150104"/>
                    <a:pt x="287401" y="148864"/>
                    <a:pt x="292148" y="148872"/>
                  </a:cubicBezTo>
                  <a:close/>
                  <a:moveTo>
                    <a:pt x="491312" y="148863"/>
                  </a:moveTo>
                  <a:cubicBezTo>
                    <a:pt x="495019" y="148863"/>
                    <a:pt x="498453" y="149821"/>
                    <a:pt x="501604" y="151729"/>
                  </a:cubicBezTo>
                  <a:cubicBezTo>
                    <a:pt x="504755" y="153637"/>
                    <a:pt x="507318" y="156383"/>
                    <a:pt x="509285" y="159973"/>
                  </a:cubicBezTo>
                  <a:cubicBezTo>
                    <a:pt x="511251" y="163564"/>
                    <a:pt x="512227" y="167920"/>
                    <a:pt x="512219" y="173048"/>
                  </a:cubicBezTo>
                  <a:lnTo>
                    <a:pt x="512162" y="204246"/>
                  </a:lnTo>
                  <a:lnTo>
                    <a:pt x="502773" y="204230"/>
                  </a:lnTo>
                  <a:lnTo>
                    <a:pt x="502821" y="174385"/>
                  </a:lnTo>
                  <a:cubicBezTo>
                    <a:pt x="502821" y="170102"/>
                    <a:pt x="501604" y="166318"/>
                    <a:pt x="499146" y="163025"/>
                  </a:cubicBezTo>
                  <a:cubicBezTo>
                    <a:pt x="496687" y="159732"/>
                    <a:pt x="493230" y="158089"/>
                    <a:pt x="488773" y="158081"/>
                  </a:cubicBezTo>
                  <a:cubicBezTo>
                    <a:pt x="485122" y="158081"/>
                    <a:pt x="481858" y="159442"/>
                    <a:pt x="478988" y="162179"/>
                  </a:cubicBezTo>
                  <a:cubicBezTo>
                    <a:pt x="476119" y="164917"/>
                    <a:pt x="474676" y="168878"/>
                    <a:pt x="474668" y="174063"/>
                  </a:cubicBezTo>
                  <a:lnTo>
                    <a:pt x="474620" y="204182"/>
                  </a:lnTo>
                  <a:lnTo>
                    <a:pt x="465238" y="204166"/>
                  </a:lnTo>
                  <a:lnTo>
                    <a:pt x="465238" y="204157"/>
                  </a:lnTo>
                  <a:lnTo>
                    <a:pt x="465335" y="149893"/>
                  </a:lnTo>
                  <a:lnTo>
                    <a:pt x="474024" y="149910"/>
                  </a:lnTo>
                  <a:lnTo>
                    <a:pt x="474007" y="158685"/>
                  </a:lnTo>
                  <a:cubicBezTo>
                    <a:pt x="475926" y="155497"/>
                    <a:pt x="478408" y="153057"/>
                    <a:pt x="481447" y="151375"/>
                  </a:cubicBezTo>
                  <a:cubicBezTo>
                    <a:pt x="484493" y="149692"/>
                    <a:pt x="487781" y="148855"/>
                    <a:pt x="491312" y="148863"/>
                  </a:cubicBezTo>
                  <a:close/>
                  <a:moveTo>
                    <a:pt x="424843" y="148743"/>
                  </a:moveTo>
                  <a:cubicBezTo>
                    <a:pt x="429937" y="148751"/>
                    <a:pt x="434555" y="150023"/>
                    <a:pt x="438698" y="152567"/>
                  </a:cubicBezTo>
                  <a:cubicBezTo>
                    <a:pt x="442833" y="155103"/>
                    <a:pt x="446129" y="158501"/>
                    <a:pt x="448587" y="162760"/>
                  </a:cubicBezTo>
                  <a:cubicBezTo>
                    <a:pt x="451045" y="167011"/>
                    <a:pt x="452262" y="171761"/>
                    <a:pt x="452254" y="177010"/>
                  </a:cubicBezTo>
                  <a:cubicBezTo>
                    <a:pt x="452246" y="182195"/>
                    <a:pt x="451005" y="186929"/>
                    <a:pt x="448539" y="191204"/>
                  </a:cubicBezTo>
                  <a:cubicBezTo>
                    <a:pt x="446065" y="195479"/>
                    <a:pt x="442760" y="198877"/>
                    <a:pt x="438617" y="201405"/>
                  </a:cubicBezTo>
                  <a:cubicBezTo>
                    <a:pt x="434475" y="203933"/>
                    <a:pt x="429848" y="205189"/>
                    <a:pt x="424755" y="205181"/>
                  </a:cubicBezTo>
                  <a:lnTo>
                    <a:pt x="424747" y="205173"/>
                  </a:lnTo>
                  <a:cubicBezTo>
                    <a:pt x="419709" y="205165"/>
                    <a:pt x="415099" y="203893"/>
                    <a:pt x="410932" y="201348"/>
                  </a:cubicBezTo>
                  <a:cubicBezTo>
                    <a:pt x="406764" y="198812"/>
                    <a:pt x="403452" y="195399"/>
                    <a:pt x="401002" y="191116"/>
                  </a:cubicBezTo>
                  <a:cubicBezTo>
                    <a:pt x="398543" y="186832"/>
                    <a:pt x="397326" y="182098"/>
                    <a:pt x="397335" y="176913"/>
                  </a:cubicBezTo>
                  <a:cubicBezTo>
                    <a:pt x="397343" y="171664"/>
                    <a:pt x="398584" y="166922"/>
                    <a:pt x="401050" y="162679"/>
                  </a:cubicBezTo>
                  <a:cubicBezTo>
                    <a:pt x="403516" y="158436"/>
                    <a:pt x="406845" y="155047"/>
                    <a:pt x="411021" y="152519"/>
                  </a:cubicBezTo>
                  <a:cubicBezTo>
                    <a:pt x="415196" y="149991"/>
                    <a:pt x="419806" y="148735"/>
                    <a:pt x="424843" y="148743"/>
                  </a:cubicBezTo>
                  <a:close/>
                  <a:moveTo>
                    <a:pt x="178917" y="148316"/>
                  </a:moveTo>
                  <a:cubicBezTo>
                    <a:pt x="184019" y="148324"/>
                    <a:pt x="188637" y="149596"/>
                    <a:pt x="192773" y="152140"/>
                  </a:cubicBezTo>
                  <a:cubicBezTo>
                    <a:pt x="196908" y="154676"/>
                    <a:pt x="200204" y="158074"/>
                    <a:pt x="202662" y="162333"/>
                  </a:cubicBezTo>
                  <a:cubicBezTo>
                    <a:pt x="205120" y="166592"/>
                    <a:pt x="206337" y="171334"/>
                    <a:pt x="206329" y="176583"/>
                  </a:cubicBezTo>
                  <a:cubicBezTo>
                    <a:pt x="206321" y="181768"/>
                    <a:pt x="205080" y="186502"/>
                    <a:pt x="202614" y="190777"/>
                  </a:cubicBezTo>
                  <a:cubicBezTo>
                    <a:pt x="200140" y="195052"/>
                    <a:pt x="196835" y="198458"/>
                    <a:pt x="192692" y="200978"/>
                  </a:cubicBezTo>
                  <a:cubicBezTo>
                    <a:pt x="188549" y="203506"/>
                    <a:pt x="183922" y="204762"/>
                    <a:pt x="178821" y="204754"/>
                  </a:cubicBezTo>
                  <a:lnTo>
                    <a:pt x="178821" y="204746"/>
                  </a:lnTo>
                  <a:cubicBezTo>
                    <a:pt x="173783" y="204738"/>
                    <a:pt x="169173" y="203466"/>
                    <a:pt x="165006" y="200921"/>
                  </a:cubicBezTo>
                  <a:cubicBezTo>
                    <a:pt x="160839" y="198385"/>
                    <a:pt x="157527" y="194972"/>
                    <a:pt x="155077" y="190689"/>
                  </a:cubicBezTo>
                  <a:cubicBezTo>
                    <a:pt x="152618" y="186405"/>
                    <a:pt x="151401" y="181671"/>
                    <a:pt x="151410" y="176486"/>
                  </a:cubicBezTo>
                  <a:cubicBezTo>
                    <a:pt x="151418" y="171237"/>
                    <a:pt x="152659" y="166495"/>
                    <a:pt x="155125" y="162252"/>
                  </a:cubicBezTo>
                  <a:cubicBezTo>
                    <a:pt x="157591" y="158009"/>
                    <a:pt x="160920" y="154620"/>
                    <a:pt x="165095" y="152092"/>
                  </a:cubicBezTo>
                  <a:cubicBezTo>
                    <a:pt x="169270" y="149564"/>
                    <a:pt x="173880" y="148308"/>
                    <a:pt x="178917" y="148316"/>
                  </a:cubicBezTo>
                  <a:close/>
                  <a:moveTo>
                    <a:pt x="118510" y="148219"/>
                  </a:moveTo>
                  <a:cubicBezTo>
                    <a:pt x="122217" y="148219"/>
                    <a:pt x="125651" y="149177"/>
                    <a:pt x="128802" y="151085"/>
                  </a:cubicBezTo>
                  <a:cubicBezTo>
                    <a:pt x="131953" y="152993"/>
                    <a:pt x="134516" y="155739"/>
                    <a:pt x="136475" y="159329"/>
                  </a:cubicBezTo>
                  <a:cubicBezTo>
                    <a:pt x="138441" y="162920"/>
                    <a:pt x="139416" y="167276"/>
                    <a:pt x="139408" y="172404"/>
                  </a:cubicBezTo>
                  <a:lnTo>
                    <a:pt x="139352" y="203602"/>
                  </a:lnTo>
                  <a:lnTo>
                    <a:pt x="129962" y="203586"/>
                  </a:lnTo>
                  <a:lnTo>
                    <a:pt x="130011" y="173741"/>
                  </a:lnTo>
                  <a:cubicBezTo>
                    <a:pt x="130011" y="169458"/>
                    <a:pt x="128794" y="165674"/>
                    <a:pt x="126336" y="162381"/>
                  </a:cubicBezTo>
                  <a:cubicBezTo>
                    <a:pt x="123877" y="159088"/>
                    <a:pt x="120420" y="157445"/>
                    <a:pt x="115963" y="157437"/>
                  </a:cubicBezTo>
                  <a:cubicBezTo>
                    <a:pt x="112312" y="157437"/>
                    <a:pt x="109056" y="158798"/>
                    <a:pt x="106178" y="161535"/>
                  </a:cubicBezTo>
                  <a:cubicBezTo>
                    <a:pt x="103309" y="164273"/>
                    <a:pt x="101866" y="168234"/>
                    <a:pt x="101858" y="173419"/>
                  </a:cubicBezTo>
                  <a:lnTo>
                    <a:pt x="101810" y="203538"/>
                  </a:lnTo>
                  <a:lnTo>
                    <a:pt x="92428" y="203522"/>
                  </a:lnTo>
                  <a:lnTo>
                    <a:pt x="92437" y="203513"/>
                  </a:lnTo>
                  <a:lnTo>
                    <a:pt x="92533" y="149249"/>
                  </a:lnTo>
                  <a:lnTo>
                    <a:pt x="101222" y="149266"/>
                  </a:lnTo>
                  <a:lnTo>
                    <a:pt x="101206" y="158041"/>
                  </a:lnTo>
                  <a:cubicBezTo>
                    <a:pt x="103124" y="154853"/>
                    <a:pt x="105606" y="152413"/>
                    <a:pt x="108645" y="150731"/>
                  </a:cubicBezTo>
                  <a:cubicBezTo>
                    <a:pt x="111691" y="149048"/>
                    <a:pt x="114980" y="148211"/>
                    <a:pt x="118510" y="148219"/>
                  </a:cubicBezTo>
                  <a:close/>
                  <a:moveTo>
                    <a:pt x="55951" y="148107"/>
                  </a:moveTo>
                  <a:cubicBezTo>
                    <a:pt x="59658" y="148107"/>
                    <a:pt x="63092" y="149065"/>
                    <a:pt x="66243" y="150973"/>
                  </a:cubicBezTo>
                  <a:cubicBezTo>
                    <a:pt x="69394" y="152881"/>
                    <a:pt x="71957" y="155627"/>
                    <a:pt x="73916" y="159217"/>
                  </a:cubicBezTo>
                  <a:cubicBezTo>
                    <a:pt x="75882" y="162808"/>
                    <a:pt x="76858" y="167164"/>
                    <a:pt x="76850" y="172292"/>
                  </a:cubicBezTo>
                  <a:lnTo>
                    <a:pt x="76793" y="203490"/>
                  </a:lnTo>
                  <a:lnTo>
                    <a:pt x="67412" y="203474"/>
                  </a:lnTo>
                  <a:lnTo>
                    <a:pt x="67460" y="173629"/>
                  </a:lnTo>
                  <a:cubicBezTo>
                    <a:pt x="67460" y="169346"/>
                    <a:pt x="66243" y="165562"/>
                    <a:pt x="63785" y="162269"/>
                  </a:cubicBezTo>
                  <a:cubicBezTo>
                    <a:pt x="61327" y="158976"/>
                    <a:pt x="57869" y="157333"/>
                    <a:pt x="53412" y="157325"/>
                  </a:cubicBezTo>
                  <a:cubicBezTo>
                    <a:pt x="49761" y="157325"/>
                    <a:pt x="46505" y="158686"/>
                    <a:pt x="43627" y="161423"/>
                  </a:cubicBezTo>
                  <a:cubicBezTo>
                    <a:pt x="40758" y="164161"/>
                    <a:pt x="39315" y="168122"/>
                    <a:pt x="39307" y="173307"/>
                  </a:cubicBezTo>
                  <a:lnTo>
                    <a:pt x="39259" y="203426"/>
                  </a:lnTo>
                  <a:lnTo>
                    <a:pt x="29878" y="203410"/>
                  </a:lnTo>
                  <a:lnTo>
                    <a:pt x="29869" y="203401"/>
                  </a:lnTo>
                  <a:lnTo>
                    <a:pt x="29966" y="149137"/>
                  </a:lnTo>
                  <a:lnTo>
                    <a:pt x="38655" y="149154"/>
                  </a:lnTo>
                  <a:lnTo>
                    <a:pt x="38638" y="157929"/>
                  </a:lnTo>
                  <a:cubicBezTo>
                    <a:pt x="40557" y="154741"/>
                    <a:pt x="43039" y="152301"/>
                    <a:pt x="46086" y="150619"/>
                  </a:cubicBezTo>
                  <a:cubicBezTo>
                    <a:pt x="49132" y="148936"/>
                    <a:pt x="52421" y="148099"/>
                    <a:pt x="55951" y="148107"/>
                  </a:cubicBezTo>
                  <a:close/>
                  <a:moveTo>
                    <a:pt x="8604" y="139328"/>
                  </a:moveTo>
                  <a:lnTo>
                    <a:pt x="8608" y="139330"/>
                  </a:lnTo>
                  <a:lnTo>
                    <a:pt x="8600" y="139330"/>
                  </a:lnTo>
                  <a:close/>
                  <a:moveTo>
                    <a:pt x="342240" y="131586"/>
                  </a:moveTo>
                  <a:lnTo>
                    <a:pt x="351106" y="131602"/>
                  </a:lnTo>
                  <a:lnTo>
                    <a:pt x="351074" y="149693"/>
                  </a:lnTo>
                  <a:lnTo>
                    <a:pt x="364026" y="149717"/>
                  </a:lnTo>
                  <a:lnTo>
                    <a:pt x="364010" y="157856"/>
                  </a:lnTo>
                  <a:lnTo>
                    <a:pt x="351324" y="157832"/>
                  </a:lnTo>
                  <a:lnTo>
                    <a:pt x="351243" y="203958"/>
                  </a:lnTo>
                  <a:lnTo>
                    <a:pt x="341861" y="203942"/>
                  </a:lnTo>
                  <a:lnTo>
                    <a:pt x="341845" y="203942"/>
                  </a:lnTo>
                  <a:lnTo>
                    <a:pt x="341926" y="157816"/>
                  </a:lnTo>
                  <a:lnTo>
                    <a:pt x="330109" y="157792"/>
                  </a:lnTo>
                  <a:lnTo>
                    <a:pt x="330126" y="149652"/>
                  </a:lnTo>
                  <a:lnTo>
                    <a:pt x="342208" y="149677"/>
                  </a:lnTo>
                  <a:close/>
                  <a:moveTo>
                    <a:pt x="379692" y="126957"/>
                  </a:moveTo>
                  <a:cubicBezTo>
                    <a:pt x="381489" y="126957"/>
                    <a:pt x="382980" y="127585"/>
                    <a:pt x="384165" y="128817"/>
                  </a:cubicBezTo>
                  <a:cubicBezTo>
                    <a:pt x="385350" y="130057"/>
                    <a:pt x="385946" y="131610"/>
                    <a:pt x="385938" y="133478"/>
                  </a:cubicBezTo>
                  <a:cubicBezTo>
                    <a:pt x="385938" y="135290"/>
                    <a:pt x="385334" y="136819"/>
                    <a:pt x="384149" y="138083"/>
                  </a:cubicBezTo>
                  <a:cubicBezTo>
                    <a:pt x="382956" y="139347"/>
                    <a:pt x="381465" y="139975"/>
                    <a:pt x="379668" y="139975"/>
                  </a:cubicBezTo>
                  <a:cubicBezTo>
                    <a:pt x="377927" y="139975"/>
                    <a:pt x="376452" y="139339"/>
                    <a:pt x="375243" y="138067"/>
                  </a:cubicBezTo>
                  <a:cubicBezTo>
                    <a:pt x="374026" y="136803"/>
                    <a:pt x="373421" y="135258"/>
                    <a:pt x="373430" y="133454"/>
                  </a:cubicBezTo>
                  <a:cubicBezTo>
                    <a:pt x="373430" y="131586"/>
                    <a:pt x="374042" y="130032"/>
                    <a:pt x="375259" y="128801"/>
                  </a:cubicBezTo>
                  <a:cubicBezTo>
                    <a:pt x="376476" y="127569"/>
                    <a:pt x="377959" y="126949"/>
                    <a:pt x="379692" y="126957"/>
                  </a:cubicBezTo>
                  <a:close/>
                  <a:moveTo>
                    <a:pt x="8624" y="126312"/>
                  </a:moveTo>
                  <a:cubicBezTo>
                    <a:pt x="10421" y="126312"/>
                    <a:pt x="11912" y="126940"/>
                    <a:pt x="13097" y="128172"/>
                  </a:cubicBezTo>
                  <a:cubicBezTo>
                    <a:pt x="14282" y="129412"/>
                    <a:pt x="14870" y="130965"/>
                    <a:pt x="14870" y="132833"/>
                  </a:cubicBezTo>
                  <a:cubicBezTo>
                    <a:pt x="14870" y="134645"/>
                    <a:pt x="14266" y="136174"/>
                    <a:pt x="13081" y="137438"/>
                  </a:cubicBezTo>
                  <a:lnTo>
                    <a:pt x="8604" y="139328"/>
                  </a:lnTo>
                  <a:lnTo>
                    <a:pt x="4175" y="137422"/>
                  </a:lnTo>
                  <a:cubicBezTo>
                    <a:pt x="2958" y="136158"/>
                    <a:pt x="2354" y="134613"/>
                    <a:pt x="2362" y="132809"/>
                  </a:cubicBezTo>
                  <a:cubicBezTo>
                    <a:pt x="2362" y="130941"/>
                    <a:pt x="2974" y="129387"/>
                    <a:pt x="4191" y="128156"/>
                  </a:cubicBezTo>
                  <a:cubicBezTo>
                    <a:pt x="5408" y="126924"/>
                    <a:pt x="6891" y="126304"/>
                    <a:pt x="8624" y="126312"/>
                  </a:cubicBezTo>
                  <a:close/>
                  <a:moveTo>
                    <a:pt x="613585" y="54650"/>
                  </a:moveTo>
                  <a:cubicBezTo>
                    <a:pt x="612586" y="55245"/>
                    <a:pt x="611482" y="56076"/>
                    <a:pt x="610289" y="57138"/>
                  </a:cubicBezTo>
                  <a:cubicBezTo>
                    <a:pt x="609096" y="58201"/>
                    <a:pt x="608056" y="59570"/>
                    <a:pt x="607170" y="61228"/>
                  </a:cubicBezTo>
                  <a:cubicBezTo>
                    <a:pt x="606283" y="62887"/>
                    <a:pt x="605840" y="64908"/>
                    <a:pt x="605832" y="67291"/>
                  </a:cubicBezTo>
                  <a:cubicBezTo>
                    <a:pt x="605832" y="70962"/>
                    <a:pt x="607009" y="74166"/>
                    <a:pt x="609394" y="76904"/>
                  </a:cubicBezTo>
                  <a:cubicBezTo>
                    <a:pt x="611772" y="79641"/>
                    <a:pt x="615133" y="81010"/>
                    <a:pt x="619469" y="81018"/>
                  </a:cubicBezTo>
                  <a:lnTo>
                    <a:pt x="619477" y="81018"/>
                  </a:lnTo>
                  <a:cubicBezTo>
                    <a:pt x="621290" y="81018"/>
                    <a:pt x="623039" y="80728"/>
                    <a:pt x="624732" y="80132"/>
                  </a:cubicBezTo>
                  <a:cubicBezTo>
                    <a:pt x="626424" y="79536"/>
                    <a:pt x="628036" y="78772"/>
                    <a:pt x="629568" y="77830"/>
                  </a:cubicBezTo>
                  <a:close/>
                  <a:moveTo>
                    <a:pt x="290947" y="40875"/>
                  </a:moveTo>
                  <a:cubicBezTo>
                    <a:pt x="287642" y="40875"/>
                    <a:pt x="284644" y="41720"/>
                    <a:pt x="281952" y="43435"/>
                  </a:cubicBezTo>
                  <a:cubicBezTo>
                    <a:pt x="279252" y="45150"/>
                    <a:pt x="277108" y="47437"/>
                    <a:pt x="275512" y="50295"/>
                  </a:cubicBezTo>
                  <a:cubicBezTo>
                    <a:pt x="273916" y="53153"/>
                    <a:pt x="273110" y="56333"/>
                    <a:pt x="273102" y="59835"/>
                  </a:cubicBezTo>
                  <a:cubicBezTo>
                    <a:pt x="273102" y="63329"/>
                    <a:pt x="273884" y="66518"/>
                    <a:pt x="275472" y="69384"/>
                  </a:cubicBezTo>
                  <a:cubicBezTo>
                    <a:pt x="277060" y="72250"/>
                    <a:pt x="279196" y="74545"/>
                    <a:pt x="281887" y="76268"/>
                  </a:cubicBezTo>
                  <a:lnTo>
                    <a:pt x="290870" y="78859"/>
                  </a:lnTo>
                  <a:lnTo>
                    <a:pt x="290866" y="78861"/>
                  </a:lnTo>
                  <a:lnTo>
                    <a:pt x="290874" y="78861"/>
                  </a:lnTo>
                  <a:lnTo>
                    <a:pt x="290870" y="78859"/>
                  </a:lnTo>
                  <a:lnTo>
                    <a:pt x="299869" y="76301"/>
                  </a:lnTo>
                  <a:cubicBezTo>
                    <a:pt x="302569" y="74585"/>
                    <a:pt x="304713" y="72298"/>
                    <a:pt x="306308" y="69440"/>
                  </a:cubicBezTo>
                  <a:cubicBezTo>
                    <a:pt x="307904" y="66582"/>
                    <a:pt x="308710" y="63402"/>
                    <a:pt x="308718" y="59900"/>
                  </a:cubicBezTo>
                  <a:cubicBezTo>
                    <a:pt x="308718" y="56406"/>
                    <a:pt x="307936" y="53217"/>
                    <a:pt x="306349" y="50351"/>
                  </a:cubicBezTo>
                  <a:cubicBezTo>
                    <a:pt x="304761" y="47485"/>
                    <a:pt x="302625" y="45190"/>
                    <a:pt x="299933" y="43468"/>
                  </a:cubicBezTo>
                  <a:cubicBezTo>
                    <a:pt x="297241" y="41745"/>
                    <a:pt x="294243" y="40883"/>
                    <a:pt x="290947" y="40875"/>
                  </a:cubicBezTo>
                  <a:close/>
                  <a:moveTo>
                    <a:pt x="535301" y="40754"/>
                  </a:moveTo>
                  <a:cubicBezTo>
                    <a:pt x="531070" y="40754"/>
                    <a:pt x="527362" y="42203"/>
                    <a:pt x="524171" y="45118"/>
                  </a:cubicBezTo>
                  <a:cubicBezTo>
                    <a:pt x="520979" y="48040"/>
                    <a:pt x="518948" y="51542"/>
                    <a:pt x="518070" y="55640"/>
                  </a:cubicBezTo>
                  <a:lnTo>
                    <a:pt x="518061" y="55648"/>
                  </a:lnTo>
                  <a:cubicBezTo>
                    <a:pt x="521189" y="55109"/>
                    <a:pt x="524348" y="54843"/>
                    <a:pt x="527532" y="54851"/>
                  </a:cubicBezTo>
                  <a:lnTo>
                    <a:pt x="544828" y="54883"/>
                  </a:lnTo>
                  <a:cubicBezTo>
                    <a:pt x="546101" y="54883"/>
                    <a:pt x="547358" y="54932"/>
                    <a:pt x="548608" y="55028"/>
                  </a:cubicBezTo>
                  <a:cubicBezTo>
                    <a:pt x="549849" y="55125"/>
                    <a:pt x="551114" y="55230"/>
                    <a:pt x="552388" y="55350"/>
                  </a:cubicBezTo>
                  <a:cubicBezTo>
                    <a:pt x="551582" y="51132"/>
                    <a:pt x="549559" y="47646"/>
                    <a:pt x="546327" y="44892"/>
                  </a:cubicBezTo>
                  <a:cubicBezTo>
                    <a:pt x="543087" y="42147"/>
                    <a:pt x="539412" y="40762"/>
                    <a:pt x="535301" y="40754"/>
                  </a:cubicBezTo>
                  <a:close/>
                  <a:moveTo>
                    <a:pt x="356287" y="40448"/>
                  </a:moveTo>
                  <a:cubicBezTo>
                    <a:pt x="352056" y="40448"/>
                    <a:pt x="348348" y="41897"/>
                    <a:pt x="345157" y="44812"/>
                  </a:cubicBezTo>
                  <a:cubicBezTo>
                    <a:pt x="341965" y="47734"/>
                    <a:pt x="339934" y="51236"/>
                    <a:pt x="339056" y="55334"/>
                  </a:cubicBezTo>
                  <a:cubicBezTo>
                    <a:pt x="342183" y="54795"/>
                    <a:pt x="345342" y="54529"/>
                    <a:pt x="348526" y="54537"/>
                  </a:cubicBezTo>
                  <a:lnTo>
                    <a:pt x="365822" y="54569"/>
                  </a:lnTo>
                  <a:cubicBezTo>
                    <a:pt x="367095" y="54569"/>
                    <a:pt x="368353" y="54618"/>
                    <a:pt x="369602" y="54714"/>
                  </a:cubicBezTo>
                  <a:cubicBezTo>
                    <a:pt x="370851" y="54811"/>
                    <a:pt x="372108" y="54916"/>
                    <a:pt x="373382" y="55036"/>
                  </a:cubicBezTo>
                  <a:cubicBezTo>
                    <a:pt x="372576" y="50818"/>
                    <a:pt x="370553" y="47332"/>
                    <a:pt x="367313" y="44578"/>
                  </a:cubicBezTo>
                  <a:cubicBezTo>
                    <a:pt x="364073" y="41833"/>
                    <a:pt x="360398" y="40448"/>
                    <a:pt x="356287" y="40448"/>
                  </a:cubicBezTo>
                  <a:close/>
                  <a:moveTo>
                    <a:pt x="150345" y="40086"/>
                  </a:moveTo>
                  <a:cubicBezTo>
                    <a:pt x="146114" y="40086"/>
                    <a:pt x="142406" y="41535"/>
                    <a:pt x="139215" y="44450"/>
                  </a:cubicBezTo>
                  <a:cubicBezTo>
                    <a:pt x="136023" y="47372"/>
                    <a:pt x="133992" y="50874"/>
                    <a:pt x="133114" y="54972"/>
                  </a:cubicBezTo>
                  <a:lnTo>
                    <a:pt x="133106" y="54980"/>
                  </a:lnTo>
                  <a:cubicBezTo>
                    <a:pt x="136233" y="54441"/>
                    <a:pt x="139392" y="54175"/>
                    <a:pt x="142576" y="54183"/>
                  </a:cubicBezTo>
                  <a:lnTo>
                    <a:pt x="159872" y="54215"/>
                  </a:lnTo>
                  <a:cubicBezTo>
                    <a:pt x="161145" y="54215"/>
                    <a:pt x="162403" y="54264"/>
                    <a:pt x="163652" y="54360"/>
                  </a:cubicBezTo>
                  <a:cubicBezTo>
                    <a:pt x="164893" y="54457"/>
                    <a:pt x="166158" y="54562"/>
                    <a:pt x="167432" y="54682"/>
                  </a:cubicBezTo>
                  <a:cubicBezTo>
                    <a:pt x="166626" y="50464"/>
                    <a:pt x="164603" y="46978"/>
                    <a:pt x="161371" y="44224"/>
                  </a:cubicBezTo>
                  <a:cubicBezTo>
                    <a:pt x="158131" y="41479"/>
                    <a:pt x="154456" y="40094"/>
                    <a:pt x="150345" y="40086"/>
                  </a:cubicBezTo>
                  <a:close/>
                  <a:moveTo>
                    <a:pt x="241332" y="32646"/>
                  </a:moveTo>
                  <a:lnTo>
                    <a:pt x="250713" y="32662"/>
                  </a:lnTo>
                  <a:lnTo>
                    <a:pt x="250617" y="86926"/>
                  </a:lnTo>
                  <a:lnTo>
                    <a:pt x="241235" y="86910"/>
                  </a:lnTo>
                  <a:close/>
                  <a:moveTo>
                    <a:pt x="4094" y="32236"/>
                  </a:moveTo>
                  <a:lnTo>
                    <a:pt x="13475" y="32252"/>
                  </a:lnTo>
                  <a:lnTo>
                    <a:pt x="13379" y="86516"/>
                  </a:lnTo>
                  <a:lnTo>
                    <a:pt x="3997" y="86500"/>
                  </a:lnTo>
                  <a:close/>
                  <a:moveTo>
                    <a:pt x="535317" y="32075"/>
                  </a:moveTo>
                  <a:cubicBezTo>
                    <a:pt x="540129" y="32083"/>
                    <a:pt x="544529" y="33283"/>
                    <a:pt x="548519" y="35674"/>
                  </a:cubicBezTo>
                  <a:cubicBezTo>
                    <a:pt x="552509" y="38065"/>
                    <a:pt x="555692" y="41277"/>
                    <a:pt x="558062" y="45319"/>
                  </a:cubicBezTo>
                  <a:cubicBezTo>
                    <a:pt x="560431" y="49360"/>
                    <a:pt x="561608" y="53950"/>
                    <a:pt x="561600" y="59070"/>
                  </a:cubicBezTo>
                  <a:lnTo>
                    <a:pt x="561600" y="63047"/>
                  </a:lnTo>
                  <a:cubicBezTo>
                    <a:pt x="561600" y="63047"/>
                    <a:pt x="527532" y="62991"/>
                    <a:pt x="527532" y="62991"/>
                  </a:cubicBezTo>
                  <a:cubicBezTo>
                    <a:pt x="526024" y="62991"/>
                    <a:pt x="524493" y="62926"/>
                    <a:pt x="522930" y="62806"/>
                  </a:cubicBezTo>
                  <a:cubicBezTo>
                    <a:pt x="521366" y="62685"/>
                    <a:pt x="519826" y="62500"/>
                    <a:pt x="518327" y="62258"/>
                  </a:cubicBezTo>
                  <a:cubicBezTo>
                    <a:pt x="518956" y="67081"/>
                    <a:pt x="521052" y="71122"/>
                    <a:pt x="524606" y="74391"/>
                  </a:cubicBezTo>
                  <a:cubicBezTo>
                    <a:pt x="528160" y="77652"/>
                    <a:pt x="532400" y="79286"/>
                    <a:pt x="537324" y="79294"/>
                  </a:cubicBezTo>
                  <a:cubicBezTo>
                    <a:pt x="540629" y="79294"/>
                    <a:pt x="543699" y="78521"/>
                    <a:pt x="546536" y="76959"/>
                  </a:cubicBezTo>
                  <a:cubicBezTo>
                    <a:pt x="549381" y="75398"/>
                    <a:pt x="551670" y="73320"/>
                    <a:pt x="553411" y="70728"/>
                  </a:cubicBezTo>
                  <a:lnTo>
                    <a:pt x="555998" y="81854"/>
                  </a:lnTo>
                  <a:cubicBezTo>
                    <a:pt x="553500" y="83964"/>
                    <a:pt x="550647" y="85598"/>
                    <a:pt x="547431" y="86766"/>
                  </a:cubicBezTo>
                  <a:cubicBezTo>
                    <a:pt x="544215" y="87933"/>
                    <a:pt x="540806" y="88521"/>
                    <a:pt x="537219" y="88513"/>
                  </a:cubicBezTo>
                  <a:lnTo>
                    <a:pt x="537211" y="88513"/>
                  </a:lnTo>
                  <a:cubicBezTo>
                    <a:pt x="531763" y="88505"/>
                    <a:pt x="526887" y="87233"/>
                    <a:pt x="522575" y="84688"/>
                  </a:cubicBezTo>
                  <a:cubicBezTo>
                    <a:pt x="518263" y="82152"/>
                    <a:pt x="514878" y="78690"/>
                    <a:pt x="512428" y="74319"/>
                  </a:cubicBezTo>
                  <a:cubicBezTo>
                    <a:pt x="509969" y="69947"/>
                    <a:pt x="508752" y="65076"/>
                    <a:pt x="508761" y="59706"/>
                  </a:cubicBezTo>
                  <a:cubicBezTo>
                    <a:pt x="508769" y="54586"/>
                    <a:pt x="509961" y="49924"/>
                    <a:pt x="512347" y="45737"/>
                  </a:cubicBezTo>
                  <a:cubicBezTo>
                    <a:pt x="514733" y="41551"/>
                    <a:pt x="517932" y="38226"/>
                    <a:pt x="521970" y="35762"/>
                  </a:cubicBezTo>
                  <a:cubicBezTo>
                    <a:pt x="526000" y="33299"/>
                    <a:pt x="530449" y="32067"/>
                    <a:pt x="535317" y="32075"/>
                  </a:cubicBezTo>
                  <a:close/>
                  <a:moveTo>
                    <a:pt x="289705" y="32011"/>
                  </a:moveTo>
                  <a:cubicBezTo>
                    <a:pt x="293300" y="32011"/>
                    <a:pt x="296669" y="32719"/>
                    <a:pt x="299828" y="34112"/>
                  </a:cubicBezTo>
                  <a:cubicBezTo>
                    <a:pt x="302980" y="35505"/>
                    <a:pt x="305720" y="37437"/>
                    <a:pt x="308033" y="39917"/>
                  </a:cubicBezTo>
                  <a:lnTo>
                    <a:pt x="308049" y="32776"/>
                  </a:lnTo>
                  <a:lnTo>
                    <a:pt x="316738" y="32792"/>
                  </a:lnTo>
                  <a:lnTo>
                    <a:pt x="316641" y="87057"/>
                  </a:lnTo>
                  <a:cubicBezTo>
                    <a:pt x="316633" y="92966"/>
                    <a:pt x="315303" y="98030"/>
                    <a:pt x="312659" y="102241"/>
                  </a:cubicBezTo>
                  <a:cubicBezTo>
                    <a:pt x="310016" y="106460"/>
                    <a:pt x="306550" y="109680"/>
                    <a:pt x="302254" y="111902"/>
                  </a:cubicBezTo>
                  <a:cubicBezTo>
                    <a:pt x="297967" y="114124"/>
                    <a:pt x="293324" y="115236"/>
                    <a:pt x="288343" y="115227"/>
                  </a:cubicBezTo>
                  <a:lnTo>
                    <a:pt x="288367" y="115211"/>
                  </a:lnTo>
                  <a:cubicBezTo>
                    <a:pt x="284370" y="115211"/>
                    <a:pt x="280735" y="114591"/>
                    <a:pt x="277463" y="113384"/>
                  </a:cubicBezTo>
                  <a:cubicBezTo>
                    <a:pt x="274190" y="112168"/>
                    <a:pt x="271281" y="110510"/>
                    <a:pt x="268734" y="108392"/>
                  </a:cubicBezTo>
                  <a:lnTo>
                    <a:pt x="271362" y="97362"/>
                  </a:lnTo>
                  <a:cubicBezTo>
                    <a:pt x="273094" y="99955"/>
                    <a:pt x="275407" y="102072"/>
                    <a:pt x="278301" y="103706"/>
                  </a:cubicBezTo>
                  <a:cubicBezTo>
                    <a:pt x="281194" y="105341"/>
                    <a:pt x="284523" y="106162"/>
                    <a:pt x="288287" y="106162"/>
                  </a:cubicBezTo>
                  <a:cubicBezTo>
                    <a:pt x="294138" y="106170"/>
                    <a:pt x="298877" y="104342"/>
                    <a:pt x="302504" y="100671"/>
                  </a:cubicBezTo>
                  <a:cubicBezTo>
                    <a:pt x="306131" y="97000"/>
                    <a:pt x="307952" y="92274"/>
                    <a:pt x="307961" y="86485"/>
                  </a:cubicBezTo>
                  <a:lnTo>
                    <a:pt x="307961" y="79883"/>
                  </a:lnTo>
                  <a:cubicBezTo>
                    <a:pt x="305647" y="82291"/>
                    <a:pt x="302907" y="84199"/>
                    <a:pt x="299748" y="85616"/>
                  </a:cubicBezTo>
                  <a:cubicBezTo>
                    <a:pt x="296588" y="87025"/>
                    <a:pt x="293211" y="87725"/>
                    <a:pt x="289617" y="87725"/>
                  </a:cubicBezTo>
                  <a:cubicBezTo>
                    <a:pt x="284862" y="87717"/>
                    <a:pt x="280525" y="86461"/>
                    <a:pt x="276584" y="83949"/>
                  </a:cubicBezTo>
                  <a:cubicBezTo>
                    <a:pt x="272651" y="81437"/>
                    <a:pt x="269516" y="78072"/>
                    <a:pt x="267170" y="73844"/>
                  </a:cubicBezTo>
                  <a:cubicBezTo>
                    <a:pt x="264833" y="69617"/>
                    <a:pt x="263664" y="64948"/>
                    <a:pt x="263673" y="59819"/>
                  </a:cubicBezTo>
                  <a:cubicBezTo>
                    <a:pt x="263681" y="54699"/>
                    <a:pt x="264865" y="50021"/>
                    <a:pt x="267219" y="45810"/>
                  </a:cubicBezTo>
                  <a:cubicBezTo>
                    <a:pt x="269572" y="41592"/>
                    <a:pt x="272724" y="38234"/>
                    <a:pt x="276665" y="35738"/>
                  </a:cubicBezTo>
                  <a:cubicBezTo>
                    <a:pt x="280606" y="33243"/>
                    <a:pt x="284958" y="32003"/>
                    <a:pt x="289705" y="32011"/>
                  </a:cubicBezTo>
                  <a:close/>
                  <a:moveTo>
                    <a:pt x="481696" y="31986"/>
                  </a:moveTo>
                  <a:cubicBezTo>
                    <a:pt x="485459" y="31986"/>
                    <a:pt x="488998" y="32694"/>
                    <a:pt x="492294" y="34087"/>
                  </a:cubicBezTo>
                  <a:cubicBezTo>
                    <a:pt x="495590" y="35480"/>
                    <a:pt x="498484" y="37324"/>
                    <a:pt x="500974" y="39618"/>
                  </a:cubicBezTo>
                  <a:lnTo>
                    <a:pt x="498089" y="51912"/>
                  </a:lnTo>
                  <a:cubicBezTo>
                    <a:pt x="496646" y="48893"/>
                    <a:pt x="494462" y="46357"/>
                    <a:pt x="491545" y="44304"/>
                  </a:cubicBezTo>
                  <a:cubicBezTo>
                    <a:pt x="488619" y="42251"/>
                    <a:pt x="485306" y="41220"/>
                    <a:pt x="481599" y="41212"/>
                  </a:cubicBezTo>
                  <a:cubicBezTo>
                    <a:pt x="478238" y="41212"/>
                    <a:pt x="475183" y="42058"/>
                    <a:pt x="472427" y="43773"/>
                  </a:cubicBezTo>
                  <a:cubicBezTo>
                    <a:pt x="469670" y="45487"/>
                    <a:pt x="467478" y="47774"/>
                    <a:pt x="465850" y="50632"/>
                  </a:cubicBezTo>
                  <a:cubicBezTo>
                    <a:pt x="464222" y="53490"/>
                    <a:pt x="463408" y="56670"/>
                    <a:pt x="463400" y="60173"/>
                  </a:cubicBezTo>
                  <a:cubicBezTo>
                    <a:pt x="463400" y="63610"/>
                    <a:pt x="464198" y="66774"/>
                    <a:pt x="465818" y="69673"/>
                  </a:cubicBezTo>
                  <a:cubicBezTo>
                    <a:pt x="467430" y="72571"/>
                    <a:pt x="469614" y="74882"/>
                    <a:pt x="472370" y="76605"/>
                  </a:cubicBezTo>
                  <a:cubicBezTo>
                    <a:pt x="475119" y="78328"/>
                    <a:pt x="478173" y="79189"/>
                    <a:pt x="481534" y="79197"/>
                  </a:cubicBezTo>
                  <a:cubicBezTo>
                    <a:pt x="485242" y="79197"/>
                    <a:pt x="488562" y="78215"/>
                    <a:pt x="491488" y="76226"/>
                  </a:cubicBezTo>
                  <a:cubicBezTo>
                    <a:pt x="494414" y="74238"/>
                    <a:pt x="496606" y="71686"/>
                    <a:pt x="498065" y="68554"/>
                  </a:cubicBezTo>
                  <a:lnTo>
                    <a:pt x="500910" y="80856"/>
                  </a:lnTo>
                  <a:cubicBezTo>
                    <a:pt x="498411" y="83142"/>
                    <a:pt x="495518" y="84978"/>
                    <a:pt x="492213" y="86355"/>
                  </a:cubicBezTo>
                  <a:cubicBezTo>
                    <a:pt x="488909" y="87731"/>
                    <a:pt x="485371" y="88424"/>
                    <a:pt x="481607" y="88416"/>
                  </a:cubicBezTo>
                  <a:lnTo>
                    <a:pt x="481599" y="88416"/>
                  </a:lnTo>
                  <a:cubicBezTo>
                    <a:pt x="476497" y="88408"/>
                    <a:pt x="471871" y="87136"/>
                    <a:pt x="467704" y="84591"/>
                  </a:cubicBezTo>
                  <a:cubicBezTo>
                    <a:pt x="463537" y="82055"/>
                    <a:pt x="460208" y="78642"/>
                    <a:pt x="457726" y="74359"/>
                  </a:cubicBezTo>
                  <a:cubicBezTo>
                    <a:pt x="455244" y="70075"/>
                    <a:pt x="454002" y="65341"/>
                    <a:pt x="454011" y="60156"/>
                  </a:cubicBezTo>
                  <a:cubicBezTo>
                    <a:pt x="454019" y="54972"/>
                    <a:pt x="455276" y="50238"/>
                    <a:pt x="457774" y="45962"/>
                  </a:cubicBezTo>
                  <a:cubicBezTo>
                    <a:pt x="460273" y="41687"/>
                    <a:pt x="463610" y="38282"/>
                    <a:pt x="467785" y="35762"/>
                  </a:cubicBezTo>
                  <a:cubicBezTo>
                    <a:pt x="471959" y="33234"/>
                    <a:pt x="476594" y="31978"/>
                    <a:pt x="481696" y="31986"/>
                  </a:cubicBezTo>
                  <a:close/>
                  <a:moveTo>
                    <a:pt x="421128" y="31882"/>
                  </a:moveTo>
                  <a:cubicBezTo>
                    <a:pt x="424835" y="31882"/>
                    <a:pt x="428269" y="32840"/>
                    <a:pt x="431420" y="34748"/>
                  </a:cubicBezTo>
                  <a:cubicBezTo>
                    <a:pt x="434571" y="36656"/>
                    <a:pt x="437134" y="39402"/>
                    <a:pt x="439093" y="42992"/>
                  </a:cubicBezTo>
                  <a:cubicBezTo>
                    <a:pt x="441059" y="46583"/>
                    <a:pt x="442035" y="50939"/>
                    <a:pt x="442027" y="56067"/>
                  </a:cubicBezTo>
                  <a:lnTo>
                    <a:pt x="441970" y="87265"/>
                  </a:lnTo>
                  <a:lnTo>
                    <a:pt x="432580" y="87249"/>
                  </a:lnTo>
                  <a:lnTo>
                    <a:pt x="432629" y="57404"/>
                  </a:lnTo>
                  <a:cubicBezTo>
                    <a:pt x="432629" y="53121"/>
                    <a:pt x="431412" y="49337"/>
                    <a:pt x="428954" y="46044"/>
                  </a:cubicBezTo>
                  <a:cubicBezTo>
                    <a:pt x="426495" y="42751"/>
                    <a:pt x="423038" y="41108"/>
                    <a:pt x="418581" y="41100"/>
                  </a:cubicBezTo>
                  <a:cubicBezTo>
                    <a:pt x="414930" y="41100"/>
                    <a:pt x="411674" y="42461"/>
                    <a:pt x="408796" y="45198"/>
                  </a:cubicBezTo>
                  <a:cubicBezTo>
                    <a:pt x="405927" y="47936"/>
                    <a:pt x="404484" y="51897"/>
                    <a:pt x="404476" y="57082"/>
                  </a:cubicBezTo>
                  <a:lnTo>
                    <a:pt x="404428" y="87201"/>
                  </a:lnTo>
                  <a:lnTo>
                    <a:pt x="395046" y="87185"/>
                  </a:lnTo>
                  <a:lnTo>
                    <a:pt x="395046" y="87176"/>
                  </a:lnTo>
                  <a:lnTo>
                    <a:pt x="395143" y="32912"/>
                  </a:lnTo>
                  <a:lnTo>
                    <a:pt x="403832" y="32929"/>
                  </a:lnTo>
                  <a:lnTo>
                    <a:pt x="403815" y="41704"/>
                  </a:lnTo>
                  <a:cubicBezTo>
                    <a:pt x="405734" y="38516"/>
                    <a:pt x="408216" y="36076"/>
                    <a:pt x="411263" y="34394"/>
                  </a:cubicBezTo>
                  <a:cubicBezTo>
                    <a:pt x="414309" y="32711"/>
                    <a:pt x="417598" y="31874"/>
                    <a:pt x="421128" y="31882"/>
                  </a:cubicBezTo>
                  <a:close/>
                  <a:moveTo>
                    <a:pt x="356303" y="31761"/>
                  </a:moveTo>
                  <a:cubicBezTo>
                    <a:pt x="361115" y="31769"/>
                    <a:pt x="365515" y="32969"/>
                    <a:pt x="369505" y="35360"/>
                  </a:cubicBezTo>
                  <a:cubicBezTo>
                    <a:pt x="373495" y="37751"/>
                    <a:pt x="376678" y="40963"/>
                    <a:pt x="379048" y="45005"/>
                  </a:cubicBezTo>
                  <a:cubicBezTo>
                    <a:pt x="381417" y="49046"/>
                    <a:pt x="382594" y="53636"/>
                    <a:pt x="382586" y="58756"/>
                  </a:cubicBezTo>
                  <a:lnTo>
                    <a:pt x="382586" y="62733"/>
                  </a:lnTo>
                  <a:cubicBezTo>
                    <a:pt x="382586" y="62733"/>
                    <a:pt x="348518" y="62677"/>
                    <a:pt x="348518" y="62677"/>
                  </a:cubicBezTo>
                  <a:cubicBezTo>
                    <a:pt x="347010" y="62677"/>
                    <a:pt x="345479" y="62612"/>
                    <a:pt x="343915" y="62492"/>
                  </a:cubicBezTo>
                  <a:cubicBezTo>
                    <a:pt x="342352" y="62371"/>
                    <a:pt x="340812" y="62186"/>
                    <a:pt x="339313" y="61944"/>
                  </a:cubicBezTo>
                  <a:cubicBezTo>
                    <a:pt x="339942" y="66767"/>
                    <a:pt x="342038" y="70808"/>
                    <a:pt x="345592" y="74077"/>
                  </a:cubicBezTo>
                  <a:cubicBezTo>
                    <a:pt x="349146" y="77338"/>
                    <a:pt x="353386" y="78972"/>
                    <a:pt x="358318" y="78980"/>
                  </a:cubicBezTo>
                  <a:cubicBezTo>
                    <a:pt x="361623" y="78980"/>
                    <a:pt x="364693" y="78207"/>
                    <a:pt x="367530" y="76645"/>
                  </a:cubicBezTo>
                  <a:cubicBezTo>
                    <a:pt x="370367" y="75084"/>
                    <a:pt x="372664" y="73006"/>
                    <a:pt x="374405" y="70414"/>
                  </a:cubicBezTo>
                  <a:lnTo>
                    <a:pt x="376992" y="81540"/>
                  </a:lnTo>
                  <a:cubicBezTo>
                    <a:pt x="374494" y="83650"/>
                    <a:pt x="371641" y="85284"/>
                    <a:pt x="368425" y="86452"/>
                  </a:cubicBezTo>
                  <a:cubicBezTo>
                    <a:pt x="365209" y="87619"/>
                    <a:pt x="361800" y="88207"/>
                    <a:pt x="358213" y="88199"/>
                  </a:cubicBezTo>
                  <a:lnTo>
                    <a:pt x="358197" y="88199"/>
                  </a:lnTo>
                  <a:cubicBezTo>
                    <a:pt x="352749" y="88191"/>
                    <a:pt x="347873" y="86919"/>
                    <a:pt x="343561" y="84374"/>
                  </a:cubicBezTo>
                  <a:cubicBezTo>
                    <a:pt x="339249" y="81838"/>
                    <a:pt x="335864" y="78376"/>
                    <a:pt x="333414" y="74005"/>
                  </a:cubicBezTo>
                  <a:cubicBezTo>
                    <a:pt x="330955" y="69633"/>
                    <a:pt x="329738" y="64762"/>
                    <a:pt x="329747" y="59392"/>
                  </a:cubicBezTo>
                  <a:cubicBezTo>
                    <a:pt x="329755" y="54272"/>
                    <a:pt x="330947" y="49610"/>
                    <a:pt x="333333" y="45423"/>
                  </a:cubicBezTo>
                  <a:cubicBezTo>
                    <a:pt x="335719" y="41237"/>
                    <a:pt x="338918" y="37912"/>
                    <a:pt x="342956" y="35448"/>
                  </a:cubicBezTo>
                  <a:cubicBezTo>
                    <a:pt x="346986" y="32985"/>
                    <a:pt x="351435" y="31753"/>
                    <a:pt x="356303" y="31761"/>
                  </a:cubicBezTo>
                  <a:close/>
                  <a:moveTo>
                    <a:pt x="150353" y="31407"/>
                  </a:moveTo>
                  <a:cubicBezTo>
                    <a:pt x="155165" y="31415"/>
                    <a:pt x="159565" y="32615"/>
                    <a:pt x="163555" y="35006"/>
                  </a:cubicBezTo>
                  <a:cubicBezTo>
                    <a:pt x="167545" y="37397"/>
                    <a:pt x="170728" y="40609"/>
                    <a:pt x="173098" y="44651"/>
                  </a:cubicBezTo>
                  <a:cubicBezTo>
                    <a:pt x="175467" y="48692"/>
                    <a:pt x="176644" y="53282"/>
                    <a:pt x="176636" y="58402"/>
                  </a:cubicBezTo>
                  <a:lnTo>
                    <a:pt x="176636" y="62379"/>
                  </a:lnTo>
                  <a:cubicBezTo>
                    <a:pt x="176636" y="62379"/>
                    <a:pt x="142568" y="62323"/>
                    <a:pt x="142568" y="62323"/>
                  </a:cubicBezTo>
                  <a:cubicBezTo>
                    <a:pt x="141060" y="62323"/>
                    <a:pt x="139529" y="62258"/>
                    <a:pt x="137966" y="62138"/>
                  </a:cubicBezTo>
                  <a:cubicBezTo>
                    <a:pt x="136402" y="62017"/>
                    <a:pt x="134863" y="61832"/>
                    <a:pt x="133363" y="61590"/>
                  </a:cubicBezTo>
                  <a:cubicBezTo>
                    <a:pt x="133992" y="66413"/>
                    <a:pt x="136088" y="70454"/>
                    <a:pt x="139642" y="73723"/>
                  </a:cubicBezTo>
                  <a:cubicBezTo>
                    <a:pt x="143196" y="76984"/>
                    <a:pt x="147436" y="78618"/>
                    <a:pt x="152360" y="78626"/>
                  </a:cubicBezTo>
                  <a:cubicBezTo>
                    <a:pt x="155665" y="78626"/>
                    <a:pt x="158735" y="77853"/>
                    <a:pt x="161572" y="76291"/>
                  </a:cubicBezTo>
                  <a:cubicBezTo>
                    <a:pt x="164417" y="74730"/>
                    <a:pt x="166706" y="72652"/>
                    <a:pt x="168447" y="70060"/>
                  </a:cubicBezTo>
                  <a:lnTo>
                    <a:pt x="171034" y="81186"/>
                  </a:lnTo>
                  <a:cubicBezTo>
                    <a:pt x="168536" y="83296"/>
                    <a:pt x="165683" y="84930"/>
                    <a:pt x="162467" y="86098"/>
                  </a:cubicBezTo>
                  <a:cubicBezTo>
                    <a:pt x="159251" y="87265"/>
                    <a:pt x="155842" y="87853"/>
                    <a:pt x="152255" y="87845"/>
                  </a:cubicBezTo>
                  <a:lnTo>
                    <a:pt x="152247" y="87845"/>
                  </a:lnTo>
                  <a:cubicBezTo>
                    <a:pt x="146799" y="87837"/>
                    <a:pt x="141923" y="86557"/>
                    <a:pt x="137611" y="84020"/>
                  </a:cubicBezTo>
                  <a:cubicBezTo>
                    <a:pt x="133299" y="81476"/>
                    <a:pt x="129914" y="78022"/>
                    <a:pt x="127464" y="73651"/>
                  </a:cubicBezTo>
                  <a:cubicBezTo>
                    <a:pt x="125005" y="69279"/>
                    <a:pt x="123788" y="64408"/>
                    <a:pt x="123797" y="59038"/>
                  </a:cubicBezTo>
                  <a:cubicBezTo>
                    <a:pt x="123805" y="53918"/>
                    <a:pt x="124997" y="49256"/>
                    <a:pt x="127383" y="45069"/>
                  </a:cubicBezTo>
                  <a:cubicBezTo>
                    <a:pt x="129769" y="40883"/>
                    <a:pt x="132968" y="37558"/>
                    <a:pt x="137006" y="35094"/>
                  </a:cubicBezTo>
                  <a:cubicBezTo>
                    <a:pt x="141036" y="32631"/>
                    <a:pt x="145485" y="31399"/>
                    <a:pt x="150353" y="31407"/>
                  </a:cubicBezTo>
                  <a:close/>
                  <a:moveTo>
                    <a:pt x="56144" y="31254"/>
                  </a:moveTo>
                  <a:cubicBezTo>
                    <a:pt x="59851" y="31254"/>
                    <a:pt x="63285" y="32212"/>
                    <a:pt x="66436" y="34120"/>
                  </a:cubicBezTo>
                  <a:cubicBezTo>
                    <a:pt x="69587" y="36028"/>
                    <a:pt x="72150" y="38774"/>
                    <a:pt x="74117" y="42364"/>
                  </a:cubicBezTo>
                  <a:cubicBezTo>
                    <a:pt x="76083" y="45955"/>
                    <a:pt x="77059" y="50311"/>
                    <a:pt x="77051" y="55439"/>
                  </a:cubicBezTo>
                  <a:lnTo>
                    <a:pt x="76994" y="86637"/>
                  </a:lnTo>
                  <a:lnTo>
                    <a:pt x="67613" y="86621"/>
                  </a:lnTo>
                  <a:lnTo>
                    <a:pt x="67661" y="56776"/>
                  </a:lnTo>
                  <a:cubicBezTo>
                    <a:pt x="67661" y="52493"/>
                    <a:pt x="66444" y="48709"/>
                    <a:pt x="63986" y="45416"/>
                  </a:cubicBezTo>
                  <a:cubicBezTo>
                    <a:pt x="61528" y="42123"/>
                    <a:pt x="58070" y="40480"/>
                    <a:pt x="53613" y="40472"/>
                  </a:cubicBezTo>
                  <a:cubicBezTo>
                    <a:pt x="49962" y="40472"/>
                    <a:pt x="46698" y="41833"/>
                    <a:pt x="43828" y="44570"/>
                  </a:cubicBezTo>
                  <a:cubicBezTo>
                    <a:pt x="40959" y="47308"/>
                    <a:pt x="39516" y="51269"/>
                    <a:pt x="39508" y="56454"/>
                  </a:cubicBezTo>
                  <a:lnTo>
                    <a:pt x="39452" y="86573"/>
                  </a:lnTo>
                  <a:lnTo>
                    <a:pt x="30070" y="86557"/>
                  </a:lnTo>
                  <a:lnTo>
                    <a:pt x="30070" y="86548"/>
                  </a:lnTo>
                  <a:lnTo>
                    <a:pt x="30167" y="32284"/>
                  </a:lnTo>
                  <a:lnTo>
                    <a:pt x="38856" y="32301"/>
                  </a:lnTo>
                  <a:lnTo>
                    <a:pt x="38839" y="41076"/>
                  </a:lnTo>
                  <a:cubicBezTo>
                    <a:pt x="40758" y="37888"/>
                    <a:pt x="43240" y="35448"/>
                    <a:pt x="46279" y="33766"/>
                  </a:cubicBezTo>
                  <a:cubicBezTo>
                    <a:pt x="49325" y="32083"/>
                    <a:pt x="52613" y="31246"/>
                    <a:pt x="56144" y="31254"/>
                  </a:cubicBezTo>
                  <a:close/>
                  <a:moveTo>
                    <a:pt x="618421" y="26817"/>
                  </a:moveTo>
                  <a:cubicBezTo>
                    <a:pt x="616326" y="26817"/>
                    <a:pt x="614593" y="27558"/>
                    <a:pt x="613231" y="29039"/>
                  </a:cubicBezTo>
                  <a:cubicBezTo>
                    <a:pt x="611869" y="30529"/>
                    <a:pt x="611184" y="32308"/>
                    <a:pt x="611184" y="34393"/>
                  </a:cubicBezTo>
                  <a:cubicBezTo>
                    <a:pt x="611184" y="35786"/>
                    <a:pt x="611522" y="37082"/>
                    <a:pt x="612215" y="38306"/>
                  </a:cubicBezTo>
                  <a:cubicBezTo>
                    <a:pt x="612900" y="39522"/>
                    <a:pt x="613698" y="40850"/>
                    <a:pt x="614601" y="42291"/>
                  </a:cubicBezTo>
                  <a:lnTo>
                    <a:pt x="616527" y="45198"/>
                  </a:lnTo>
                  <a:lnTo>
                    <a:pt x="616535" y="45206"/>
                  </a:lnTo>
                  <a:lnTo>
                    <a:pt x="619469" y="43644"/>
                  </a:lnTo>
                  <a:cubicBezTo>
                    <a:pt x="620089" y="43298"/>
                    <a:pt x="620903" y="42782"/>
                    <a:pt x="621903" y="42082"/>
                  </a:cubicBezTo>
                  <a:cubicBezTo>
                    <a:pt x="622902" y="41389"/>
                    <a:pt x="623805" y="40423"/>
                    <a:pt x="624595" y="39184"/>
                  </a:cubicBezTo>
                  <a:cubicBezTo>
                    <a:pt x="625385" y="37944"/>
                    <a:pt x="625780" y="36430"/>
                    <a:pt x="625780" y="34643"/>
                  </a:cubicBezTo>
                  <a:cubicBezTo>
                    <a:pt x="625780" y="32461"/>
                    <a:pt x="625078" y="30609"/>
                    <a:pt x="623676" y="29096"/>
                  </a:cubicBezTo>
                  <a:cubicBezTo>
                    <a:pt x="622274" y="27582"/>
                    <a:pt x="620517" y="26817"/>
                    <a:pt x="618421" y="26817"/>
                  </a:cubicBezTo>
                  <a:close/>
                  <a:moveTo>
                    <a:pt x="618445" y="19676"/>
                  </a:moveTo>
                  <a:cubicBezTo>
                    <a:pt x="621210" y="19676"/>
                    <a:pt x="623740" y="20368"/>
                    <a:pt x="626021" y="21737"/>
                  </a:cubicBezTo>
                  <a:cubicBezTo>
                    <a:pt x="628310" y="23106"/>
                    <a:pt x="630132" y="24941"/>
                    <a:pt x="631486" y="27252"/>
                  </a:cubicBezTo>
                  <a:cubicBezTo>
                    <a:pt x="632840" y="29563"/>
                    <a:pt x="633517" y="32155"/>
                    <a:pt x="633509" y="35037"/>
                  </a:cubicBezTo>
                  <a:cubicBezTo>
                    <a:pt x="633509" y="38113"/>
                    <a:pt x="632808" y="40657"/>
                    <a:pt x="631421" y="42662"/>
                  </a:cubicBezTo>
                  <a:cubicBezTo>
                    <a:pt x="630035" y="44666"/>
                    <a:pt x="628496" y="46228"/>
                    <a:pt x="626803" y="47339"/>
                  </a:cubicBezTo>
                  <a:cubicBezTo>
                    <a:pt x="625111" y="48450"/>
                    <a:pt x="623781" y="49280"/>
                    <a:pt x="622830" y="49827"/>
                  </a:cubicBezTo>
                  <a:lnTo>
                    <a:pt x="620468" y="51091"/>
                  </a:lnTo>
                  <a:lnTo>
                    <a:pt x="635379" y="72556"/>
                  </a:lnTo>
                  <a:cubicBezTo>
                    <a:pt x="638530" y="68692"/>
                    <a:pt x="640327" y="64255"/>
                    <a:pt x="640763" y="59240"/>
                  </a:cubicBezTo>
                  <a:lnTo>
                    <a:pt x="646469" y="67436"/>
                  </a:lnTo>
                  <a:cubicBezTo>
                    <a:pt x="644841" y="71896"/>
                    <a:pt x="642471" y="75744"/>
                    <a:pt x="639368" y="78965"/>
                  </a:cubicBezTo>
                  <a:lnTo>
                    <a:pt x="645429" y="87612"/>
                  </a:lnTo>
                  <a:lnTo>
                    <a:pt x="636273" y="87595"/>
                  </a:lnTo>
                  <a:lnTo>
                    <a:pt x="633348" y="83497"/>
                  </a:lnTo>
                  <a:cubicBezTo>
                    <a:pt x="631196" y="85180"/>
                    <a:pt x="628907" y="86428"/>
                    <a:pt x="626473" y="87241"/>
                  </a:cubicBezTo>
                  <a:cubicBezTo>
                    <a:pt x="624039" y="88054"/>
                    <a:pt x="621556" y="88465"/>
                    <a:pt x="619034" y="88457"/>
                  </a:cubicBezTo>
                  <a:lnTo>
                    <a:pt x="619034" y="88465"/>
                  </a:lnTo>
                  <a:cubicBezTo>
                    <a:pt x="614931" y="88465"/>
                    <a:pt x="611288" y="87571"/>
                    <a:pt x="608097" y="85800"/>
                  </a:cubicBezTo>
                  <a:cubicBezTo>
                    <a:pt x="604905" y="84037"/>
                    <a:pt x="602390" y="81573"/>
                    <a:pt x="600561" y="78417"/>
                  </a:cubicBezTo>
                  <a:cubicBezTo>
                    <a:pt x="598731" y="75261"/>
                    <a:pt x="597820" y="71654"/>
                    <a:pt x="597829" y="67581"/>
                  </a:cubicBezTo>
                  <a:cubicBezTo>
                    <a:pt x="597829" y="64111"/>
                    <a:pt x="598498" y="61172"/>
                    <a:pt x="599811" y="58765"/>
                  </a:cubicBezTo>
                  <a:cubicBezTo>
                    <a:pt x="601125" y="56357"/>
                    <a:pt x="602705" y="54368"/>
                    <a:pt x="604542" y="52782"/>
                  </a:cubicBezTo>
                  <a:cubicBezTo>
                    <a:pt x="606380" y="51196"/>
                    <a:pt x="608064" y="49956"/>
                    <a:pt x="609596" y="49070"/>
                  </a:cubicBezTo>
                  <a:lnTo>
                    <a:pt x="608169" y="47130"/>
                  </a:lnTo>
                  <a:cubicBezTo>
                    <a:pt x="606976" y="45487"/>
                    <a:pt x="605896" y="43716"/>
                    <a:pt x="604921" y="41800"/>
                  </a:cubicBezTo>
                  <a:cubicBezTo>
                    <a:pt x="603946" y="39892"/>
                    <a:pt x="603462" y="37638"/>
                    <a:pt x="603470" y="35061"/>
                  </a:cubicBezTo>
                  <a:cubicBezTo>
                    <a:pt x="603470" y="32131"/>
                    <a:pt x="604147" y="29514"/>
                    <a:pt x="605485" y="27212"/>
                  </a:cubicBezTo>
                  <a:cubicBezTo>
                    <a:pt x="606823" y="24909"/>
                    <a:pt x="608629" y="23073"/>
                    <a:pt x="610893" y="21713"/>
                  </a:cubicBezTo>
                  <a:cubicBezTo>
                    <a:pt x="613158" y="20352"/>
                    <a:pt x="615673" y="19676"/>
                    <a:pt x="618445" y="19676"/>
                  </a:cubicBezTo>
                  <a:close/>
                  <a:moveTo>
                    <a:pt x="97377" y="14306"/>
                  </a:moveTo>
                  <a:lnTo>
                    <a:pt x="106243" y="14322"/>
                  </a:lnTo>
                  <a:lnTo>
                    <a:pt x="106211" y="32413"/>
                  </a:lnTo>
                  <a:lnTo>
                    <a:pt x="119164" y="32437"/>
                  </a:lnTo>
                  <a:lnTo>
                    <a:pt x="119148" y="40576"/>
                  </a:lnTo>
                  <a:lnTo>
                    <a:pt x="106461" y="40552"/>
                  </a:lnTo>
                  <a:lnTo>
                    <a:pt x="106380" y="86678"/>
                  </a:lnTo>
                  <a:lnTo>
                    <a:pt x="96990" y="86662"/>
                  </a:lnTo>
                  <a:lnTo>
                    <a:pt x="96982" y="86662"/>
                  </a:lnTo>
                  <a:lnTo>
                    <a:pt x="97063" y="40536"/>
                  </a:lnTo>
                  <a:lnTo>
                    <a:pt x="85247" y="40512"/>
                  </a:lnTo>
                  <a:lnTo>
                    <a:pt x="85264" y="32372"/>
                  </a:lnTo>
                  <a:lnTo>
                    <a:pt x="97345" y="32397"/>
                  </a:lnTo>
                  <a:close/>
                  <a:moveTo>
                    <a:pt x="246063" y="9870"/>
                  </a:moveTo>
                  <a:cubicBezTo>
                    <a:pt x="247860" y="9870"/>
                    <a:pt x="249351" y="10498"/>
                    <a:pt x="250536" y="11730"/>
                  </a:cubicBezTo>
                  <a:cubicBezTo>
                    <a:pt x="251721" y="12970"/>
                    <a:pt x="252317" y="14523"/>
                    <a:pt x="252309" y="16391"/>
                  </a:cubicBezTo>
                  <a:cubicBezTo>
                    <a:pt x="252309" y="18203"/>
                    <a:pt x="251705" y="19732"/>
                    <a:pt x="250520" y="20996"/>
                  </a:cubicBezTo>
                  <a:cubicBezTo>
                    <a:pt x="249327" y="22260"/>
                    <a:pt x="247836" y="22888"/>
                    <a:pt x="246039" y="22888"/>
                  </a:cubicBezTo>
                  <a:cubicBezTo>
                    <a:pt x="244298" y="22888"/>
                    <a:pt x="242823" y="22252"/>
                    <a:pt x="241614" y="20980"/>
                  </a:cubicBezTo>
                  <a:cubicBezTo>
                    <a:pt x="240397" y="19716"/>
                    <a:pt x="239792" y="18171"/>
                    <a:pt x="239801" y="16367"/>
                  </a:cubicBezTo>
                  <a:cubicBezTo>
                    <a:pt x="239801" y="14499"/>
                    <a:pt x="240413" y="12945"/>
                    <a:pt x="241630" y="11714"/>
                  </a:cubicBezTo>
                  <a:cubicBezTo>
                    <a:pt x="242847" y="10482"/>
                    <a:pt x="244330" y="9862"/>
                    <a:pt x="246063" y="9870"/>
                  </a:cubicBezTo>
                  <a:close/>
                  <a:moveTo>
                    <a:pt x="8825" y="9460"/>
                  </a:moveTo>
                  <a:cubicBezTo>
                    <a:pt x="10622" y="9460"/>
                    <a:pt x="12113" y="10088"/>
                    <a:pt x="13298" y="11320"/>
                  </a:cubicBezTo>
                  <a:cubicBezTo>
                    <a:pt x="14483" y="12560"/>
                    <a:pt x="15071" y="14113"/>
                    <a:pt x="15071" y="15981"/>
                  </a:cubicBezTo>
                  <a:cubicBezTo>
                    <a:pt x="15071" y="17793"/>
                    <a:pt x="14467" y="19322"/>
                    <a:pt x="13282" y="20586"/>
                  </a:cubicBezTo>
                  <a:cubicBezTo>
                    <a:pt x="12089" y="21850"/>
                    <a:pt x="10598" y="22478"/>
                    <a:pt x="8801" y="22478"/>
                  </a:cubicBezTo>
                  <a:cubicBezTo>
                    <a:pt x="7060" y="22478"/>
                    <a:pt x="5585" y="21842"/>
                    <a:pt x="4376" y="20570"/>
                  </a:cubicBezTo>
                  <a:cubicBezTo>
                    <a:pt x="3167" y="19298"/>
                    <a:pt x="2555" y="17761"/>
                    <a:pt x="2563" y="15957"/>
                  </a:cubicBezTo>
                  <a:cubicBezTo>
                    <a:pt x="2563" y="14089"/>
                    <a:pt x="3175" y="12535"/>
                    <a:pt x="4392" y="11304"/>
                  </a:cubicBezTo>
                  <a:cubicBezTo>
                    <a:pt x="5609" y="10072"/>
                    <a:pt x="7092" y="9452"/>
                    <a:pt x="8825" y="9460"/>
                  </a:cubicBezTo>
                  <a:close/>
                  <a:moveTo>
                    <a:pt x="215315" y="48"/>
                  </a:moveTo>
                  <a:lnTo>
                    <a:pt x="224697" y="64"/>
                  </a:lnTo>
                  <a:lnTo>
                    <a:pt x="224544" y="86886"/>
                  </a:lnTo>
                  <a:lnTo>
                    <a:pt x="215161" y="86870"/>
                  </a:lnTo>
                  <a:close/>
                  <a:moveTo>
                    <a:pt x="189250" y="0"/>
                  </a:moveTo>
                  <a:lnTo>
                    <a:pt x="198632" y="16"/>
                  </a:lnTo>
                  <a:lnTo>
                    <a:pt x="198479" y="86838"/>
                  </a:lnTo>
                  <a:lnTo>
                    <a:pt x="189096" y="86822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C616497-88FF-4DD9-8F85-CC81CE9CA734}"/>
                </a:ext>
              </a:extLst>
            </p:cNvPr>
            <p:cNvSpPr/>
            <p:nvPr/>
          </p:nvSpPr>
          <p:spPr>
            <a:xfrm>
              <a:off x="3881689" y="514662"/>
              <a:ext cx="667213" cy="323589"/>
            </a:xfrm>
            <a:custGeom>
              <a:avLst/>
              <a:gdLst>
                <a:gd name="connsiteX0" fmla="*/ 633185 w 667213"/>
                <a:gd name="connsiteY0" fmla="*/ 107804 h 323589"/>
                <a:gd name="connsiteX1" fmla="*/ 667213 w 667213"/>
                <a:gd name="connsiteY1" fmla="*/ 143253 h 323589"/>
                <a:gd name="connsiteX2" fmla="*/ 667213 w 667213"/>
                <a:gd name="connsiteY2" fmla="*/ 288139 h 323589"/>
                <a:gd name="connsiteX3" fmla="*/ 633185 w 667213"/>
                <a:gd name="connsiteY3" fmla="*/ 323588 h 323589"/>
                <a:gd name="connsiteX4" fmla="*/ 599164 w 667213"/>
                <a:gd name="connsiteY4" fmla="*/ 288139 h 323589"/>
                <a:gd name="connsiteX5" fmla="*/ 599164 w 667213"/>
                <a:gd name="connsiteY5" fmla="*/ 143253 h 323589"/>
                <a:gd name="connsiteX6" fmla="*/ 633185 w 667213"/>
                <a:gd name="connsiteY6" fmla="*/ 107804 h 323589"/>
                <a:gd name="connsiteX7" fmla="*/ 285440 w 667213"/>
                <a:gd name="connsiteY7" fmla="*/ 107804 h 323589"/>
                <a:gd name="connsiteX8" fmla="*/ 319469 w 667213"/>
                <a:gd name="connsiteY8" fmla="*/ 143253 h 323589"/>
                <a:gd name="connsiteX9" fmla="*/ 319469 w 667213"/>
                <a:gd name="connsiteY9" fmla="*/ 288139 h 323589"/>
                <a:gd name="connsiteX10" fmla="*/ 285440 w 667213"/>
                <a:gd name="connsiteY10" fmla="*/ 323588 h 323589"/>
                <a:gd name="connsiteX11" fmla="*/ 251420 w 667213"/>
                <a:gd name="connsiteY11" fmla="*/ 288139 h 323589"/>
                <a:gd name="connsiteX12" fmla="*/ 251420 w 667213"/>
                <a:gd name="connsiteY12" fmla="*/ 143253 h 323589"/>
                <a:gd name="connsiteX13" fmla="*/ 285440 w 667213"/>
                <a:gd name="connsiteY13" fmla="*/ 107804 h 323589"/>
                <a:gd name="connsiteX14" fmla="*/ 422383 w 667213"/>
                <a:gd name="connsiteY14" fmla="*/ 86798 h 323589"/>
                <a:gd name="connsiteX15" fmla="*/ 411252 w 667213"/>
                <a:gd name="connsiteY15" fmla="*/ 97917 h 323589"/>
                <a:gd name="connsiteX16" fmla="*/ 411252 w 667213"/>
                <a:gd name="connsiteY16" fmla="*/ 245212 h 323589"/>
                <a:gd name="connsiteX17" fmla="*/ 422383 w 667213"/>
                <a:gd name="connsiteY17" fmla="*/ 256330 h 323589"/>
                <a:gd name="connsiteX18" fmla="*/ 438760 w 667213"/>
                <a:gd name="connsiteY18" fmla="*/ 256330 h 323589"/>
                <a:gd name="connsiteX19" fmla="*/ 490817 w 667213"/>
                <a:gd name="connsiteY19" fmla="*/ 234874 h 323589"/>
                <a:gd name="connsiteX20" fmla="*/ 511088 w 667213"/>
                <a:gd name="connsiteY20" fmla="*/ 171770 h 323589"/>
                <a:gd name="connsiteX21" fmla="*/ 490817 w 667213"/>
                <a:gd name="connsiteY21" fmla="*/ 108246 h 323589"/>
                <a:gd name="connsiteX22" fmla="*/ 438760 w 667213"/>
                <a:gd name="connsiteY22" fmla="*/ 86798 h 323589"/>
                <a:gd name="connsiteX23" fmla="*/ 377957 w 667213"/>
                <a:gd name="connsiteY23" fmla="*/ 19540 h 323589"/>
                <a:gd name="connsiteX24" fmla="*/ 435915 w 667213"/>
                <a:gd name="connsiteY24" fmla="*/ 19540 h 323589"/>
                <a:gd name="connsiteX25" fmla="*/ 539966 w 667213"/>
                <a:gd name="connsiteY25" fmla="*/ 60705 h 323589"/>
                <a:gd name="connsiteX26" fmla="*/ 579208 w 667213"/>
                <a:gd name="connsiteY26" fmla="*/ 171778 h 323589"/>
                <a:gd name="connsiteX27" fmla="*/ 539966 w 667213"/>
                <a:gd name="connsiteY27" fmla="*/ 282625 h 323589"/>
                <a:gd name="connsiteX28" fmla="*/ 435512 w 667213"/>
                <a:gd name="connsiteY28" fmla="*/ 323581 h 323589"/>
                <a:gd name="connsiteX29" fmla="*/ 435512 w 667213"/>
                <a:gd name="connsiteY29" fmla="*/ 323589 h 323589"/>
                <a:gd name="connsiteX30" fmla="*/ 377957 w 667213"/>
                <a:gd name="connsiteY30" fmla="*/ 323589 h 323589"/>
                <a:gd name="connsiteX31" fmla="*/ 342728 w 667213"/>
                <a:gd name="connsiteY31" fmla="*/ 286063 h 323589"/>
                <a:gd name="connsiteX32" fmla="*/ 342728 w 667213"/>
                <a:gd name="connsiteY32" fmla="*/ 57074 h 323589"/>
                <a:gd name="connsiteX33" fmla="*/ 377957 w 667213"/>
                <a:gd name="connsiteY33" fmla="*/ 19540 h 323589"/>
                <a:gd name="connsiteX34" fmla="*/ 633184 w 667213"/>
                <a:gd name="connsiteY34" fmla="*/ 19073 h 323589"/>
                <a:gd name="connsiteX35" fmla="*/ 667205 w 667213"/>
                <a:gd name="connsiteY35" fmla="*/ 52937 h 323589"/>
                <a:gd name="connsiteX36" fmla="*/ 633184 w 667213"/>
                <a:gd name="connsiteY36" fmla="*/ 86799 h 323589"/>
                <a:gd name="connsiteX37" fmla="*/ 599164 w 667213"/>
                <a:gd name="connsiteY37" fmla="*/ 52937 h 323589"/>
                <a:gd name="connsiteX38" fmla="*/ 633184 w 667213"/>
                <a:gd name="connsiteY38" fmla="*/ 19073 h 323589"/>
                <a:gd name="connsiteX39" fmla="*/ 285448 w 667213"/>
                <a:gd name="connsiteY39" fmla="*/ 19073 h 323589"/>
                <a:gd name="connsiteX40" fmla="*/ 319468 w 667213"/>
                <a:gd name="connsiteY40" fmla="*/ 52937 h 323589"/>
                <a:gd name="connsiteX41" fmla="*/ 285448 w 667213"/>
                <a:gd name="connsiteY41" fmla="*/ 86799 h 323589"/>
                <a:gd name="connsiteX42" fmla="*/ 251428 w 667213"/>
                <a:gd name="connsiteY42" fmla="*/ 52937 h 323589"/>
                <a:gd name="connsiteX43" fmla="*/ 285448 w 667213"/>
                <a:gd name="connsiteY43" fmla="*/ 19073 h 323589"/>
                <a:gd name="connsiteX44" fmla="*/ 114566 w 667213"/>
                <a:gd name="connsiteY44" fmla="*/ 0 h 323589"/>
                <a:gd name="connsiteX45" fmla="*/ 163868 w 667213"/>
                <a:gd name="connsiteY45" fmla="*/ 7672 h 323589"/>
                <a:gd name="connsiteX46" fmla="*/ 198283 w 667213"/>
                <a:gd name="connsiteY46" fmla="*/ 28034 h 323589"/>
                <a:gd name="connsiteX47" fmla="*/ 208349 w 667213"/>
                <a:gd name="connsiteY47" fmla="*/ 39216 h 323589"/>
                <a:gd name="connsiteX48" fmla="*/ 212589 w 667213"/>
                <a:gd name="connsiteY48" fmla="*/ 45456 h 323589"/>
                <a:gd name="connsiteX49" fmla="*/ 213370 w 667213"/>
                <a:gd name="connsiteY49" fmla="*/ 46720 h 323589"/>
                <a:gd name="connsiteX50" fmla="*/ 213330 w 667213"/>
                <a:gd name="connsiteY50" fmla="*/ 46817 h 323589"/>
                <a:gd name="connsiteX51" fmla="*/ 216433 w 667213"/>
                <a:gd name="connsiteY51" fmla="*/ 60528 h 323589"/>
                <a:gd name="connsiteX52" fmla="*/ 196195 w 667213"/>
                <a:gd name="connsiteY52" fmla="*/ 90759 h 323589"/>
                <a:gd name="connsiteX53" fmla="*/ 196195 w 667213"/>
                <a:gd name="connsiteY53" fmla="*/ 90775 h 323589"/>
                <a:gd name="connsiteX54" fmla="*/ 195978 w 667213"/>
                <a:gd name="connsiteY54" fmla="*/ 90824 h 323589"/>
                <a:gd name="connsiteX55" fmla="*/ 183654 w 667213"/>
                <a:gd name="connsiteY55" fmla="*/ 93255 h 323589"/>
                <a:gd name="connsiteX56" fmla="*/ 161796 w 667213"/>
                <a:gd name="connsiteY56" fmla="*/ 84753 h 323589"/>
                <a:gd name="connsiteX57" fmla="*/ 156872 w 667213"/>
                <a:gd name="connsiteY57" fmla="*/ 79818 h 323589"/>
                <a:gd name="connsiteX58" fmla="*/ 151375 w 667213"/>
                <a:gd name="connsiteY58" fmla="*/ 73562 h 323589"/>
                <a:gd name="connsiteX59" fmla="*/ 114123 w 667213"/>
                <a:gd name="connsiteY59" fmla="*/ 61300 h 323589"/>
                <a:gd name="connsiteX60" fmla="*/ 83440 w 667213"/>
                <a:gd name="connsiteY60" fmla="*/ 71155 h 323589"/>
                <a:gd name="connsiteX61" fmla="*/ 71600 w 667213"/>
                <a:gd name="connsiteY61" fmla="*/ 94575 h 323589"/>
                <a:gd name="connsiteX62" fmla="*/ 102292 w 667213"/>
                <a:gd name="connsiteY62" fmla="*/ 124348 h 323589"/>
                <a:gd name="connsiteX63" fmla="*/ 143928 w 667213"/>
                <a:gd name="connsiteY63" fmla="*/ 132230 h 323589"/>
                <a:gd name="connsiteX64" fmla="*/ 210348 w 667213"/>
                <a:gd name="connsiteY64" fmla="*/ 165739 h 323589"/>
                <a:gd name="connsiteX65" fmla="*/ 210348 w 667213"/>
                <a:gd name="connsiteY65" fmla="*/ 165723 h 323589"/>
                <a:gd name="connsiteX66" fmla="*/ 233794 w 667213"/>
                <a:gd name="connsiteY66" fmla="*/ 225493 h 323589"/>
                <a:gd name="connsiteX67" fmla="*/ 202675 w 667213"/>
                <a:gd name="connsiteY67" fmla="*/ 294016 h 323589"/>
                <a:gd name="connsiteX68" fmla="*/ 118951 w 667213"/>
                <a:gd name="connsiteY68" fmla="*/ 323579 h 323589"/>
                <a:gd name="connsiteX69" fmla="*/ 27997 w 667213"/>
                <a:gd name="connsiteY69" fmla="*/ 293138 h 323589"/>
                <a:gd name="connsiteX70" fmla="*/ 4044 w 667213"/>
                <a:gd name="connsiteY70" fmla="*/ 262899 h 323589"/>
                <a:gd name="connsiteX71" fmla="*/ 24491 w 667213"/>
                <a:gd name="connsiteY71" fmla="*/ 216299 h 323589"/>
                <a:gd name="connsiteX72" fmla="*/ 62984 w 667213"/>
                <a:gd name="connsiteY72" fmla="*/ 233786 h 323589"/>
                <a:gd name="connsiteX73" fmla="*/ 73575 w 667213"/>
                <a:gd name="connsiteY73" fmla="*/ 247167 h 323589"/>
                <a:gd name="connsiteX74" fmla="*/ 119821 w 667213"/>
                <a:gd name="connsiteY74" fmla="*/ 262279 h 323589"/>
                <a:gd name="connsiteX75" fmla="*/ 151818 w 667213"/>
                <a:gd name="connsiteY75" fmla="*/ 253294 h 323589"/>
                <a:gd name="connsiteX76" fmla="*/ 163658 w 667213"/>
                <a:gd name="connsiteY76" fmla="*/ 229865 h 323589"/>
                <a:gd name="connsiteX77" fmla="*/ 154889 w 667213"/>
                <a:gd name="connsiteY77" fmla="*/ 209947 h 323589"/>
                <a:gd name="connsiteX78" fmla="*/ 130347 w 667213"/>
                <a:gd name="connsiteY78" fmla="*/ 198780 h 323589"/>
                <a:gd name="connsiteX79" fmla="*/ 87824 w 667213"/>
                <a:gd name="connsiteY79" fmla="*/ 190906 h 323589"/>
                <a:gd name="connsiteX80" fmla="*/ 25797 w 667213"/>
                <a:gd name="connsiteY80" fmla="*/ 158944 h 323589"/>
                <a:gd name="connsiteX81" fmla="*/ 3222 w 667213"/>
                <a:gd name="connsiteY81" fmla="*/ 99833 h 323589"/>
                <a:gd name="connsiteX82" fmla="*/ 36105 w 667213"/>
                <a:gd name="connsiteY82" fmla="*/ 28452 h 323589"/>
                <a:gd name="connsiteX83" fmla="*/ 114566 w 667213"/>
                <a:gd name="connsiteY83" fmla="*/ 0 h 323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67213" h="323589">
                  <a:moveTo>
                    <a:pt x="633185" y="107804"/>
                  </a:moveTo>
                  <a:cubicBezTo>
                    <a:pt x="651972" y="107804"/>
                    <a:pt x="667213" y="123672"/>
                    <a:pt x="667213" y="143253"/>
                  </a:cubicBezTo>
                  <a:lnTo>
                    <a:pt x="667213" y="288139"/>
                  </a:lnTo>
                  <a:cubicBezTo>
                    <a:pt x="667213" y="307711"/>
                    <a:pt x="651980" y="323588"/>
                    <a:pt x="633185" y="323588"/>
                  </a:cubicBezTo>
                  <a:cubicBezTo>
                    <a:pt x="614397" y="323588"/>
                    <a:pt x="599164" y="307719"/>
                    <a:pt x="599164" y="288139"/>
                  </a:cubicBezTo>
                  <a:lnTo>
                    <a:pt x="599164" y="143253"/>
                  </a:lnTo>
                  <a:cubicBezTo>
                    <a:pt x="599164" y="123672"/>
                    <a:pt x="614397" y="107804"/>
                    <a:pt x="633185" y="107804"/>
                  </a:cubicBezTo>
                  <a:close/>
                  <a:moveTo>
                    <a:pt x="285440" y="107804"/>
                  </a:moveTo>
                  <a:cubicBezTo>
                    <a:pt x="304228" y="107804"/>
                    <a:pt x="319469" y="123672"/>
                    <a:pt x="319469" y="143253"/>
                  </a:cubicBezTo>
                  <a:lnTo>
                    <a:pt x="319469" y="288139"/>
                  </a:lnTo>
                  <a:cubicBezTo>
                    <a:pt x="319469" y="307711"/>
                    <a:pt x="304236" y="323588"/>
                    <a:pt x="285440" y="323588"/>
                  </a:cubicBezTo>
                  <a:cubicBezTo>
                    <a:pt x="266653" y="323588"/>
                    <a:pt x="251420" y="307719"/>
                    <a:pt x="251420" y="288139"/>
                  </a:cubicBezTo>
                  <a:lnTo>
                    <a:pt x="251420" y="143253"/>
                  </a:lnTo>
                  <a:cubicBezTo>
                    <a:pt x="251420" y="123672"/>
                    <a:pt x="266653" y="107804"/>
                    <a:pt x="285440" y="107804"/>
                  </a:cubicBezTo>
                  <a:close/>
                  <a:moveTo>
                    <a:pt x="422383" y="86798"/>
                  </a:moveTo>
                  <a:cubicBezTo>
                    <a:pt x="416233" y="86798"/>
                    <a:pt x="411252" y="91774"/>
                    <a:pt x="411252" y="97917"/>
                  </a:cubicBezTo>
                  <a:lnTo>
                    <a:pt x="411252" y="245212"/>
                  </a:lnTo>
                  <a:cubicBezTo>
                    <a:pt x="411252" y="251355"/>
                    <a:pt x="416233" y="256330"/>
                    <a:pt x="422383" y="256330"/>
                  </a:cubicBezTo>
                  <a:lnTo>
                    <a:pt x="438760" y="256330"/>
                  </a:lnTo>
                  <a:cubicBezTo>
                    <a:pt x="459949" y="256330"/>
                    <a:pt x="477301" y="249181"/>
                    <a:pt x="490817" y="234874"/>
                  </a:cubicBezTo>
                  <a:cubicBezTo>
                    <a:pt x="504334" y="220583"/>
                    <a:pt x="511088" y="199546"/>
                    <a:pt x="511088" y="171770"/>
                  </a:cubicBezTo>
                  <a:cubicBezTo>
                    <a:pt x="511088" y="143993"/>
                    <a:pt x="504334" y="122545"/>
                    <a:pt x="490817" y="108246"/>
                  </a:cubicBezTo>
                  <a:cubicBezTo>
                    <a:pt x="477301" y="93956"/>
                    <a:pt x="459949" y="86798"/>
                    <a:pt x="438760" y="86798"/>
                  </a:cubicBezTo>
                  <a:close/>
                  <a:moveTo>
                    <a:pt x="377957" y="19540"/>
                  </a:moveTo>
                  <a:lnTo>
                    <a:pt x="435915" y="19540"/>
                  </a:lnTo>
                  <a:cubicBezTo>
                    <a:pt x="479123" y="19540"/>
                    <a:pt x="513804" y="33259"/>
                    <a:pt x="539966" y="60705"/>
                  </a:cubicBezTo>
                  <a:cubicBezTo>
                    <a:pt x="566135" y="88143"/>
                    <a:pt x="579208" y="125178"/>
                    <a:pt x="579208" y="171778"/>
                  </a:cubicBezTo>
                  <a:cubicBezTo>
                    <a:pt x="579208" y="218377"/>
                    <a:pt x="566135" y="255332"/>
                    <a:pt x="539966" y="282625"/>
                  </a:cubicBezTo>
                  <a:cubicBezTo>
                    <a:pt x="513804" y="309934"/>
                    <a:pt x="478986" y="323581"/>
                    <a:pt x="435512" y="323581"/>
                  </a:cubicBezTo>
                  <a:lnTo>
                    <a:pt x="435512" y="323589"/>
                  </a:lnTo>
                  <a:lnTo>
                    <a:pt x="377957" y="323589"/>
                  </a:lnTo>
                  <a:cubicBezTo>
                    <a:pt x="358509" y="323589"/>
                    <a:pt x="342728" y="306786"/>
                    <a:pt x="342728" y="286063"/>
                  </a:cubicBezTo>
                  <a:lnTo>
                    <a:pt x="342728" y="57074"/>
                  </a:lnTo>
                  <a:cubicBezTo>
                    <a:pt x="342728" y="36342"/>
                    <a:pt x="358501" y="19540"/>
                    <a:pt x="377957" y="19540"/>
                  </a:cubicBezTo>
                  <a:close/>
                  <a:moveTo>
                    <a:pt x="633184" y="19073"/>
                  </a:moveTo>
                  <a:cubicBezTo>
                    <a:pt x="651973" y="19073"/>
                    <a:pt x="667205" y="34234"/>
                    <a:pt x="667205" y="52937"/>
                  </a:cubicBezTo>
                  <a:cubicBezTo>
                    <a:pt x="667205" y="71638"/>
                    <a:pt x="651973" y="86799"/>
                    <a:pt x="633184" y="86799"/>
                  </a:cubicBezTo>
                  <a:cubicBezTo>
                    <a:pt x="614396" y="86799"/>
                    <a:pt x="599164" y="71638"/>
                    <a:pt x="599164" y="52937"/>
                  </a:cubicBezTo>
                  <a:cubicBezTo>
                    <a:pt x="599164" y="34234"/>
                    <a:pt x="614396" y="19073"/>
                    <a:pt x="633184" y="19073"/>
                  </a:cubicBezTo>
                  <a:close/>
                  <a:moveTo>
                    <a:pt x="285448" y="19073"/>
                  </a:moveTo>
                  <a:cubicBezTo>
                    <a:pt x="304237" y="19073"/>
                    <a:pt x="319468" y="34234"/>
                    <a:pt x="319468" y="52937"/>
                  </a:cubicBezTo>
                  <a:cubicBezTo>
                    <a:pt x="319468" y="71638"/>
                    <a:pt x="304237" y="86799"/>
                    <a:pt x="285448" y="86799"/>
                  </a:cubicBezTo>
                  <a:cubicBezTo>
                    <a:pt x="266660" y="86799"/>
                    <a:pt x="251428" y="71638"/>
                    <a:pt x="251428" y="52937"/>
                  </a:cubicBezTo>
                  <a:cubicBezTo>
                    <a:pt x="251428" y="34234"/>
                    <a:pt x="266660" y="19073"/>
                    <a:pt x="285448" y="19073"/>
                  </a:cubicBezTo>
                  <a:close/>
                  <a:moveTo>
                    <a:pt x="114566" y="0"/>
                  </a:moveTo>
                  <a:cubicBezTo>
                    <a:pt x="132975" y="0"/>
                    <a:pt x="149409" y="2552"/>
                    <a:pt x="163868" y="7672"/>
                  </a:cubicBezTo>
                  <a:cubicBezTo>
                    <a:pt x="178335" y="12785"/>
                    <a:pt x="189804" y="19580"/>
                    <a:pt x="198283" y="28034"/>
                  </a:cubicBezTo>
                  <a:cubicBezTo>
                    <a:pt x="202893" y="32647"/>
                    <a:pt x="205947" y="36109"/>
                    <a:pt x="208349" y="39216"/>
                  </a:cubicBezTo>
                  <a:cubicBezTo>
                    <a:pt x="210001" y="41125"/>
                    <a:pt x="211404" y="43210"/>
                    <a:pt x="212589" y="45456"/>
                  </a:cubicBezTo>
                  <a:cubicBezTo>
                    <a:pt x="212838" y="45875"/>
                    <a:pt x="213121" y="46293"/>
                    <a:pt x="213370" y="46720"/>
                  </a:cubicBezTo>
                  <a:lnTo>
                    <a:pt x="213330" y="46817"/>
                  </a:lnTo>
                  <a:cubicBezTo>
                    <a:pt x="215272" y="50995"/>
                    <a:pt x="216433" y="55616"/>
                    <a:pt x="216433" y="60528"/>
                  </a:cubicBezTo>
                  <a:cubicBezTo>
                    <a:pt x="216433" y="74166"/>
                    <a:pt x="208067" y="85840"/>
                    <a:pt x="196195" y="90759"/>
                  </a:cubicBezTo>
                  <a:lnTo>
                    <a:pt x="196195" y="90775"/>
                  </a:lnTo>
                  <a:cubicBezTo>
                    <a:pt x="196115" y="90800"/>
                    <a:pt x="196050" y="90808"/>
                    <a:pt x="195978" y="90824"/>
                  </a:cubicBezTo>
                  <a:cubicBezTo>
                    <a:pt x="192165" y="92378"/>
                    <a:pt x="188015" y="93255"/>
                    <a:pt x="183654" y="93255"/>
                  </a:cubicBezTo>
                  <a:cubicBezTo>
                    <a:pt x="175216" y="93255"/>
                    <a:pt x="167607" y="89986"/>
                    <a:pt x="161796" y="84753"/>
                  </a:cubicBezTo>
                  <a:cubicBezTo>
                    <a:pt x="160007" y="83304"/>
                    <a:pt x="158315" y="81718"/>
                    <a:pt x="156872" y="79818"/>
                  </a:cubicBezTo>
                  <a:cubicBezTo>
                    <a:pt x="155252" y="77684"/>
                    <a:pt x="153414" y="75599"/>
                    <a:pt x="151375" y="73562"/>
                  </a:cubicBezTo>
                  <a:cubicBezTo>
                    <a:pt x="143195" y="65390"/>
                    <a:pt x="130783" y="61300"/>
                    <a:pt x="114123" y="61300"/>
                  </a:cubicBezTo>
                  <a:cubicBezTo>
                    <a:pt x="101558" y="61300"/>
                    <a:pt x="91322" y="64585"/>
                    <a:pt x="83440" y="71155"/>
                  </a:cubicBezTo>
                  <a:cubicBezTo>
                    <a:pt x="75549" y="77709"/>
                    <a:pt x="71600" y="85534"/>
                    <a:pt x="71600" y="94575"/>
                  </a:cubicBezTo>
                  <a:cubicBezTo>
                    <a:pt x="71600" y="110629"/>
                    <a:pt x="81828" y="120556"/>
                    <a:pt x="102292" y="124348"/>
                  </a:cubicBezTo>
                  <a:lnTo>
                    <a:pt x="143928" y="132230"/>
                  </a:lnTo>
                  <a:cubicBezTo>
                    <a:pt x="172572" y="137488"/>
                    <a:pt x="194704" y="148654"/>
                    <a:pt x="210348" y="165739"/>
                  </a:cubicBezTo>
                  <a:lnTo>
                    <a:pt x="210348" y="165723"/>
                  </a:lnTo>
                  <a:cubicBezTo>
                    <a:pt x="225976" y="182799"/>
                    <a:pt x="233794" y="202717"/>
                    <a:pt x="233794" y="225493"/>
                  </a:cubicBezTo>
                  <a:cubicBezTo>
                    <a:pt x="233794" y="251466"/>
                    <a:pt x="223421" y="274307"/>
                    <a:pt x="202675" y="294016"/>
                  </a:cubicBezTo>
                  <a:cubicBezTo>
                    <a:pt x="181921" y="313725"/>
                    <a:pt x="154019" y="323579"/>
                    <a:pt x="118951" y="323579"/>
                  </a:cubicBezTo>
                  <a:cubicBezTo>
                    <a:pt x="79789" y="323579"/>
                    <a:pt x="49476" y="313427"/>
                    <a:pt x="27997" y="293138"/>
                  </a:cubicBezTo>
                  <a:cubicBezTo>
                    <a:pt x="17947" y="283654"/>
                    <a:pt x="9968" y="273566"/>
                    <a:pt x="4044" y="262899"/>
                  </a:cubicBezTo>
                  <a:cubicBezTo>
                    <a:pt x="-6216" y="244422"/>
                    <a:pt x="3931" y="221259"/>
                    <a:pt x="24491" y="216299"/>
                  </a:cubicBezTo>
                  <a:cubicBezTo>
                    <a:pt x="39821" y="212596"/>
                    <a:pt x="55175" y="220091"/>
                    <a:pt x="62984" y="233786"/>
                  </a:cubicBezTo>
                  <a:cubicBezTo>
                    <a:pt x="65781" y="238673"/>
                    <a:pt x="69311" y="243133"/>
                    <a:pt x="73575" y="247167"/>
                  </a:cubicBezTo>
                  <a:cubicBezTo>
                    <a:pt x="84238" y="257239"/>
                    <a:pt x="99664" y="262279"/>
                    <a:pt x="119821" y="262279"/>
                  </a:cubicBezTo>
                  <a:cubicBezTo>
                    <a:pt x="133265" y="262279"/>
                    <a:pt x="143928" y="259276"/>
                    <a:pt x="151818" y="253294"/>
                  </a:cubicBezTo>
                  <a:cubicBezTo>
                    <a:pt x="159717" y="247312"/>
                    <a:pt x="163658" y="239494"/>
                    <a:pt x="163658" y="229865"/>
                  </a:cubicBezTo>
                  <a:cubicBezTo>
                    <a:pt x="163658" y="221983"/>
                    <a:pt x="160741" y="215349"/>
                    <a:pt x="154889" y="209947"/>
                  </a:cubicBezTo>
                  <a:cubicBezTo>
                    <a:pt x="149038" y="204561"/>
                    <a:pt x="140865" y="200825"/>
                    <a:pt x="130347" y="198780"/>
                  </a:cubicBezTo>
                  <a:lnTo>
                    <a:pt x="87824" y="190906"/>
                  </a:lnTo>
                  <a:cubicBezTo>
                    <a:pt x="61526" y="185947"/>
                    <a:pt x="40844" y="175295"/>
                    <a:pt x="25797" y="158944"/>
                  </a:cubicBezTo>
                  <a:cubicBezTo>
                    <a:pt x="10749" y="142600"/>
                    <a:pt x="3222" y="122899"/>
                    <a:pt x="3222" y="99833"/>
                  </a:cubicBezTo>
                  <a:cubicBezTo>
                    <a:pt x="3222" y="71211"/>
                    <a:pt x="14183" y="47429"/>
                    <a:pt x="36105" y="28452"/>
                  </a:cubicBezTo>
                  <a:cubicBezTo>
                    <a:pt x="58020" y="9484"/>
                    <a:pt x="84173" y="0"/>
                    <a:pt x="114566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398131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13B6A-D23A-D0F2-3FFA-91DE93AD3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60000"/>
            <a:ext cx="8208000" cy="7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D26C7E-7D48-6142-FB86-F7D330A31E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000" y="1152000"/>
            <a:ext cx="8208000" cy="35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>
              <a:lnSpc>
                <a:spcPct val="100000"/>
              </a:lnSpc>
              <a:spcBef>
                <a:spcPts val="0"/>
              </a:spcBef>
              <a:defRPr sz="12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62893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7DB3-407C-4F0A-ABC6-98F57192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376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13B6A-D23A-D0F2-3FFA-91DE93AD3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360000"/>
            <a:ext cx="3960000" cy="1800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600" b="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D26C7E-7D48-6142-FB86-F7D330A31E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13200" y="1152000"/>
            <a:ext cx="3960000" cy="360000"/>
          </a:xfrm>
          <a:prstGeom prst="rect">
            <a:avLst/>
          </a:prstGeom>
        </p:spPr>
        <p:txBody>
          <a:bodyPr lIns="36000" r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04BEDDC-178B-4E50-B88D-D39BB6C2CA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2000" y="0"/>
            <a:ext cx="4572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pt-BR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11CB3F9-60CA-4830-A477-D751D0FF8D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588" y="539325"/>
            <a:ext cx="3959225" cy="612675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n-US" dirty="0"/>
              <a:t>Edit Master text styles</a:t>
            </a:r>
            <a:endParaRPr lang="pt-BR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BA61583-2B2F-4F47-B05D-27D9A41F72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3588" y="1512000"/>
            <a:ext cx="3959225" cy="3168000"/>
          </a:xfrm>
        </p:spPr>
        <p:txBody>
          <a:bodyPr tIns="72000"/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000"/>
            </a:lvl1pPr>
            <a:lvl2pPr marL="26670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900"/>
            </a:lvl2pPr>
            <a:lvl3pPr marL="35560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800"/>
            </a:lvl3pPr>
            <a:lvl4pPr marL="44450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800"/>
            </a:lvl4pPr>
            <a:lvl5pPr marL="542925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94666DA-00F7-4105-9F2C-D91B0FC3045B}"/>
              </a:ext>
            </a:extLst>
          </p:cNvPr>
          <p:cNvGrpSpPr/>
          <p:nvPr userDrawn="1"/>
        </p:nvGrpSpPr>
        <p:grpSpPr>
          <a:xfrm>
            <a:off x="350554" y="4880855"/>
            <a:ext cx="1417497" cy="108000"/>
            <a:chOff x="7294503" y="4880855"/>
            <a:chExt cx="1417497" cy="1080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6" name="Forma Livre 1052">
              <a:extLst>
                <a:ext uri="{FF2B5EF4-FFF2-40B4-BE49-F238E27FC236}">
                  <a16:creationId xmlns:a16="http://schemas.microsoft.com/office/drawing/2014/main" id="{6286E57F-6C2F-4798-AA8B-81C35CC367B2}"/>
                </a:ext>
              </a:extLst>
            </p:cNvPr>
            <p:cNvSpPr/>
            <p:nvPr/>
          </p:nvSpPr>
          <p:spPr>
            <a:xfrm>
              <a:off x="7452929" y="4887537"/>
              <a:ext cx="1259071" cy="94636"/>
            </a:xfrm>
            <a:custGeom>
              <a:avLst/>
              <a:gdLst>
                <a:gd name="connsiteX0" fmla="*/ 500348 w 1259071"/>
                <a:gd name="connsiteY0" fmla="*/ 45018 h 94636"/>
                <a:gd name="connsiteX1" fmla="*/ 497615 w 1259071"/>
                <a:gd name="connsiteY1" fmla="*/ 47053 h 94636"/>
                <a:gd name="connsiteX2" fmla="*/ 495058 w 1259071"/>
                <a:gd name="connsiteY2" fmla="*/ 50413 h 94636"/>
                <a:gd name="connsiteX3" fmla="*/ 494000 w 1259071"/>
                <a:gd name="connsiteY3" fmla="*/ 55367 h 94636"/>
                <a:gd name="connsiteX4" fmla="*/ 496909 w 1259071"/>
                <a:gd name="connsiteY4" fmla="*/ 63238 h 94636"/>
                <a:gd name="connsiteX5" fmla="*/ 505173 w 1259071"/>
                <a:gd name="connsiteY5" fmla="*/ 66589 h 94636"/>
                <a:gd name="connsiteX6" fmla="*/ 505111 w 1259071"/>
                <a:gd name="connsiteY6" fmla="*/ 66599 h 94636"/>
                <a:gd name="connsiteX7" fmla="*/ 505198 w 1259071"/>
                <a:gd name="connsiteY7" fmla="*/ 66599 h 94636"/>
                <a:gd name="connsiteX8" fmla="*/ 505173 w 1259071"/>
                <a:gd name="connsiteY8" fmla="*/ 66589 h 94636"/>
                <a:gd name="connsiteX9" fmla="*/ 509432 w 1259071"/>
                <a:gd name="connsiteY9" fmla="*/ 65891 h 94636"/>
                <a:gd name="connsiteX10" fmla="*/ 513399 w 1259071"/>
                <a:gd name="connsiteY10" fmla="*/ 64034 h 94636"/>
                <a:gd name="connsiteX11" fmla="*/ 905900 w 1259071"/>
                <a:gd name="connsiteY11" fmla="*/ 36086 h 94636"/>
                <a:gd name="connsiteX12" fmla="*/ 898405 w 1259071"/>
                <a:gd name="connsiteY12" fmla="*/ 38208 h 94636"/>
                <a:gd name="connsiteX13" fmla="*/ 893025 w 1259071"/>
                <a:gd name="connsiteY13" fmla="*/ 43869 h 94636"/>
                <a:gd name="connsiteX14" fmla="*/ 890997 w 1259071"/>
                <a:gd name="connsiteY14" fmla="*/ 51740 h 94636"/>
                <a:gd name="connsiteX15" fmla="*/ 892936 w 1259071"/>
                <a:gd name="connsiteY15" fmla="*/ 59612 h 94636"/>
                <a:gd name="connsiteX16" fmla="*/ 898228 w 1259071"/>
                <a:gd name="connsiteY16" fmla="*/ 65273 h 94636"/>
                <a:gd name="connsiteX17" fmla="*/ 905724 w 1259071"/>
                <a:gd name="connsiteY17" fmla="*/ 67395 h 94636"/>
                <a:gd name="connsiteX18" fmla="*/ 913219 w 1259071"/>
                <a:gd name="connsiteY18" fmla="*/ 65273 h 94636"/>
                <a:gd name="connsiteX19" fmla="*/ 918598 w 1259071"/>
                <a:gd name="connsiteY19" fmla="*/ 59612 h 94636"/>
                <a:gd name="connsiteX20" fmla="*/ 920626 w 1259071"/>
                <a:gd name="connsiteY20" fmla="*/ 51740 h 94636"/>
                <a:gd name="connsiteX21" fmla="*/ 918686 w 1259071"/>
                <a:gd name="connsiteY21" fmla="*/ 43869 h 94636"/>
                <a:gd name="connsiteX22" fmla="*/ 913395 w 1259071"/>
                <a:gd name="connsiteY22" fmla="*/ 38208 h 94636"/>
                <a:gd name="connsiteX23" fmla="*/ 905900 w 1259071"/>
                <a:gd name="connsiteY23" fmla="*/ 36086 h 94636"/>
                <a:gd name="connsiteX24" fmla="*/ 798141 w 1259071"/>
                <a:gd name="connsiteY24" fmla="*/ 35909 h 94636"/>
                <a:gd name="connsiteX25" fmla="*/ 790733 w 1259071"/>
                <a:gd name="connsiteY25" fmla="*/ 38031 h 94636"/>
                <a:gd name="connsiteX26" fmla="*/ 785442 w 1259071"/>
                <a:gd name="connsiteY26" fmla="*/ 43692 h 94636"/>
                <a:gd name="connsiteX27" fmla="*/ 783502 w 1259071"/>
                <a:gd name="connsiteY27" fmla="*/ 51564 h 94636"/>
                <a:gd name="connsiteX28" fmla="*/ 785442 w 1259071"/>
                <a:gd name="connsiteY28" fmla="*/ 59435 h 94636"/>
                <a:gd name="connsiteX29" fmla="*/ 790733 w 1259071"/>
                <a:gd name="connsiteY29" fmla="*/ 65096 h 94636"/>
                <a:gd name="connsiteX30" fmla="*/ 798053 w 1259071"/>
                <a:gd name="connsiteY30" fmla="*/ 67218 h 94636"/>
                <a:gd name="connsiteX31" fmla="*/ 805460 w 1259071"/>
                <a:gd name="connsiteY31" fmla="*/ 65096 h 94636"/>
                <a:gd name="connsiteX32" fmla="*/ 810751 w 1259071"/>
                <a:gd name="connsiteY32" fmla="*/ 59435 h 94636"/>
                <a:gd name="connsiteX33" fmla="*/ 812690 w 1259071"/>
                <a:gd name="connsiteY33" fmla="*/ 51564 h 94636"/>
                <a:gd name="connsiteX34" fmla="*/ 810751 w 1259071"/>
                <a:gd name="connsiteY34" fmla="*/ 43692 h 94636"/>
                <a:gd name="connsiteX35" fmla="*/ 805460 w 1259071"/>
                <a:gd name="connsiteY35" fmla="*/ 38031 h 94636"/>
                <a:gd name="connsiteX36" fmla="*/ 798141 w 1259071"/>
                <a:gd name="connsiteY36" fmla="*/ 35909 h 94636"/>
                <a:gd name="connsiteX37" fmla="*/ 704580 w 1259071"/>
                <a:gd name="connsiteY37" fmla="*/ 35732 h 94636"/>
                <a:gd name="connsiteX38" fmla="*/ 697084 w 1259071"/>
                <a:gd name="connsiteY38" fmla="*/ 37854 h 94636"/>
                <a:gd name="connsiteX39" fmla="*/ 691705 w 1259071"/>
                <a:gd name="connsiteY39" fmla="*/ 43515 h 94636"/>
                <a:gd name="connsiteX40" fmla="*/ 689677 w 1259071"/>
                <a:gd name="connsiteY40" fmla="*/ 51386 h 94636"/>
                <a:gd name="connsiteX41" fmla="*/ 691616 w 1259071"/>
                <a:gd name="connsiteY41" fmla="*/ 59258 h 94636"/>
                <a:gd name="connsiteX42" fmla="*/ 696908 w 1259071"/>
                <a:gd name="connsiteY42" fmla="*/ 64919 h 94636"/>
                <a:gd name="connsiteX43" fmla="*/ 704404 w 1259071"/>
                <a:gd name="connsiteY43" fmla="*/ 67041 h 94636"/>
                <a:gd name="connsiteX44" fmla="*/ 711899 w 1259071"/>
                <a:gd name="connsiteY44" fmla="*/ 64919 h 94636"/>
                <a:gd name="connsiteX45" fmla="*/ 717278 w 1259071"/>
                <a:gd name="connsiteY45" fmla="*/ 59258 h 94636"/>
                <a:gd name="connsiteX46" fmla="*/ 719306 w 1259071"/>
                <a:gd name="connsiteY46" fmla="*/ 51386 h 94636"/>
                <a:gd name="connsiteX47" fmla="*/ 717366 w 1259071"/>
                <a:gd name="connsiteY47" fmla="*/ 43515 h 94636"/>
                <a:gd name="connsiteX48" fmla="*/ 712075 w 1259071"/>
                <a:gd name="connsiteY48" fmla="*/ 37854 h 94636"/>
                <a:gd name="connsiteX49" fmla="*/ 704580 w 1259071"/>
                <a:gd name="connsiteY49" fmla="*/ 35732 h 94636"/>
                <a:gd name="connsiteX50" fmla="*/ 1203163 w 1259071"/>
                <a:gd name="connsiteY50" fmla="*/ 35466 h 94636"/>
                <a:gd name="connsiteX51" fmla="*/ 1194080 w 1259071"/>
                <a:gd name="connsiteY51" fmla="*/ 39092 h 94636"/>
                <a:gd name="connsiteX52" fmla="*/ 1189165 w 1259071"/>
                <a:gd name="connsiteY52" fmla="*/ 47567 h 94636"/>
                <a:gd name="connsiteX53" fmla="*/ 1188965 w 1259071"/>
                <a:gd name="connsiteY53" fmla="*/ 47583 h 94636"/>
                <a:gd name="connsiteX54" fmla="*/ 1189054 w 1259071"/>
                <a:gd name="connsiteY54" fmla="*/ 47760 h 94636"/>
                <a:gd name="connsiteX55" fmla="*/ 1189165 w 1259071"/>
                <a:gd name="connsiteY55" fmla="*/ 47567 h 94636"/>
                <a:gd name="connsiteX56" fmla="*/ 1196725 w 1259071"/>
                <a:gd name="connsiteY56" fmla="*/ 46964 h 94636"/>
                <a:gd name="connsiteX57" fmla="*/ 1210923 w 1259071"/>
                <a:gd name="connsiteY57" fmla="*/ 46964 h 94636"/>
                <a:gd name="connsiteX58" fmla="*/ 1214010 w 1259071"/>
                <a:gd name="connsiteY58" fmla="*/ 47140 h 94636"/>
                <a:gd name="connsiteX59" fmla="*/ 1217096 w 1259071"/>
                <a:gd name="connsiteY59" fmla="*/ 47406 h 94636"/>
                <a:gd name="connsiteX60" fmla="*/ 1212158 w 1259071"/>
                <a:gd name="connsiteY60" fmla="*/ 38827 h 94636"/>
                <a:gd name="connsiteX61" fmla="*/ 1203163 w 1259071"/>
                <a:gd name="connsiteY61" fmla="*/ 35466 h 94636"/>
                <a:gd name="connsiteX62" fmla="*/ 1073006 w 1259071"/>
                <a:gd name="connsiteY62" fmla="*/ 35291 h 94636"/>
                <a:gd name="connsiteX63" fmla="*/ 1063923 w 1259071"/>
                <a:gd name="connsiteY63" fmla="*/ 38917 h 94636"/>
                <a:gd name="connsiteX64" fmla="*/ 1059008 w 1259071"/>
                <a:gd name="connsiteY64" fmla="*/ 47391 h 94636"/>
                <a:gd name="connsiteX65" fmla="*/ 1058808 w 1259071"/>
                <a:gd name="connsiteY65" fmla="*/ 47407 h 94636"/>
                <a:gd name="connsiteX66" fmla="*/ 1058897 w 1259071"/>
                <a:gd name="connsiteY66" fmla="*/ 47584 h 94636"/>
                <a:gd name="connsiteX67" fmla="*/ 1059008 w 1259071"/>
                <a:gd name="connsiteY67" fmla="*/ 47391 h 94636"/>
                <a:gd name="connsiteX68" fmla="*/ 1066568 w 1259071"/>
                <a:gd name="connsiteY68" fmla="*/ 46788 h 94636"/>
                <a:gd name="connsiteX69" fmla="*/ 1080766 w 1259071"/>
                <a:gd name="connsiteY69" fmla="*/ 46788 h 94636"/>
                <a:gd name="connsiteX70" fmla="*/ 1083853 w 1259071"/>
                <a:gd name="connsiteY70" fmla="*/ 46965 h 94636"/>
                <a:gd name="connsiteX71" fmla="*/ 1086939 w 1259071"/>
                <a:gd name="connsiteY71" fmla="*/ 47230 h 94636"/>
                <a:gd name="connsiteX72" fmla="*/ 1082001 w 1259071"/>
                <a:gd name="connsiteY72" fmla="*/ 38651 h 94636"/>
                <a:gd name="connsiteX73" fmla="*/ 1073006 w 1259071"/>
                <a:gd name="connsiteY73" fmla="*/ 35291 h 94636"/>
                <a:gd name="connsiteX74" fmla="*/ 436240 w 1259071"/>
                <a:gd name="connsiteY74" fmla="*/ 33610 h 94636"/>
                <a:gd name="connsiteX75" fmla="*/ 427157 w 1259071"/>
                <a:gd name="connsiteY75" fmla="*/ 37236 h 94636"/>
                <a:gd name="connsiteX76" fmla="*/ 422243 w 1259071"/>
                <a:gd name="connsiteY76" fmla="*/ 45710 h 94636"/>
                <a:gd name="connsiteX77" fmla="*/ 422042 w 1259071"/>
                <a:gd name="connsiteY77" fmla="*/ 45726 h 94636"/>
                <a:gd name="connsiteX78" fmla="*/ 422131 w 1259071"/>
                <a:gd name="connsiteY78" fmla="*/ 45904 h 94636"/>
                <a:gd name="connsiteX79" fmla="*/ 422243 w 1259071"/>
                <a:gd name="connsiteY79" fmla="*/ 45710 h 94636"/>
                <a:gd name="connsiteX80" fmla="*/ 429802 w 1259071"/>
                <a:gd name="connsiteY80" fmla="*/ 45107 h 94636"/>
                <a:gd name="connsiteX81" fmla="*/ 444000 w 1259071"/>
                <a:gd name="connsiteY81" fmla="*/ 45107 h 94636"/>
                <a:gd name="connsiteX82" fmla="*/ 447087 w 1259071"/>
                <a:gd name="connsiteY82" fmla="*/ 45284 h 94636"/>
                <a:gd name="connsiteX83" fmla="*/ 450173 w 1259071"/>
                <a:gd name="connsiteY83" fmla="*/ 45550 h 94636"/>
                <a:gd name="connsiteX84" fmla="*/ 445235 w 1259071"/>
                <a:gd name="connsiteY84" fmla="*/ 36970 h 94636"/>
                <a:gd name="connsiteX85" fmla="*/ 436240 w 1259071"/>
                <a:gd name="connsiteY85" fmla="*/ 33610 h 94636"/>
                <a:gd name="connsiteX86" fmla="*/ 236154 w 1259071"/>
                <a:gd name="connsiteY86" fmla="*/ 33520 h 94636"/>
                <a:gd name="connsiteX87" fmla="*/ 228746 w 1259071"/>
                <a:gd name="connsiteY87" fmla="*/ 35643 h 94636"/>
                <a:gd name="connsiteX88" fmla="*/ 223455 w 1259071"/>
                <a:gd name="connsiteY88" fmla="*/ 41303 h 94636"/>
                <a:gd name="connsiteX89" fmla="*/ 221515 w 1259071"/>
                <a:gd name="connsiteY89" fmla="*/ 49176 h 94636"/>
                <a:gd name="connsiteX90" fmla="*/ 223455 w 1259071"/>
                <a:gd name="connsiteY90" fmla="*/ 57047 h 94636"/>
                <a:gd name="connsiteX91" fmla="*/ 228746 w 1259071"/>
                <a:gd name="connsiteY91" fmla="*/ 62708 h 94636"/>
                <a:gd name="connsiteX92" fmla="*/ 236066 w 1259071"/>
                <a:gd name="connsiteY92" fmla="*/ 64830 h 94636"/>
                <a:gd name="connsiteX93" fmla="*/ 243473 w 1259071"/>
                <a:gd name="connsiteY93" fmla="*/ 62708 h 94636"/>
                <a:gd name="connsiteX94" fmla="*/ 248764 w 1259071"/>
                <a:gd name="connsiteY94" fmla="*/ 57047 h 94636"/>
                <a:gd name="connsiteX95" fmla="*/ 250703 w 1259071"/>
                <a:gd name="connsiteY95" fmla="*/ 49176 h 94636"/>
                <a:gd name="connsiteX96" fmla="*/ 248764 w 1259071"/>
                <a:gd name="connsiteY96" fmla="*/ 41303 h 94636"/>
                <a:gd name="connsiteX97" fmla="*/ 243473 w 1259071"/>
                <a:gd name="connsiteY97" fmla="*/ 35643 h 94636"/>
                <a:gd name="connsiteX98" fmla="*/ 236154 w 1259071"/>
                <a:gd name="connsiteY98" fmla="*/ 33520 h 94636"/>
                <a:gd name="connsiteX99" fmla="*/ 289680 w 1259071"/>
                <a:gd name="connsiteY99" fmla="*/ 33344 h 94636"/>
                <a:gd name="connsiteX100" fmla="*/ 280597 w 1259071"/>
                <a:gd name="connsiteY100" fmla="*/ 36970 h 94636"/>
                <a:gd name="connsiteX101" fmla="*/ 275682 w 1259071"/>
                <a:gd name="connsiteY101" fmla="*/ 45444 h 94636"/>
                <a:gd name="connsiteX102" fmla="*/ 275482 w 1259071"/>
                <a:gd name="connsiteY102" fmla="*/ 45460 h 94636"/>
                <a:gd name="connsiteX103" fmla="*/ 275571 w 1259071"/>
                <a:gd name="connsiteY103" fmla="*/ 45637 h 94636"/>
                <a:gd name="connsiteX104" fmla="*/ 275682 w 1259071"/>
                <a:gd name="connsiteY104" fmla="*/ 45444 h 94636"/>
                <a:gd name="connsiteX105" fmla="*/ 283242 w 1259071"/>
                <a:gd name="connsiteY105" fmla="*/ 44841 h 94636"/>
                <a:gd name="connsiteX106" fmla="*/ 297440 w 1259071"/>
                <a:gd name="connsiteY106" fmla="*/ 44841 h 94636"/>
                <a:gd name="connsiteX107" fmla="*/ 300527 w 1259071"/>
                <a:gd name="connsiteY107" fmla="*/ 45018 h 94636"/>
                <a:gd name="connsiteX108" fmla="*/ 303613 w 1259071"/>
                <a:gd name="connsiteY108" fmla="*/ 45283 h 94636"/>
                <a:gd name="connsiteX109" fmla="*/ 298675 w 1259071"/>
                <a:gd name="connsiteY109" fmla="*/ 36704 h 94636"/>
                <a:gd name="connsiteX110" fmla="*/ 289680 w 1259071"/>
                <a:gd name="connsiteY110" fmla="*/ 33344 h 94636"/>
                <a:gd name="connsiteX111" fmla="*/ 121075 w 1259071"/>
                <a:gd name="connsiteY111" fmla="*/ 33080 h 94636"/>
                <a:gd name="connsiteX112" fmla="*/ 111992 w 1259071"/>
                <a:gd name="connsiteY112" fmla="*/ 36706 h 94636"/>
                <a:gd name="connsiteX113" fmla="*/ 107077 w 1259071"/>
                <a:gd name="connsiteY113" fmla="*/ 45180 h 94636"/>
                <a:gd name="connsiteX114" fmla="*/ 106877 w 1259071"/>
                <a:gd name="connsiteY114" fmla="*/ 45196 h 94636"/>
                <a:gd name="connsiteX115" fmla="*/ 106966 w 1259071"/>
                <a:gd name="connsiteY115" fmla="*/ 45373 h 94636"/>
                <a:gd name="connsiteX116" fmla="*/ 107077 w 1259071"/>
                <a:gd name="connsiteY116" fmla="*/ 45180 h 94636"/>
                <a:gd name="connsiteX117" fmla="*/ 114637 w 1259071"/>
                <a:gd name="connsiteY117" fmla="*/ 44577 h 94636"/>
                <a:gd name="connsiteX118" fmla="*/ 128835 w 1259071"/>
                <a:gd name="connsiteY118" fmla="*/ 44577 h 94636"/>
                <a:gd name="connsiteX119" fmla="*/ 131922 w 1259071"/>
                <a:gd name="connsiteY119" fmla="*/ 44754 h 94636"/>
                <a:gd name="connsiteX120" fmla="*/ 135008 w 1259071"/>
                <a:gd name="connsiteY120" fmla="*/ 45019 h 94636"/>
                <a:gd name="connsiteX121" fmla="*/ 130070 w 1259071"/>
                <a:gd name="connsiteY121" fmla="*/ 36440 h 94636"/>
                <a:gd name="connsiteX122" fmla="*/ 121075 w 1259071"/>
                <a:gd name="connsiteY122" fmla="*/ 33080 h 94636"/>
                <a:gd name="connsiteX123" fmla="*/ 864895 w 1259071"/>
                <a:gd name="connsiteY123" fmla="*/ 29453 h 94636"/>
                <a:gd name="connsiteX124" fmla="*/ 872656 w 1259071"/>
                <a:gd name="connsiteY124" fmla="*/ 29453 h 94636"/>
                <a:gd name="connsiteX125" fmla="*/ 872656 w 1259071"/>
                <a:gd name="connsiteY125" fmla="*/ 74029 h 94636"/>
                <a:gd name="connsiteX126" fmla="*/ 864895 w 1259071"/>
                <a:gd name="connsiteY126" fmla="*/ 74029 h 94636"/>
                <a:gd name="connsiteX127" fmla="*/ 730152 w 1259071"/>
                <a:gd name="connsiteY127" fmla="*/ 29186 h 94636"/>
                <a:gd name="connsiteX128" fmla="*/ 738882 w 1259071"/>
                <a:gd name="connsiteY128" fmla="*/ 29186 h 94636"/>
                <a:gd name="connsiteX129" fmla="*/ 747524 w 1259071"/>
                <a:gd name="connsiteY129" fmla="*/ 48556 h 94636"/>
                <a:gd name="connsiteX130" fmla="*/ 749817 w 1259071"/>
                <a:gd name="connsiteY130" fmla="*/ 53686 h 94636"/>
                <a:gd name="connsiteX131" fmla="*/ 751845 w 1259071"/>
                <a:gd name="connsiteY131" fmla="*/ 59877 h 94636"/>
                <a:gd name="connsiteX132" fmla="*/ 754049 w 1259071"/>
                <a:gd name="connsiteY132" fmla="*/ 53686 h 94636"/>
                <a:gd name="connsiteX133" fmla="*/ 756342 w 1259071"/>
                <a:gd name="connsiteY133" fmla="*/ 48556 h 94636"/>
                <a:gd name="connsiteX134" fmla="*/ 765161 w 1259071"/>
                <a:gd name="connsiteY134" fmla="*/ 29274 h 94636"/>
                <a:gd name="connsiteX135" fmla="*/ 773362 w 1259071"/>
                <a:gd name="connsiteY135" fmla="*/ 29274 h 94636"/>
                <a:gd name="connsiteX136" fmla="*/ 751757 w 1259071"/>
                <a:gd name="connsiteY136" fmla="*/ 76063 h 94636"/>
                <a:gd name="connsiteX137" fmla="*/ 751669 w 1259071"/>
                <a:gd name="connsiteY137" fmla="*/ 76063 h 94636"/>
                <a:gd name="connsiteX138" fmla="*/ 561106 w 1259071"/>
                <a:gd name="connsiteY138" fmla="*/ 28922 h 94636"/>
                <a:gd name="connsiteX139" fmla="*/ 568866 w 1259071"/>
                <a:gd name="connsiteY139" fmla="*/ 28922 h 94636"/>
                <a:gd name="connsiteX140" fmla="*/ 568866 w 1259071"/>
                <a:gd name="connsiteY140" fmla="*/ 73498 h 94636"/>
                <a:gd name="connsiteX141" fmla="*/ 561106 w 1259071"/>
                <a:gd name="connsiteY141" fmla="*/ 73498 h 94636"/>
                <a:gd name="connsiteX142" fmla="*/ 1257131 w 1259071"/>
                <a:gd name="connsiteY142" fmla="*/ 28744 h 94636"/>
                <a:gd name="connsiteX143" fmla="*/ 1259071 w 1259071"/>
                <a:gd name="connsiteY143" fmla="*/ 36793 h 94636"/>
                <a:gd name="connsiteX144" fmla="*/ 1255985 w 1259071"/>
                <a:gd name="connsiteY144" fmla="*/ 36350 h 94636"/>
                <a:gd name="connsiteX145" fmla="*/ 1246373 w 1259071"/>
                <a:gd name="connsiteY145" fmla="*/ 40331 h 94636"/>
                <a:gd name="connsiteX146" fmla="*/ 1242757 w 1259071"/>
                <a:gd name="connsiteY146" fmla="*/ 51652 h 94636"/>
                <a:gd name="connsiteX147" fmla="*/ 1242757 w 1259071"/>
                <a:gd name="connsiteY147" fmla="*/ 73852 h 94636"/>
                <a:gd name="connsiteX148" fmla="*/ 1234998 w 1259071"/>
                <a:gd name="connsiteY148" fmla="*/ 73852 h 94636"/>
                <a:gd name="connsiteX149" fmla="*/ 1234821 w 1259071"/>
                <a:gd name="connsiteY149" fmla="*/ 73763 h 94636"/>
                <a:gd name="connsiteX150" fmla="*/ 1234821 w 1259071"/>
                <a:gd name="connsiteY150" fmla="*/ 29186 h 94636"/>
                <a:gd name="connsiteX151" fmla="*/ 1242052 w 1259071"/>
                <a:gd name="connsiteY151" fmla="*/ 29186 h 94636"/>
                <a:gd name="connsiteX152" fmla="*/ 1242052 w 1259071"/>
                <a:gd name="connsiteY152" fmla="*/ 37323 h 94636"/>
                <a:gd name="connsiteX153" fmla="*/ 1248137 w 1259071"/>
                <a:gd name="connsiteY153" fmla="*/ 31044 h 94636"/>
                <a:gd name="connsiteX154" fmla="*/ 1257131 w 1259071"/>
                <a:gd name="connsiteY154" fmla="*/ 28744 h 94636"/>
                <a:gd name="connsiteX155" fmla="*/ 960308 w 1259071"/>
                <a:gd name="connsiteY155" fmla="*/ 28744 h 94636"/>
                <a:gd name="connsiteX156" fmla="*/ 968774 w 1259071"/>
                <a:gd name="connsiteY156" fmla="*/ 31133 h 94636"/>
                <a:gd name="connsiteX157" fmla="*/ 975034 w 1259071"/>
                <a:gd name="connsiteY157" fmla="*/ 37943 h 94636"/>
                <a:gd name="connsiteX158" fmla="*/ 977416 w 1259071"/>
                <a:gd name="connsiteY158" fmla="*/ 48733 h 94636"/>
                <a:gd name="connsiteX159" fmla="*/ 977416 w 1259071"/>
                <a:gd name="connsiteY159" fmla="*/ 74382 h 94636"/>
                <a:gd name="connsiteX160" fmla="*/ 969656 w 1259071"/>
                <a:gd name="connsiteY160" fmla="*/ 74382 h 94636"/>
                <a:gd name="connsiteX161" fmla="*/ 969656 w 1259071"/>
                <a:gd name="connsiteY161" fmla="*/ 49883 h 94636"/>
                <a:gd name="connsiteX162" fmla="*/ 966658 w 1259071"/>
                <a:gd name="connsiteY162" fmla="*/ 40507 h 94636"/>
                <a:gd name="connsiteX163" fmla="*/ 958192 w 1259071"/>
                <a:gd name="connsiteY163" fmla="*/ 36439 h 94636"/>
                <a:gd name="connsiteX164" fmla="*/ 950167 w 1259071"/>
                <a:gd name="connsiteY164" fmla="*/ 39800 h 94636"/>
                <a:gd name="connsiteX165" fmla="*/ 946640 w 1259071"/>
                <a:gd name="connsiteY165" fmla="*/ 49529 h 94636"/>
                <a:gd name="connsiteX166" fmla="*/ 946640 w 1259071"/>
                <a:gd name="connsiteY166" fmla="*/ 74294 h 94636"/>
                <a:gd name="connsiteX167" fmla="*/ 938880 w 1259071"/>
                <a:gd name="connsiteY167" fmla="*/ 74294 h 94636"/>
                <a:gd name="connsiteX168" fmla="*/ 938880 w 1259071"/>
                <a:gd name="connsiteY168" fmla="*/ 74117 h 94636"/>
                <a:gd name="connsiteX169" fmla="*/ 938880 w 1259071"/>
                <a:gd name="connsiteY169" fmla="*/ 29540 h 94636"/>
                <a:gd name="connsiteX170" fmla="*/ 946111 w 1259071"/>
                <a:gd name="connsiteY170" fmla="*/ 29540 h 94636"/>
                <a:gd name="connsiteX171" fmla="*/ 946111 w 1259071"/>
                <a:gd name="connsiteY171" fmla="*/ 36793 h 94636"/>
                <a:gd name="connsiteX172" fmla="*/ 952195 w 1259071"/>
                <a:gd name="connsiteY172" fmla="*/ 30779 h 94636"/>
                <a:gd name="connsiteX173" fmla="*/ 960308 w 1259071"/>
                <a:gd name="connsiteY173" fmla="*/ 28744 h 94636"/>
                <a:gd name="connsiteX174" fmla="*/ 905900 w 1259071"/>
                <a:gd name="connsiteY174" fmla="*/ 28656 h 94636"/>
                <a:gd name="connsiteX175" fmla="*/ 917275 w 1259071"/>
                <a:gd name="connsiteY175" fmla="*/ 31840 h 94636"/>
                <a:gd name="connsiteX176" fmla="*/ 925388 w 1259071"/>
                <a:gd name="connsiteY176" fmla="*/ 40243 h 94636"/>
                <a:gd name="connsiteX177" fmla="*/ 928386 w 1259071"/>
                <a:gd name="connsiteY177" fmla="*/ 51918 h 94636"/>
                <a:gd name="connsiteX178" fmla="*/ 925300 w 1259071"/>
                <a:gd name="connsiteY178" fmla="*/ 63593 h 94636"/>
                <a:gd name="connsiteX179" fmla="*/ 917187 w 1259071"/>
                <a:gd name="connsiteY179" fmla="*/ 71995 h 94636"/>
                <a:gd name="connsiteX180" fmla="*/ 905812 w 1259071"/>
                <a:gd name="connsiteY180" fmla="*/ 75090 h 94636"/>
                <a:gd name="connsiteX181" fmla="*/ 905724 w 1259071"/>
                <a:gd name="connsiteY181" fmla="*/ 75002 h 94636"/>
                <a:gd name="connsiteX182" fmla="*/ 894436 w 1259071"/>
                <a:gd name="connsiteY182" fmla="*/ 71818 h 94636"/>
                <a:gd name="connsiteX183" fmla="*/ 886323 w 1259071"/>
                <a:gd name="connsiteY183" fmla="*/ 63415 h 94636"/>
                <a:gd name="connsiteX184" fmla="*/ 883325 w 1259071"/>
                <a:gd name="connsiteY184" fmla="*/ 51740 h 94636"/>
                <a:gd name="connsiteX185" fmla="*/ 886411 w 1259071"/>
                <a:gd name="connsiteY185" fmla="*/ 40066 h 94636"/>
                <a:gd name="connsiteX186" fmla="*/ 894612 w 1259071"/>
                <a:gd name="connsiteY186" fmla="*/ 31752 h 94636"/>
                <a:gd name="connsiteX187" fmla="*/ 905900 w 1259071"/>
                <a:gd name="connsiteY187" fmla="*/ 28656 h 94636"/>
                <a:gd name="connsiteX188" fmla="*/ 797259 w 1259071"/>
                <a:gd name="connsiteY188" fmla="*/ 28656 h 94636"/>
                <a:gd name="connsiteX189" fmla="*/ 805548 w 1259071"/>
                <a:gd name="connsiteY189" fmla="*/ 30337 h 94636"/>
                <a:gd name="connsiteX190" fmla="*/ 812249 w 1259071"/>
                <a:gd name="connsiteY190" fmla="*/ 35112 h 94636"/>
                <a:gd name="connsiteX191" fmla="*/ 812249 w 1259071"/>
                <a:gd name="connsiteY191" fmla="*/ 29276 h 94636"/>
                <a:gd name="connsiteX192" fmla="*/ 819393 w 1259071"/>
                <a:gd name="connsiteY192" fmla="*/ 29276 h 94636"/>
                <a:gd name="connsiteX193" fmla="*/ 819393 w 1259071"/>
                <a:gd name="connsiteY193" fmla="*/ 73852 h 94636"/>
                <a:gd name="connsiteX194" fmla="*/ 812162 w 1259071"/>
                <a:gd name="connsiteY194" fmla="*/ 73852 h 94636"/>
                <a:gd name="connsiteX195" fmla="*/ 812162 w 1259071"/>
                <a:gd name="connsiteY195" fmla="*/ 68014 h 94636"/>
                <a:gd name="connsiteX196" fmla="*/ 805460 w 1259071"/>
                <a:gd name="connsiteY196" fmla="*/ 72702 h 94636"/>
                <a:gd name="connsiteX197" fmla="*/ 797170 w 1259071"/>
                <a:gd name="connsiteY197" fmla="*/ 74471 h 94636"/>
                <a:gd name="connsiteX198" fmla="*/ 797082 w 1259071"/>
                <a:gd name="connsiteY198" fmla="*/ 74471 h 94636"/>
                <a:gd name="connsiteX199" fmla="*/ 786412 w 1259071"/>
                <a:gd name="connsiteY199" fmla="*/ 71375 h 94636"/>
                <a:gd name="connsiteX200" fmla="*/ 778740 w 1259071"/>
                <a:gd name="connsiteY200" fmla="*/ 63061 h 94636"/>
                <a:gd name="connsiteX201" fmla="*/ 775918 w 1259071"/>
                <a:gd name="connsiteY201" fmla="*/ 51564 h 94636"/>
                <a:gd name="connsiteX202" fmla="*/ 778829 w 1259071"/>
                <a:gd name="connsiteY202" fmla="*/ 40065 h 94636"/>
                <a:gd name="connsiteX203" fmla="*/ 786589 w 1259071"/>
                <a:gd name="connsiteY203" fmla="*/ 31752 h 94636"/>
                <a:gd name="connsiteX204" fmla="*/ 797259 w 1259071"/>
                <a:gd name="connsiteY204" fmla="*/ 28656 h 94636"/>
                <a:gd name="connsiteX205" fmla="*/ 704580 w 1259071"/>
                <a:gd name="connsiteY205" fmla="*/ 28302 h 94636"/>
                <a:gd name="connsiteX206" fmla="*/ 715955 w 1259071"/>
                <a:gd name="connsiteY206" fmla="*/ 31486 h 94636"/>
                <a:gd name="connsiteX207" fmla="*/ 724068 w 1259071"/>
                <a:gd name="connsiteY207" fmla="*/ 39889 h 94636"/>
                <a:gd name="connsiteX208" fmla="*/ 727066 w 1259071"/>
                <a:gd name="connsiteY208" fmla="*/ 51564 h 94636"/>
                <a:gd name="connsiteX209" fmla="*/ 723980 w 1259071"/>
                <a:gd name="connsiteY209" fmla="*/ 63239 h 94636"/>
                <a:gd name="connsiteX210" fmla="*/ 715867 w 1259071"/>
                <a:gd name="connsiteY210" fmla="*/ 71641 h 94636"/>
                <a:gd name="connsiteX211" fmla="*/ 704492 w 1259071"/>
                <a:gd name="connsiteY211" fmla="*/ 74736 h 94636"/>
                <a:gd name="connsiteX212" fmla="*/ 704404 w 1259071"/>
                <a:gd name="connsiteY212" fmla="*/ 74648 h 94636"/>
                <a:gd name="connsiteX213" fmla="*/ 693116 w 1259071"/>
                <a:gd name="connsiteY213" fmla="*/ 71464 h 94636"/>
                <a:gd name="connsiteX214" fmla="*/ 685003 w 1259071"/>
                <a:gd name="connsiteY214" fmla="*/ 63061 h 94636"/>
                <a:gd name="connsiteX215" fmla="*/ 682005 w 1259071"/>
                <a:gd name="connsiteY215" fmla="*/ 51386 h 94636"/>
                <a:gd name="connsiteX216" fmla="*/ 685091 w 1259071"/>
                <a:gd name="connsiteY216" fmla="*/ 39712 h 94636"/>
                <a:gd name="connsiteX217" fmla="*/ 693292 w 1259071"/>
                <a:gd name="connsiteY217" fmla="*/ 31398 h 94636"/>
                <a:gd name="connsiteX218" fmla="*/ 704580 w 1259071"/>
                <a:gd name="connsiteY218" fmla="*/ 28302 h 94636"/>
                <a:gd name="connsiteX219" fmla="*/ 1203075 w 1259071"/>
                <a:gd name="connsiteY219" fmla="*/ 28213 h 94636"/>
                <a:gd name="connsiteX220" fmla="*/ 1213922 w 1259071"/>
                <a:gd name="connsiteY220" fmla="*/ 31132 h 94636"/>
                <a:gd name="connsiteX221" fmla="*/ 1221770 w 1259071"/>
                <a:gd name="connsiteY221" fmla="*/ 39092 h 94636"/>
                <a:gd name="connsiteX222" fmla="*/ 1224680 w 1259071"/>
                <a:gd name="connsiteY222" fmla="*/ 50413 h 94636"/>
                <a:gd name="connsiteX223" fmla="*/ 1224680 w 1259071"/>
                <a:gd name="connsiteY223" fmla="*/ 53686 h 94636"/>
                <a:gd name="connsiteX224" fmla="*/ 1196814 w 1259071"/>
                <a:gd name="connsiteY224" fmla="*/ 53686 h 94636"/>
                <a:gd name="connsiteX225" fmla="*/ 1193021 w 1259071"/>
                <a:gd name="connsiteY225" fmla="*/ 53509 h 94636"/>
                <a:gd name="connsiteX226" fmla="*/ 1189230 w 1259071"/>
                <a:gd name="connsiteY226" fmla="*/ 53066 h 94636"/>
                <a:gd name="connsiteX227" fmla="*/ 1194345 w 1259071"/>
                <a:gd name="connsiteY227" fmla="*/ 63061 h 94636"/>
                <a:gd name="connsiteX228" fmla="*/ 1204750 w 1259071"/>
                <a:gd name="connsiteY228" fmla="*/ 67130 h 94636"/>
                <a:gd name="connsiteX229" fmla="*/ 1212334 w 1259071"/>
                <a:gd name="connsiteY229" fmla="*/ 65184 h 94636"/>
                <a:gd name="connsiteX230" fmla="*/ 1217977 w 1259071"/>
                <a:gd name="connsiteY230" fmla="*/ 60054 h 94636"/>
                <a:gd name="connsiteX231" fmla="*/ 1220095 w 1259071"/>
                <a:gd name="connsiteY231" fmla="*/ 69164 h 94636"/>
                <a:gd name="connsiteX232" fmla="*/ 1213039 w 1259071"/>
                <a:gd name="connsiteY232" fmla="*/ 73232 h 94636"/>
                <a:gd name="connsiteX233" fmla="*/ 1204662 w 1259071"/>
                <a:gd name="connsiteY233" fmla="*/ 74647 h 94636"/>
                <a:gd name="connsiteX234" fmla="*/ 1192669 w 1259071"/>
                <a:gd name="connsiteY234" fmla="*/ 71463 h 94636"/>
                <a:gd name="connsiteX235" fmla="*/ 1184380 w 1259071"/>
                <a:gd name="connsiteY235" fmla="*/ 62972 h 94636"/>
                <a:gd name="connsiteX236" fmla="*/ 1181382 w 1259071"/>
                <a:gd name="connsiteY236" fmla="*/ 50944 h 94636"/>
                <a:gd name="connsiteX237" fmla="*/ 1184292 w 1259071"/>
                <a:gd name="connsiteY237" fmla="*/ 39446 h 94636"/>
                <a:gd name="connsiteX238" fmla="*/ 1192140 w 1259071"/>
                <a:gd name="connsiteY238" fmla="*/ 31221 h 94636"/>
                <a:gd name="connsiteX239" fmla="*/ 1203075 w 1259071"/>
                <a:gd name="connsiteY239" fmla="*/ 28213 h 94636"/>
                <a:gd name="connsiteX240" fmla="*/ 1126091 w 1259071"/>
                <a:gd name="connsiteY240" fmla="*/ 28213 h 94636"/>
                <a:gd name="connsiteX241" fmla="*/ 1134557 w 1259071"/>
                <a:gd name="connsiteY241" fmla="*/ 30602 h 94636"/>
                <a:gd name="connsiteX242" fmla="*/ 1140818 w 1259071"/>
                <a:gd name="connsiteY242" fmla="*/ 37412 h 94636"/>
                <a:gd name="connsiteX243" fmla="*/ 1143199 w 1259071"/>
                <a:gd name="connsiteY243" fmla="*/ 48202 h 94636"/>
                <a:gd name="connsiteX244" fmla="*/ 1143199 w 1259071"/>
                <a:gd name="connsiteY244" fmla="*/ 73851 h 94636"/>
                <a:gd name="connsiteX245" fmla="*/ 1135439 w 1259071"/>
                <a:gd name="connsiteY245" fmla="*/ 73851 h 94636"/>
                <a:gd name="connsiteX246" fmla="*/ 1135439 w 1259071"/>
                <a:gd name="connsiteY246" fmla="*/ 49352 h 94636"/>
                <a:gd name="connsiteX247" fmla="*/ 1132441 w 1259071"/>
                <a:gd name="connsiteY247" fmla="*/ 39976 h 94636"/>
                <a:gd name="connsiteX248" fmla="*/ 1123975 w 1259071"/>
                <a:gd name="connsiteY248" fmla="*/ 35908 h 94636"/>
                <a:gd name="connsiteX249" fmla="*/ 1115950 w 1259071"/>
                <a:gd name="connsiteY249" fmla="*/ 39269 h 94636"/>
                <a:gd name="connsiteX250" fmla="*/ 1112423 w 1259071"/>
                <a:gd name="connsiteY250" fmla="*/ 48998 h 94636"/>
                <a:gd name="connsiteX251" fmla="*/ 1112423 w 1259071"/>
                <a:gd name="connsiteY251" fmla="*/ 73763 h 94636"/>
                <a:gd name="connsiteX252" fmla="*/ 1104663 w 1259071"/>
                <a:gd name="connsiteY252" fmla="*/ 73763 h 94636"/>
                <a:gd name="connsiteX253" fmla="*/ 1104663 w 1259071"/>
                <a:gd name="connsiteY253" fmla="*/ 73586 h 94636"/>
                <a:gd name="connsiteX254" fmla="*/ 1104663 w 1259071"/>
                <a:gd name="connsiteY254" fmla="*/ 29009 h 94636"/>
                <a:gd name="connsiteX255" fmla="*/ 1111894 w 1259071"/>
                <a:gd name="connsiteY255" fmla="*/ 29009 h 94636"/>
                <a:gd name="connsiteX256" fmla="*/ 1111894 w 1259071"/>
                <a:gd name="connsiteY256" fmla="*/ 36262 h 94636"/>
                <a:gd name="connsiteX257" fmla="*/ 1117978 w 1259071"/>
                <a:gd name="connsiteY257" fmla="*/ 30248 h 94636"/>
                <a:gd name="connsiteX258" fmla="*/ 1126091 w 1259071"/>
                <a:gd name="connsiteY258" fmla="*/ 28213 h 94636"/>
                <a:gd name="connsiteX259" fmla="*/ 655109 w 1259071"/>
                <a:gd name="connsiteY259" fmla="*/ 28213 h 94636"/>
                <a:gd name="connsiteX260" fmla="*/ 663575 w 1259071"/>
                <a:gd name="connsiteY260" fmla="*/ 30602 h 94636"/>
                <a:gd name="connsiteX261" fmla="*/ 669836 w 1259071"/>
                <a:gd name="connsiteY261" fmla="*/ 37412 h 94636"/>
                <a:gd name="connsiteX262" fmla="*/ 672217 w 1259071"/>
                <a:gd name="connsiteY262" fmla="*/ 48202 h 94636"/>
                <a:gd name="connsiteX263" fmla="*/ 672217 w 1259071"/>
                <a:gd name="connsiteY263" fmla="*/ 73851 h 94636"/>
                <a:gd name="connsiteX264" fmla="*/ 664457 w 1259071"/>
                <a:gd name="connsiteY264" fmla="*/ 73851 h 94636"/>
                <a:gd name="connsiteX265" fmla="*/ 664457 w 1259071"/>
                <a:gd name="connsiteY265" fmla="*/ 49352 h 94636"/>
                <a:gd name="connsiteX266" fmla="*/ 661459 w 1259071"/>
                <a:gd name="connsiteY266" fmla="*/ 39976 h 94636"/>
                <a:gd name="connsiteX267" fmla="*/ 652993 w 1259071"/>
                <a:gd name="connsiteY267" fmla="*/ 35908 h 94636"/>
                <a:gd name="connsiteX268" fmla="*/ 644968 w 1259071"/>
                <a:gd name="connsiteY268" fmla="*/ 39269 h 94636"/>
                <a:gd name="connsiteX269" fmla="*/ 641441 w 1259071"/>
                <a:gd name="connsiteY269" fmla="*/ 48998 h 94636"/>
                <a:gd name="connsiteX270" fmla="*/ 641441 w 1259071"/>
                <a:gd name="connsiteY270" fmla="*/ 73763 h 94636"/>
                <a:gd name="connsiteX271" fmla="*/ 633681 w 1259071"/>
                <a:gd name="connsiteY271" fmla="*/ 73763 h 94636"/>
                <a:gd name="connsiteX272" fmla="*/ 633681 w 1259071"/>
                <a:gd name="connsiteY272" fmla="*/ 73586 h 94636"/>
                <a:gd name="connsiteX273" fmla="*/ 633681 w 1259071"/>
                <a:gd name="connsiteY273" fmla="*/ 29009 h 94636"/>
                <a:gd name="connsiteX274" fmla="*/ 640912 w 1259071"/>
                <a:gd name="connsiteY274" fmla="*/ 29009 h 94636"/>
                <a:gd name="connsiteX275" fmla="*/ 640912 w 1259071"/>
                <a:gd name="connsiteY275" fmla="*/ 36262 h 94636"/>
                <a:gd name="connsiteX276" fmla="*/ 646996 w 1259071"/>
                <a:gd name="connsiteY276" fmla="*/ 30248 h 94636"/>
                <a:gd name="connsiteX277" fmla="*/ 655109 w 1259071"/>
                <a:gd name="connsiteY277" fmla="*/ 28213 h 94636"/>
                <a:gd name="connsiteX278" fmla="*/ 603875 w 1259071"/>
                <a:gd name="connsiteY278" fmla="*/ 28125 h 94636"/>
                <a:gd name="connsiteX279" fmla="*/ 612341 w 1259071"/>
                <a:gd name="connsiteY279" fmla="*/ 30514 h 94636"/>
                <a:gd name="connsiteX280" fmla="*/ 618602 w 1259071"/>
                <a:gd name="connsiteY280" fmla="*/ 37324 h 94636"/>
                <a:gd name="connsiteX281" fmla="*/ 620983 w 1259071"/>
                <a:gd name="connsiteY281" fmla="*/ 48114 h 94636"/>
                <a:gd name="connsiteX282" fmla="*/ 620983 w 1259071"/>
                <a:gd name="connsiteY282" fmla="*/ 73763 h 94636"/>
                <a:gd name="connsiteX283" fmla="*/ 613223 w 1259071"/>
                <a:gd name="connsiteY283" fmla="*/ 73763 h 94636"/>
                <a:gd name="connsiteX284" fmla="*/ 613223 w 1259071"/>
                <a:gd name="connsiteY284" fmla="*/ 49264 h 94636"/>
                <a:gd name="connsiteX285" fmla="*/ 610225 w 1259071"/>
                <a:gd name="connsiteY285" fmla="*/ 39888 h 94636"/>
                <a:gd name="connsiteX286" fmla="*/ 601759 w 1259071"/>
                <a:gd name="connsiteY286" fmla="*/ 35820 h 94636"/>
                <a:gd name="connsiteX287" fmla="*/ 593734 w 1259071"/>
                <a:gd name="connsiteY287" fmla="*/ 39181 h 94636"/>
                <a:gd name="connsiteX288" fmla="*/ 590207 w 1259071"/>
                <a:gd name="connsiteY288" fmla="*/ 48910 h 94636"/>
                <a:gd name="connsiteX289" fmla="*/ 590207 w 1259071"/>
                <a:gd name="connsiteY289" fmla="*/ 73675 h 94636"/>
                <a:gd name="connsiteX290" fmla="*/ 582447 w 1259071"/>
                <a:gd name="connsiteY290" fmla="*/ 73675 h 94636"/>
                <a:gd name="connsiteX291" fmla="*/ 582447 w 1259071"/>
                <a:gd name="connsiteY291" fmla="*/ 73498 h 94636"/>
                <a:gd name="connsiteX292" fmla="*/ 582447 w 1259071"/>
                <a:gd name="connsiteY292" fmla="*/ 28921 h 94636"/>
                <a:gd name="connsiteX293" fmla="*/ 589678 w 1259071"/>
                <a:gd name="connsiteY293" fmla="*/ 28921 h 94636"/>
                <a:gd name="connsiteX294" fmla="*/ 589678 w 1259071"/>
                <a:gd name="connsiteY294" fmla="*/ 36174 h 94636"/>
                <a:gd name="connsiteX295" fmla="*/ 595762 w 1259071"/>
                <a:gd name="connsiteY295" fmla="*/ 30160 h 94636"/>
                <a:gd name="connsiteX296" fmla="*/ 603875 w 1259071"/>
                <a:gd name="connsiteY296" fmla="*/ 28125 h 94636"/>
                <a:gd name="connsiteX297" fmla="*/ 1072918 w 1259071"/>
                <a:gd name="connsiteY297" fmla="*/ 27949 h 94636"/>
                <a:gd name="connsiteX298" fmla="*/ 1083765 w 1259071"/>
                <a:gd name="connsiteY298" fmla="*/ 30868 h 94636"/>
                <a:gd name="connsiteX299" fmla="*/ 1091613 w 1259071"/>
                <a:gd name="connsiteY299" fmla="*/ 38828 h 94636"/>
                <a:gd name="connsiteX300" fmla="*/ 1094523 w 1259071"/>
                <a:gd name="connsiteY300" fmla="*/ 50149 h 94636"/>
                <a:gd name="connsiteX301" fmla="*/ 1094523 w 1259071"/>
                <a:gd name="connsiteY301" fmla="*/ 53422 h 94636"/>
                <a:gd name="connsiteX302" fmla="*/ 1066657 w 1259071"/>
                <a:gd name="connsiteY302" fmla="*/ 53422 h 94636"/>
                <a:gd name="connsiteX303" fmla="*/ 1062865 w 1259071"/>
                <a:gd name="connsiteY303" fmla="*/ 53245 h 94636"/>
                <a:gd name="connsiteX304" fmla="*/ 1059073 w 1259071"/>
                <a:gd name="connsiteY304" fmla="*/ 52802 h 94636"/>
                <a:gd name="connsiteX305" fmla="*/ 1064188 w 1259071"/>
                <a:gd name="connsiteY305" fmla="*/ 62797 h 94636"/>
                <a:gd name="connsiteX306" fmla="*/ 1074593 w 1259071"/>
                <a:gd name="connsiteY306" fmla="*/ 66866 h 94636"/>
                <a:gd name="connsiteX307" fmla="*/ 1082178 w 1259071"/>
                <a:gd name="connsiteY307" fmla="*/ 64920 h 94636"/>
                <a:gd name="connsiteX308" fmla="*/ 1087820 w 1259071"/>
                <a:gd name="connsiteY308" fmla="*/ 59790 h 94636"/>
                <a:gd name="connsiteX309" fmla="*/ 1089938 w 1259071"/>
                <a:gd name="connsiteY309" fmla="*/ 68900 h 94636"/>
                <a:gd name="connsiteX310" fmla="*/ 1082882 w 1259071"/>
                <a:gd name="connsiteY310" fmla="*/ 72968 h 94636"/>
                <a:gd name="connsiteX311" fmla="*/ 1074506 w 1259071"/>
                <a:gd name="connsiteY311" fmla="*/ 74383 h 94636"/>
                <a:gd name="connsiteX312" fmla="*/ 1062512 w 1259071"/>
                <a:gd name="connsiteY312" fmla="*/ 71199 h 94636"/>
                <a:gd name="connsiteX313" fmla="*/ 1054223 w 1259071"/>
                <a:gd name="connsiteY313" fmla="*/ 62708 h 94636"/>
                <a:gd name="connsiteX314" fmla="*/ 1051225 w 1259071"/>
                <a:gd name="connsiteY314" fmla="*/ 50680 h 94636"/>
                <a:gd name="connsiteX315" fmla="*/ 1054135 w 1259071"/>
                <a:gd name="connsiteY315" fmla="*/ 39182 h 94636"/>
                <a:gd name="connsiteX316" fmla="*/ 1061983 w 1259071"/>
                <a:gd name="connsiteY316" fmla="*/ 30956 h 94636"/>
                <a:gd name="connsiteX317" fmla="*/ 1072918 w 1259071"/>
                <a:gd name="connsiteY317" fmla="*/ 27949 h 94636"/>
                <a:gd name="connsiteX318" fmla="*/ 1029003 w 1259071"/>
                <a:gd name="connsiteY318" fmla="*/ 27860 h 94636"/>
                <a:gd name="connsiteX319" fmla="*/ 1037645 w 1259071"/>
                <a:gd name="connsiteY319" fmla="*/ 29629 h 94636"/>
                <a:gd name="connsiteX320" fmla="*/ 1044787 w 1259071"/>
                <a:gd name="connsiteY320" fmla="*/ 34140 h 94636"/>
                <a:gd name="connsiteX321" fmla="*/ 1042406 w 1259071"/>
                <a:gd name="connsiteY321" fmla="*/ 44223 h 94636"/>
                <a:gd name="connsiteX322" fmla="*/ 1037027 w 1259071"/>
                <a:gd name="connsiteY322" fmla="*/ 37943 h 94636"/>
                <a:gd name="connsiteX323" fmla="*/ 1028914 w 1259071"/>
                <a:gd name="connsiteY323" fmla="*/ 35378 h 94636"/>
                <a:gd name="connsiteX324" fmla="*/ 1021419 w 1259071"/>
                <a:gd name="connsiteY324" fmla="*/ 37501 h 94636"/>
                <a:gd name="connsiteX325" fmla="*/ 1016040 w 1259071"/>
                <a:gd name="connsiteY325" fmla="*/ 43161 h 94636"/>
                <a:gd name="connsiteX326" fmla="*/ 1014012 w 1259071"/>
                <a:gd name="connsiteY326" fmla="*/ 51034 h 94636"/>
                <a:gd name="connsiteX327" fmla="*/ 1015952 w 1259071"/>
                <a:gd name="connsiteY327" fmla="*/ 58817 h 94636"/>
                <a:gd name="connsiteX328" fmla="*/ 1021331 w 1259071"/>
                <a:gd name="connsiteY328" fmla="*/ 64477 h 94636"/>
                <a:gd name="connsiteX329" fmla="*/ 1028826 w 1259071"/>
                <a:gd name="connsiteY329" fmla="*/ 66599 h 94636"/>
                <a:gd name="connsiteX330" fmla="*/ 1036939 w 1259071"/>
                <a:gd name="connsiteY330" fmla="*/ 64124 h 94636"/>
                <a:gd name="connsiteX331" fmla="*/ 1042318 w 1259071"/>
                <a:gd name="connsiteY331" fmla="*/ 57844 h 94636"/>
                <a:gd name="connsiteX332" fmla="*/ 1044610 w 1259071"/>
                <a:gd name="connsiteY332" fmla="*/ 67926 h 94636"/>
                <a:gd name="connsiteX333" fmla="*/ 1037468 w 1259071"/>
                <a:gd name="connsiteY333" fmla="*/ 72437 h 94636"/>
                <a:gd name="connsiteX334" fmla="*/ 1028826 w 1259071"/>
                <a:gd name="connsiteY334" fmla="*/ 74118 h 94636"/>
                <a:gd name="connsiteX335" fmla="*/ 1028914 w 1259071"/>
                <a:gd name="connsiteY335" fmla="*/ 74294 h 94636"/>
                <a:gd name="connsiteX336" fmla="*/ 1017539 w 1259071"/>
                <a:gd name="connsiteY336" fmla="*/ 71110 h 94636"/>
                <a:gd name="connsiteX337" fmla="*/ 1009338 w 1259071"/>
                <a:gd name="connsiteY337" fmla="*/ 62708 h 94636"/>
                <a:gd name="connsiteX338" fmla="*/ 1006340 w 1259071"/>
                <a:gd name="connsiteY338" fmla="*/ 51034 h 94636"/>
                <a:gd name="connsiteX339" fmla="*/ 1009426 w 1259071"/>
                <a:gd name="connsiteY339" fmla="*/ 39358 h 94636"/>
                <a:gd name="connsiteX340" fmla="*/ 1017627 w 1259071"/>
                <a:gd name="connsiteY340" fmla="*/ 30956 h 94636"/>
                <a:gd name="connsiteX341" fmla="*/ 1029003 w 1259071"/>
                <a:gd name="connsiteY341" fmla="*/ 27860 h 94636"/>
                <a:gd name="connsiteX342" fmla="*/ 195412 w 1259071"/>
                <a:gd name="connsiteY342" fmla="*/ 26799 h 94636"/>
                <a:gd name="connsiteX343" fmla="*/ 203172 w 1259071"/>
                <a:gd name="connsiteY343" fmla="*/ 26799 h 94636"/>
                <a:gd name="connsiteX344" fmla="*/ 203172 w 1259071"/>
                <a:gd name="connsiteY344" fmla="*/ 71376 h 94636"/>
                <a:gd name="connsiteX345" fmla="*/ 195412 w 1259071"/>
                <a:gd name="connsiteY345" fmla="*/ 71376 h 94636"/>
                <a:gd name="connsiteX346" fmla="*/ 1147 w 1259071"/>
                <a:gd name="connsiteY346" fmla="*/ 26533 h 94636"/>
                <a:gd name="connsiteX347" fmla="*/ 8907 w 1259071"/>
                <a:gd name="connsiteY347" fmla="*/ 26533 h 94636"/>
                <a:gd name="connsiteX348" fmla="*/ 8907 w 1259071"/>
                <a:gd name="connsiteY348" fmla="*/ 71110 h 94636"/>
                <a:gd name="connsiteX349" fmla="*/ 1147 w 1259071"/>
                <a:gd name="connsiteY349" fmla="*/ 71110 h 94636"/>
                <a:gd name="connsiteX350" fmla="*/ 436152 w 1259071"/>
                <a:gd name="connsiteY350" fmla="*/ 26268 h 94636"/>
                <a:gd name="connsiteX351" fmla="*/ 446999 w 1259071"/>
                <a:gd name="connsiteY351" fmla="*/ 29187 h 94636"/>
                <a:gd name="connsiteX352" fmla="*/ 454847 w 1259071"/>
                <a:gd name="connsiteY352" fmla="*/ 37147 h 94636"/>
                <a:gd name="connsiteX353" fmla="*/ 457757 w 1259071"/>
                <a:gd name="connsiteY353" fmla="*/ 48468 h 94636"/>
                <a:gd name="connsiteX354" fmla="*/ 457757 w 1259071"/>
                <a:gd name="connsiteY354" fmla="*/ 51741 h 94636"/>
                <a:gd name="connsiteX355" fmla="*/ 429891 w 1259071"/>
                <a:gd name="connsiteY355" fmla="*/ 51741 h 94636"/>
                <a:gd name="connsiteX356" fmla="*/ 426099 w 1259071"/>
                <a:gd name="connsiteY356" fmla="*/ 51563 h 94636"/>
                <a:gd name="connsiteX357" fmla="*/ 422307 w 1259071"/>
                <a:gd name="connsiteY357" fmla="*/ 51121 h 94636"/>
                <a:gd name="connsiteX358" fmla="*/ 427422 w 1259071"/>
                <a:gd name="connsiteY358" fmla="*/ 61116 h 94636"/>
                <a:gd name="connsiteX359" fmla="*/ 437827 w 1259071"/>
                <a:gd name="connsiteY359" fmla="*/ 65185 h 94636"/>
                <a:gd name="connsiteX360" fmla="*/ 445412 w 1259071"/>
                <a:gd name="connsiteY360" fmla="*/ 63239 h 94636"/>
                <a:gd name="connsiteX361" fmla="*/ 451055 w 1259071"/>
                <a:gd name="connsiteY361" fmla="*/ 58109 h 94636"/>
                <a:gd name="connsiteX362" fmla="*/ 453172 w 1259071"/>
                <a:gd name="connsiteY362" fmla="*/ 67219 h 94636"/>
                <a:gd name="connsiteX363" fmla="*/ 446116 w 1259071"/>
                <a:gd name="connsiteY363" fmla="*/ 71287 h 94636"/>
                <a:gd name="connsiteX364" fmla="*/ 437739 w 1259071"/>
                <a:gd name="connsiteY364" fmla="*/ 72702 h 94636"/>
                <a:gd name="connsiteX365" fmla="*/ 425746 w 1259071"/>
                <a:gd name="connsiteY365" fmla="*/ 69518 h 94636"/>
                <a:gd name="connsiteX366" fmla="*/ 417457 w 1259071"/>
                <a:gd name="connsiteY366" fmla="*/ 61027 h 94636"/>
                <a:gd name="connsiteX367" fmla="*/ 414459 w 1259071"/>
                <a:gd name="connsiteY367" fmla="*/ 48999 h 94636"/>
                <a:gd name="connsiteX368" fmla="*/ 417369 w 1259071"/>
                <a:gd name="connsiteY368" fmla="*/ 37501 h 94636"/>
                <a:gd name="connsiteX369" fmla="*/ 425217 w 1259071"/>
                <a:gd name="connsiteY369" fmla="*/ 29275 h 94636"/>
                <a:gd name="connsiteX370" fmla="*/ 436152 w 1259071"/>
                <a:gd name="connsiteY370" fmla="*/ 26268 h 94636"/>
                <a:gd name="connsiteX371" fmla="*/ 342765 w 1259071"/>
                <a:gd name="connsiteY371" fmla="*/ 26268 h 94636"/>
                <a:gd name="connsiteX372" fmla="*/ 351231 w 1259071"/>
                <a:gd name="connsiteY372" fmla="*/ 28656 h 94636"/>
                <a:gd name="connsiteX373" fmla="*/ 357492 w 1259071"/>
                <a:gd name="connsiteY373" fmla="*/ 35467 h 94636"/>
                <a:gd name="connsiteX374" fmla="*/ 359873 w 1259071"/>
                <a:gd name="connsiteY374" fmla="*/ 46257 h 94636"/>
                <a:gd name="connsiteX375" fmla="*/ 359873 w 1259071"/>
                <a:gd name="connsiteY375" fmla="*/ 71906 h 94636"/>
                <a:gd name="connsiteX376" fmla="*/ 352113 w 1259071"/>
                <a:gd name="connsiteY376" fmla="*/ 71906 h 94636"/>
                <a:gd name="connsiteX377" fmla="*/ 352113 w 1259071"/>
                <a:gd name="connsiteY377" fmla="*/ 47407 h 94636"/>
                <a:gd name="connsiteX378" fmla="*/ 349115 w 1259071"/>
                <a:gd name="connsiteY378" fmla="*/ 38031 h 94636"/>
                <a:gd name="connsiteX379" fmla="*/ 340649 w 1259071"/>
                <a:gd name="connsiteY379" fmla="*/ 33963 h 94636"/>
                <a:gd name="connsiteX380" fmla="*/ 332624 w 1259071"/>
                <a:gd name="connsiteY380" fmla="*/ 37324 h 94636"/>
                <a:gd name="connsiteX381" fmla="*/ 329097 w 1259071"/>
                <a:gd name="connsiteY381" fmla="*/ 47053 h 94636"/>
                <a:gd name="connsiteX382" fmla="*/ 329097 w 1259071"/>
                <a:gd name="connsiteY382" fmla="*/ 71818 h 94636"/>
                <a:gd name="connsiteX383" fmla="*/ 321337 w 1259071"/>
                <a:gd name="connsiteY383" fmla="*/ 71818 h 94636"/>
                <a:gd name="connsiteX384" fmla="*/ 321337 w 1259071"/>
                <a:gd name="connsiteY384" fmla="*/ 71641 h 94636"/>
                <a:gd name="connsiteX385" fmla="*/ 321337 w 1259071"/>
                <a:gd name="connsiteY385" fmla="*/ 27064 h 94636"/>
                <a:gd name="connsiteX386" fmla="*/ 328568 w 1259071"/>
                <a:gd name="connsiteY386" fmla="*/ 27064 h 94636"/>
                <a:gd name="connsiteX387" fmla="*/ 328568 w 1259071"/>
                <a:gd name="connsiteY387" fmla="*/ 34317 h 94636"/>
                <a:gd name="connsiteX388" fmla="*/ 334652 w 1259071"/>
                <a:gd name="connsiteY388" fmla="*/ 28302 h 94636"/>
                <a:gd name="connsiteX389" fmla="*/ 342765 w 1259071"/>
                <a:gd name="connsiteY389" fmla="*/ 26268 h 94636"/>
                <a:gd name="connsiteX390" fmla="*/ 235272 w 1259071"/>
                <a:gd name="connsiteY390" fmla="*/ 26268 h 94636"/>
                <a:gd name="connsiteX391" fmla="*/ 243561 w 1259071"/>
                <a:gd name="connsiteY391" fmla="*/ 27948 h 94636"/>
                <a:gd name="connsiteX392" fmla="*/ 250262 w 1259071"/>
                <a:gd name="connsiteY392" fmla="*/ 32725 h 94636"/>
                <a:gd name="connsiteX393" fmla="*/ 250262 w 1259071"/>
                <a:gd name="connsiteY393" fmla="*/ 26887 h 94636"/>
                <a:gd name="connsiteX394" fmla="*/ 257406 w 1259071"/>
                <a:gd name="connsiteY394" fmla="*/ 26887 h 94636"/>
                <a:gd name="connsiteX395" fmla="*/ 257406 w 1259071"/>
                <a:gd name="connsiteY395" fmla="*/ 71464 h 94636"/>
                <a:gd name="connsiteX396" fmla="*/ 254055 w 1259071"/>
                <a:gd name="connsiteY396" fmla="*/ 83935 h 94636"/>
                <a:gd name="connsiteX397" fmla="*/ 245501 w 1259071"/>
                <a:gd name="connsiteY397" fmla="*/ 91895 h 94636"/>
                <a:gd name="connsiteX398" fmla="*/ 234125 w 1259071"/>
                <a:gd name="connsiteY398" fmla="*/ 94636 h 94636"/>
                <a:gd name="connsiteX399" fmla="*/ 234038 w 1259071"/>
                <a:gd name="connsiteY399" fmla="*/ 94636 h 94636"/>
                <a:gd name="connsiteX400" fmla="*/ 225131 w 1259071"/>
                <a:gd name="connsiteY400" fmla="*/ 93133 h 94636"/>
                <a:gd name="connsiteX401" fmla="*/ 217987 w 1259071"/>
                <a:gd name="connsiteY401" fmla="*/ 89064 h 94636"/>
                <a:gd name="connsiteX402" fmla="*/ 220105 w 1259071"/>
                <a:gd name="connsiteY402" fmla="*/ 79955 h 94636"/>
                <a:gd name="connsiteX403" fmla="*/ 225748 w 1259071"/>
                <a:gd name="connsiteY403" fmla="*/ 85173 h 94636"/>
                <a:gd name="connsiteX404" fmla="*/ 233949 w 1259071"/>
                <a:gd name="connsiteY404" fmla="*/ 87207 h 94636"/>
                <a:gd name="connsiteX405" fmla="*/ 245589 w 1259071"/>
                <a:gd name="connsiteY405" fmla="*/ 82697 h 94636"/>
                <a:gd name="connsiteX406" fmla="*/ 250086 w 1259071"/>
                <a:gd name="connsiteY406" fmla="*/ 71021 h 94636"/>
                <a:gd name="connsiteX407" fmla="*/ 250086 w 1259071"/>
                <a:gd name="connsiteY407" fmla="*/ 65626 h 94636"/>
                <a:gd name="connsiteX408" fmla="*/ 243385 w 1259071"/>
                <a:gd name="connsiteY408" fmla="*/ 70314 h 94636"/>
                <a:gd name="connsiteX409" fmla="*/ 235095 w 1259071"/>
                <a:gd name="connsiteY409" fmla="*/ 72083 h 94636"/>
                <a:gd name="connsiteX410" fmla="*/ 224425 w 1259071"/>
                <a:gd name="connsiteY410" fmla="*/ 68988 h 94636"/>
                <a:gd name="connsiteX411" fmla="*/ 216753 w 1259071"/>
                <a:gd name="connsiteY411" fmla="*/ 60673 h 94636"/>
                <a:gd name="connsiteX412" fmla="*/ 213931 w 1259071"/>
                <a:gd name="connsiteY412" fmla="*/ 49176 h 94636"/>
                <a:gd name="connsiteX413" fmla="*/ 216842 w 1259071"/>
                <a:gd name="connsiteY413" fmla="*/ 37677 h 94636"/>
                <a:gd name="connsiteX414" fmla="*/ 224602 w 1259071"/>
                <a:gd name="connsiteY414" fmla="*/ 29364 h 94636"/>
                <a:gd name="connsiteX415" fmla="*/ 235272 w 1259071"/>
                <a:gd name="connsiteY415" fmla="*/ 26268 h 94636"/>
                <a:gd name="connsiteX416" fmla="*/ 392325 w 1259071"/>
                <a:gd name="connsiteY416" fmla="*/ 26180 h 94636"/>
                <a:gd name="connsiteX417" fmla="*/ 400967 w 1259071"/>
                <a:gd name="connsiteY417" fmla="*/ 27949 h 94636"/>
                <a:gd name="connsiteX418" fmla="*/ 408109 w 1259071"/>
                <a:gd name="connsiteY418" fmla="*/ 32460 h 94636"/>
                <a:gd name="connsiteX419" fmla="*/ 405728 w 1259071"/>
                <a:gd name="connsiteY419" fmla="*/ 42543 h 94636"/>
                <a:gd name="connsiteX420" fmla="*/ 400349 w 1259071"/>
                <a:gd name="connsiteY420" fmla="*/ 36264 h 94636"/>
                <a:gd name="connsiteX421" fmla="*/ 392236 w 1259071"/>
                <a:gd name="connsiteY421" fmla="*/ 33698 h 94636"/>
                <a:gd name="connsiteX422" fmla="*/ 384741 w 1259071"/>
                <a:gd name="connsiteY422" fmla="*/ 35821 h 94636"/>
                <a:gd name="connsiteX423" fmla="*/ 379362 w 1259071"/>
                <a:gd name="connsiteY423" fmla="*/ 41481 h 94636"/>
                <a:gd name="connsiteX424" fmla="*/ 377334 w 1259071"/>
                <a:gd name="connsiteY424" fmla="*/ 49353 h 94636"/>
                <a:gd name="connsiteX425" fmla="*/ 379274 w 1259071"/>
                <a:gd name="connsiteY425" fmla="*/ 57137 h 94636"/>
                <a:gd name="connsiteX426" fmla="*/ 384653 w 1259071"/>
                <a:gd name="connsiteY426" fmla="*/ 62797 h 94636"/>
                <a:gd name="connsiteX427" fmla="*/ 392148 w 1259071"/>
                <a:gd name="connsiteY427" fmla="*/ 64920 h 94636"/>
                <a:gd name="connsiteX428" fmla="*/ 400261 w 1259071"/>
                <a:gd name="connsiteY428" fmla="*/ 62444 h 94636"/>
                <a:gd name="connsiteX429" fmla="*/ 405640 w 1259071"/>
                <a:gd name="connsiteY429" fmla="*/ 56164 h 94636"/>
                <a:gd name="connsiteX430" fmla="*/ 407932 w 1259071"/>
                <a:gd name="connsiteY430" fmla="*/ 66246 h 94636"/>
                <a:gd name="connsiteX431" fmla="*/ 400790 w 1259071"/>
                <a:gd name="connsiteY431" fmla="*/ 70757 h 94636"/>
                <a:gd name="connsiteX432" fmla="*/ 392148 w 1259071"/>
                <a:gd name="connsiteY432" fmla="*/ 72438 h 94636"/>
                <a:gd name="connsiteX433" fmla="*/ 392236 w 1259071"/>
                <a:gd name="connsiteY433" fmla="*/ 72614 h 94636"/>
                <a:gd name="connsiteX434" fmla="*/ 380861 w 1259071"/>
                <a:gd name="connsiteY434" fmla="*/ 69430 h 94636"/>
                <a:gd name="connsiteX435" fmla="*/ 372660 w 1259071"/>
                <a:gd name="connsiteY435" fmla="*/ 61028 h 94636"/>
                <a:gd name="connsiteX436" fmla="*/ 369662 w 1259071"/>
                <a:gd name="connsiteY436" fmla="*/ 49353 h 94636"/>
                <a:gd name="connsiteX437" fmla="*/ 372748 w 1259071"/>
                <a:gd name="connsiteY437" fmla="*/ 37679 h 94636"/>
                <a:gd name="connsiteX438" fmla="*/ 380949 w 1259071"/>
                <a:gd name="connsiteY438" fmla="*/ 29276 h 94636"/>
                <a:gd name="connsiteX439" fmla="*/ 392325 w 1259071"/>
                <a:gd name="connsiteY439" fmla="*/ 26180 h 94636"/>
                <a:gd name="connsiteX440" fmla="*/ 289592 w 1259071"/>
                <a:gd name="connsiteY440" fmla="*/ 26002 h 94636"/>
                <a:gd name="connsiteX441" fmla="*/ 300439 w 1259071"/>
                <a:gd name="connsiteY441" fmla="*/ 28921 h 94636"/>
                <a:gd name="connsiteX442" fmla="*/ 308287 w 1259071"/>
                <a:gd name="connsiteY442" fmla="*/ 36881 h 94636"/>
                <a:gd name="connsiteX443" fmla="*/ 311197 w 1259071"/>
                <a:gd name="connsiteY443" fmla="*/ 48202 h 94636"/>
                <a:gd name="connsiteX444" fmla="*/ 311197 w 1259071"/>
                <a:gd name="connsiteY444" fmla="*/ 51475 h 94636"/>
                <a:gd name="connsiteX445" fmla="*/ 283331 w 1259071"/>
                <a:gd name="connsiteY445" fmla="*/ 51475 h 94636"/>
                <a:gd name="connsiteX446" fmla="*/ 279539 w 1259071"/>
                <a:gd name="connsiteY446" fmla="*/ 51298 h 94636"/>
                <a:gd name="connsiteX447" fmla="*/ 275747 w 1259071"/>
                <a:gd name="connsiteY447" fmla="*/ 50855 h 94636"/>
                <a:gd name="connsiteX448" fmla="*/ 280862 w 1259071"/>
                <a:gd name="connsiteY448" fmla="*/ 60850 h 94636"/>
                <a:gd name="connsiteX449" fmla="*/ 291267 w 1259071"/>
                <a:gd name="connsiteY449" fmla="*/ 64919 h 94636"/>
                <a:gd name="connsiteX450" fmla="*/ 298851 w 1259071"/>
                <a:gd name="connsiteY450" fmla="*/ 62973 h 94636"/>
                <a:gd name="connsiteX451" fmla="*/ 304495 w 1259071"/>
                <a:gd name="connsiteY451" fmla="*/ 57843 h 94636"/>
                <a:gd name="connsiteX452" fmla="*/ 306612 w 1259071"/>
                <a:gd name="connsiteY452" fmla="*/ 66953 h 94636"/>
                <a:gd name="connsiteX453" fmla="*/ 299556 w 1259071"/>
                <a:gd name="connsiteY453" fmla="*/ 71021 h 94636"/>
                <a:gd name="connsiteX454" fmla="*/ 291179 w 1259071"/>
                <a:gd name="connsiteY454" fmla="*/ 72436 h 94636"/>
                <a:gd name="connsiteX455" fmla="*/ 279186 w 1259071"/>
                <a:gd name="connsiteY455" fmla="*/ 69252 h 94636"/>
                <a:gd name="connsiteX456" fmla="*/ 270897 w 1259071"/>
                <a:gd name="connsiteY456" fmla="*/ 60761 h 94636"/>
                <a:gd name="connsiteX457" fmla="*/ 267899 w 1259071"/>
                <a:gd name="connsiteY457" fmla="*/ 48733 h 94636"/>
                <a:gd name="connsiteX458" fmla="*/ 270809 w 1259071"/>
                <a:gd name="connsiteY458" fmla="*/ 37235 h 94636"/>
                <a:gd name="connsiteX459" fmla="*/ 278657 w 1259071"/>
                <a:gd name="connsiteY459" fmla="*/ 29010 h 94636"/>
                <a:gd name="connsiteX460" fmla="*/ 289592 w 1259071"/>
                <a:gd name="connsiteY460" fmla="*/ 26002 h 94636"/>
                <a:gd name="connsiteX461" fmla="*/ 120987 w 1259071"/>
                <a:gd name="connsiteY461" fmla="*/ 25738 h 94636"/>
                <a:gd name="connsiteX462" fmla="*/ 131834 w 1259071"/>
                <a:gd name="connsiteY462" fmla="*/ 28656 h 94636"/>
                <a:gd name="connsiteX463" fmla="*/ 139682 w 1259071"/>
                <a:gd name="connsiteY463" fmla="*/ 36617 h 94636"/>
                <a:gd name="connsiteX464" fmla="*/ 142592 w 1259071"/>
                <a:gd name="connsiteY464" fmla="*/ 47938 h 94636"/>
                <a:gd name="connsiteX465" fmla="*/ 142592 w 1259071"/>
                <a:gd name="connsiteY465" fmla="*/ 51211 h 94636"/>
                <a:gd name="connsiteX466" fmla="*/ 114726 w 1259071"/>
                <a:gd name="connsiteY466" fmla="*/ 51211 h 94636"/>
                <a:gd name="connsiteX467" fmla="*/ 110934 w 1259071"/>
                <a:gd name="connsiteY467" fmla="*/ 51034 h 94636"/>
                <a:gd name="connsiteX468" fmla="*/ 107142 w 1259071"/>
                <a:gd name="connsiteY468" fmla="*/ 50591 h 94636"/>
                <a:gd name="connsiteX469" fmla="*/ 112257 w 1259071"/>
                <a:gd name="connsiteY469" fmla="*/ 60586 h 94636"/>
                <a:gd name="connsiteX470" fmla="*/ 122662 w 1259071"/>
                <a:gd name="connsiteY470" fmla="*/ 64655 h 94636"/>
                <a:gd name="connsiteX471" fmla="*/ 130246 w 1259071"/>
                <a:gd name="connsiteY471" fmla="*/ 62709 h 94636"/>
                <a:gd name="connsiteX472" fmla="*/ 135889 w 1259071"/>
                <a:gd name="connsiteY472" fmla="*/ 57579 h 94636"/>
                <a:gd name="connsiteX473" fmla="*/ 138007 w 1259071"/>
                <a:gd name="connsiteY473" fmla="*/ 66689 h 94636"/>
                <a:gd name="connsiteX474" fmla="*/ 130951 w 1259071"/>
                <a:gd name="connsiteY474" fmla="*/ 70757 h 94636"/>
                <a:gd name="connsiteX475" fmla="*/ 122574 w 1259071"/>
                <a:gd name="connsiteY475" fmla="*/ 72172 h 94636"/>
                <a:gd name="connsiteX476" fmla="*/ 110581 w 1259071"/>
                <a:gd name="connsiteY476" fmla="*/ 68988 h 94636"/>
                <a:gd name="connsiteX477" fmla="*/ 102292 w 1259071"/>
                <a:gd name="connsiteY477" fmla="*/ 60497 h 94636"/>
                <a:gd name="connsiteX478" fmla="*/ 99294 w 1259071"/>
                <a:gd name="connsiteY478" fmla="*/ 48469 h 94636"/>
                <a:gd name="connsiteX479" fmla="*/ 102204 w 1259071"/>
                <a:gd name="connsiteY479" fmla="*/ 36971 h 94636"/>
                <a:gd name="connsiteX480" fmla="*/ 110052 w 1259071"/>
                <a:gd name="connsiteY480" fmla="*/ 28745 h 94636"/>
                <a:gd name="connsiteX481" fmla="*/ 120987 w 1259071"/>
                <a:gd name="connsiteY481" fmla="*/ 25738 h 94636"/>
                <a:gd name="connsiteX482" fmla="*/ 43915 w 1259071"/>
                <a:gd name="connsiteY482" fmla="*/ 25738 h 94636"/>
                <a:gd name="connsiteX483" fmla="*/ 52381 w 1259071"/>
                <a:gd name="connsiteY483" fmla="*/ 28126 h 94636"/>
                <a:gd name="connsiteX484" fmla="*/ 58642 w 1259071"/>
                <a:gd name="connsiteY484" fmla="*/ 34937 h 94636"/>
                <a:gd name="connsiteX485" fmla="*/ 61023 w 1259071"/>
                <a:gd name="connsiteY485" fmla="*/ 45726 h 94636"/>
                <a:gd name="connsiteX486" fmla="*/ 61023 w 1259071"/>
                <a:gd name="connsiteY486" fmla="*/ 71376 h 94636"/>
                <a:gd name="connsiteX487" fmla="*/ 53263 w 1259071"/>
                <a:gd name="connsiteY487" fmla="*/ 71376 h 94636"/>
                <a:gd name="connsiteX488" fmla="*/ 53263 w 1259071"/>
                <a:gd name="connsiteY488" fmla="*/ 46877 h 94636"/>
                <a:gd name="connsiteX489" fmla="*/ 50265 w 1259071"/>
                <a:gd name="connsiteY489" fmla="*/ 37501 h 94636"/>
                <a:gd name="connsiteX490" fmla="*/ 41799 w 1259071"/>
                <a:gd name="connsiteY490" fmla="*/ 33433 h 94636"/>
                <a:gd name="connsiteX491" fmla="*/ 33774 w 1259071"/>
                <a:gd name="connsiteY491" fmla="*/ 36794 h 94636"/>
                <a:gd name="connsiteX492" fmla="*/ 30247 w 1259071"/>
                <a:gd name="connsiteY492" fmla="*/ 46523 h 94636"/>
                <a:gd name="connsiteX493" fmla="*/ 30247 w 1259071"/>
                <a:gd name="connsiteY493" fmla="*/ 71288 h 94636"/>
                <a:gd name="connsiteX494" fmla="*/ 22487 w 1259071"/>
                <a:gd name="connsiteY494" fmla="*/ 71288 h 94636"/>
                <a:gd name="connsiteX495" fmla="*/ 22487 w 1259071"/>
                <a:gd name="connsiteY495" fmla="*/ 71111 h 94636"/>
                <a:gd name="connsiteX496" fmla="*/ 22487 w 1259071"/>
                <a:gd name="connsiteY496" fmla="*/ 26534 h 94636"/>
                <a:gd name="connsiteX497" fmla="*/ 29718 w 1259071"/>
                <a:gd name="connsiteY497" fmla="*/ 26534 h 94636"/>
                <a:gd name="connsiteX498" fmla="*/ 29718 w 1259071"/>
                <a:gd name="connsiteY498" fmla="*/ 33787 h 94636"/>
                <a:gd name="connsiteX499" fmla="*/ 35802 w 1259071"/>
                <a:gd name="connsiteY499" fmla="*/ 27772 h 94636"/>
                <a:gd name="connsiteX500" fmla="*/ 43915 w 1259071"/>
                <a:gd name="connsiteY500" fmla="*/ 25738 h 94636"/>
                <a:gd name="connsiteX501" fmla="*/ 504141 w 1259071"/>
                <a:gd name="connsiteY501" fmla="*/ 22110 h 94636"/>
                <a:gd name="connsiteX502" fmla="*/ 499907 w 1259071"/>
                <a:gd name="connsiteY502" fmla="*/ 23968 h 94636"/>
                <a:gd name="connsiteX503" fmla="*/ 498232 w 1259071"/>
                <a:gd name="connsiteY503" fmla="*/ 28390 h 94636"/>
                <a:gd name="connsiteX504" fmla="*/ 499114 w 1259071"/>
                <a:gd name="connsiteY504" fmla="*/ 31575 h 94636"/>
                <a:gd name="connsiteX505" fmla="*/ 501054 w 1259071"/>
                <a:gd name="connsiteY505" fmla="*/ 34848 h 94636"/>
                <a:gd name="connsiteX506" fmla="*/ 502641 w 1259071"/>
                <a:gd name="connsiteY506" fmla="*/ 37235 h 94636"/>
                <a:gd name="connsiteX507" fmla="*/ 502641 w 1259071"/>
                <a:gd name="connsiteY507" fmla="*/ 37147 h 94636"/>
                <a:gd name="connsiteX508" fmla="*/ 505022 w 1259071"/>
                <a:gd name="connsiteY508" fmla="*/ 35909 h 94636"/>
                <a:gd name="connsiteX509" fmla="*/ 507051 w 1259071"/>
                <a:gd name="connsiteY509" fmla="*/ 34671 h 94636"/>
                <a:gd name="connsiteX510" fmla="*/ 509255 w 1259071"/>
                <a:gd name="connsiteY510" fmla="*/ 32282 h 94636"/>
                <a:gd name="connsiteX511" fmla="*/ 510226 w 1259071"/>
                <a:gd name="connsiteY511" fmla="*/ 28568 h 94636"/>
                <a:gd name="connsiteX512" fmla="*/ 508461 w 1259071"/>
                <a:gd name="connsiteY512" fmla="*/ 23968 h 94636"/>
                <a:gd name="connsiteX513" fmla="*/ 504141 w 1259071"/>
                <a:gd name="connsiteY513" fmla="*/ 22110 h 94636"/>
                <a:gd name="connsiteX514" fmla="*/ 868732 w 1259071"/>
                <a:gd name="connsiteY514" fmla="*/ 21384 h 94636"/>
                <a:gd name="connsiteX515" fmla="*/ 868775 w 1259071"/>
                <a:gd name="connsiteY515" fmla="*/ 21403 h 94636"/>
                <a:gd name="connsiteX516" fmla="*/ 868687 w 1259071"/>
                <a:gd name="connsiteY516" fmla="*/ 21403 h 94636"/>
                <a:gd name="connsiteX517" fmla="*/ 564942 w 1259071"/>
                <a:gd name="connsiteY517" fmla="*/ 20853 h 94636"/>
                <a:gd name="connsiteX518" fmla="*/ 564985 w 1259071"/>
                <a:gd name="connsiteY518" fmla="*/ 20872 h 94636"/>
                <a:gd name="connsiteX519" fmla="*/ 564897 w 1259071"/>
                <a:gd name="connsiteY519" fmla="*/ 20872 h 94636"/>
                <a:gd name="connsiteX520" fmla="*/ 199337 w 1259071"/>
                <a:gd name="connsiteY520" fmla="*/ 18731 h 94636"/>
                <a:gd name="connsiteX521" fmla="*/ 199380 w 1259071"/>
                <a:gd name="connsiteY521" fmla="*/ 18750 h 94636"/>
                <a:gd name="connsiteX522" fmla="*/ 199292 w 1259071"/>
                <a:gd name="connsiteY522" fmla="*/ 18750 h 94636"/>
                <a:gd name="connsiteX523" fmla="*/ 5071 w 1259071"/>
                <a:gd name="connsiteY523" fmla="*/ 18465 h 94636"/>
                <a:gd name="connsiteX524" fmla="*/ 5114 w 1259071"/>
                <a:gd name="connsiteY524" fmla="*/ 18484 h 94636"/>
                <a:gd name="connsiteX525" fmla="*/ 5026 w 1259071"/>
                <a:gd name="connsiteY525" fmla="*/ 18484 h 94636"/>
                <a:gd name="connsiteX526" fmla="*/ 504229 w 1259071"/>
                <a:gd name="connsiteY526" fmla="*/ 15920 h 94636"/>
                <a:gd name="connsiteX527" fmla="*/ 510401 w 1259071"/>
                <a:gd name="connsiteY527" fmla="*/ 17600 h 94636"/>
                <a:gd name="connsiteX528" fmla="*/ 514899 w 1259071"/>
                <a:gd name="connsiteY528" fmla="*/ 22110 h 94636"/>
                <a:gd name="connsiteX529" fmla="*/ 516574 w 1259071"/>
                <a:gd name="connsiteY529" fmla="*/ 28479 h 94636"/>
                <a:gd name="connsiteX530" fmla="*/ 514899 w 1259071"/>
                <a:gd name="connsiteY530" fmla="*/ 34759 h 94636"/>
                <a:gd name="connsiteX531" fmla="*/ 511107 w 1259071"/>
                <a:gd name="connsiteY531" fmla="*/ 38650 h 94636"/>
                <a:gd name="connsiteX532" fmla="*/ 507844 w 1259071"/>
                <a:gd name="connsiteY532" fmla="*/ 40685 h 94636"/>
                <a:gd name="connsiteX533" fmla="*/ 505904 w 1259071"/>
                <a:gd name="connsiteY533" fmla="*/ 41746 h 94636"/>
                <a:gd name="connsiteX534" fmla="*/ 518074 w 1259071"/>
                <a:gd name="connsiteY534" fmla="*/ 59435 h 94636"/>
                <a:gd name="connsiteX535" fmla="*/ 522482 w 1259071"/>
                <a:gd name="connsiteY535" fmla="*/ 48468 h 94636"/>
                <a:gd name="connsiteX536" fmla="*/ 527156 w 1259071"/>
                <a:gd name="connsiteY536" fmla="*/ 55190 h 94636"/>
                <a:gd name="connsiteX537" fmla="*/ 521336 w 1259071"/>
                <a:gd name="connsiteY537" fmla="*/ 64653 h 94636"/>
                <a:gd name="connsiteX538" fmla="*/ 526275 w 1259071"/>
                <a:gd name="connsiteY538" fmla="*/ 71729 h 94636"/>
                <a:gd name="connsiteX539" fmla="*/ 518778 w 1259071"/>
                <a:gd name="connsiteY539" fmla="*/ 71729 h 94636"/>
                <a:gd name="connsiteX540" fmla="*/ 516398 w 1259071"/>
                <a:gd name="connsiteY540" fmla="*/ 68368 h 94636"/>
                <a:gd name="connsiteX541" fmla="*/ 510754 w 1259071"/>
                <a:gd name="connsiteY541" fmla="*/ 71463 h 94636"/>
                <a:gd name="connsiteX542" fmla="*/ 504670 w 1259071"/>
                <a:gd name="connsiteY542" fmla="*/ 72437 h 94636"/>
                <a:gd name="connsiteX543" fmla="*/ 504758 w 1259071"/>
                <a:gd name="connsiteY543" fmla="*/ 72702 h 94636"/>
                <a:gd name="connsiteX544" fmla="*/ 495763 w 1259071"/>
                <a:gd name="connsiteY544" fmla="*/ 70490 h 94636"/>
                <a:gd name="connsiteX545" fmla="*/ 489590 w 1259071"/>
                <a:gd name="connsiteY545" fmla="*/ 64388 h 94636"/>
                <a:gd name="connsiteX546" fmla="*/ 487386 w 1259071"/>
                <a:gd name="connsiteY546" fmla="*/ 55455 h 94636"/>
                <a:gd name="connsiteX547" fmla="*/ 488973 w 1259071"/>
                <a:gd name="connsiteY547" fmla="*/ 48202 h 94636"/>
                <a:gd name="connsiteX548" fmla="*/ 492853 w 1259071"/>
                <a:gd name="connsiteY548" fmla="*/ 43249 h 94636"/>
                <a:gd name="connsiteX549" fmla="*/ 496997 w 1259071"/>
                <a:gd name="connsiteY549" fmla="*/ 40154 h 94636"/>
                <a:gd name="connsiteX550" fmla="*/ 495852 w 1259071"/>
                <a:gd name="connsiteY550" fmla="*/ 38562 h 94636"/>
                <a:gd name="connsiteX551" fmla="*/ 493206 w 1259071"/>
                <a:gd name="connsiteY551" fmla="*/ 34139 h 94636"/>
                <a:gd name="connsiteX552" fmla="*/ 491971 w 1259071"/>
                <a:gd name="connsiteY552" fmla="*/ 28568 h 94636"/>
                <a:gd name="connsiteX553" fmla="*/ 493647 w 1259071"/>
                <a:gd name="connsiteY553" fmla="*/ 22110 h 94636"/>
                <a:gd name="connsiteX554" fmla="*/ 498056 w 1259071"/>
                <a:gd name="connsiteY554" fmla="*/ 17600 h 94636"/>
                <a:gd name="connsiteX555" fmla="*/ 504229 w 1259071"/>
                <a:gd name="connsiteY555" fmla="*/ 15920 h 94636"/>
                <a:gd name="connsiteX556" fmla="*/ 838087 w 1259071"/>
                <a:gd name="connsiteY556" fmla="*/ 14417 h 94636"/>
                <a:gd name="connsiteX557" fmla="*/ 845407 w 1259071"/>
                <a:gd name="connsiteY557" fmla="*/ 14417 h 94636"/>
                <a:gd name="connsiteX558" fmla="*/ 845407 w 1259071"/>
                <a:gd name="connsiteY558" fmla="*/ 29276 h 94636"/>
                <a:gd name="connsiteX559" fmla="*/ 855989 w 1259071"/>
                <a:gd name="connsiteY559" fmla="*/ 29276 h 94636"/>
                <a:gd name="connsiteX560" fmla="*/ 855989 w 1259071"/>
                <a:gd name="connsiteY560" fmla="*/ 35998 h 94636"/>
                <a:gd name="connsiteX561" fmla="*/ 845583 w 1259071"/>
                <a:gd name="connsiteY561" fmla="*/ 35998 h 94636"/>
                <a:gd name="connsiteX562" fmla="*/ 845583 w 1259071"/>
                <a:gd name="connsiteY562" fmla="*/ 73940 h 94636"/>
                <a:gd name="connsiteX563" fmla="*/ 837822 w 1259071"/>
                <a:gd name="connsiteY563" fmla="*/ 73940 h 94636"/>
                <a:gd name="connsiteX564" fmla="*/ 837822 w 1259071"/>
                <a:gd name="connsiteY564" fmla="*/ 35998 h 94636"/>
                <a:gd name="connsiteX565" fmla="*/ 828211 w 1259071"/>
                <a:gd name="connsiteY565" fmla="*/ 35998 h 94636"/>
                <a:gd name="connsiteX566" fmla="*/ 828211 w 1259071"/>
                <a:gd name="connsiteY566" fmla="*/ 29276 h 94636"/>
                <a:gd name="connsiteX567" fmla="*/ 838087 w 1259071"/>
                <a:gd name="connsiteY567" fmla="*/ 29276 h 94636"/>
                <a:gd name="connsiteX568" fmla="*/ 1159689 w 1259071"/>
                <a:gd name="connsiteY568" fmla="*/ 14151 h 94636"/>
                <a:gd name="connsiteX569" fmla="*/ 1167009 w 1259071"/>
                <a:gd name="connsiteY569" fmla="*/ 14151 h 94636"/>
                <a:gd name="connsiteX570" fmla="*/ 1167009 w 1259071"/>
                <a:gd name="connsiteY570" fmla="*/ 29010 h 94636"/>
                <a:gd name="connsiteX571" fmla="*/ 1177591 w 1259071"/>
                <a:gd name="connsiteY571" fmla="*/ 29010 h 94636"/>
                <a:gd name="connsiteX572" fmla="*/ 1177591 w 1259071"/>
                <a:gd name="connsiteY572" fmla="*/ 35732 h 94636"/>
                <a:gd name="connsiteX573" fmla="*/ 1167185 w 1259071"/>
                <a:gd name="connsiteY573" fmla="*/ 35732 h 94636"/>
                <a:gd name="connsiteX574" fmla="*/ 1167185 w 1259071"/>
                <a:gd name="connsiteY574" fmla="*/ 73674 h 94636"/>
                <a:gd name="connsiteX575" fmla="*/ 1159424 w 1259071"/>
                <a:gd name="connsiteY575" fmla="*/ 73674 h 94636"/>
                <a:gd name="connsiteX576" fmla="*/ 1159424 w 1259071"/>
                <a:gd name="connsiteY576" fmla="*/ 35732 h 94636"/>
                <a:gd name="connsiteX577" fmla="*/ 1149813 w 1259071"/>
                <a:gd name="connsiteY577" fmla="*/ 35732 h 94636"/>
                <a:gd name="connsiteX578" fmla="*/ 1149813 w 1259071"/>
                <a:gd name="connsiteY578" fmla="*/ 29010 h 94636"/>
                <a:gd name="connsiteX579" fmla="*/ 1159689 w 1259071"/>
                <a:gd name="connsiteY579" fmla="*/ 29010 h 94636"/>
                <a:gd name="connsiteX580" fmla="*/ 77600 w 1259071"/>
                <a:gd name="connsiteY580" fmla="*/ 11675 h 94636"/>
                <a:gd name="connsiteX581" fmla="*/ 84920 w 1259071"/>
                <a:gd name="connsiteY581" fmla="*/ 11675 h 94636"/>
                <a:gd name="connsiteX582" fmla="*/ 84920 w 1259071"/>
                <a:gd name="connsiteY582" fmla="*/ 26533 h 94636"/>
                <a:gd name="connsiteX583" fmla="*/ 95502 w 1259071"/>
                <a:gd name="connsiteY583" fmla="*/ 26533 h 94636"/>
                <a:gd name="connsiteX584" fmla="*/ 95502 w 1259071"/>
                <a:gd name="connsiteY584" fmla="*/ 33256 h 94636"/>
                <a:gd name="connsiteX585" fmla="*/ 85096 w 1259071"/>
                <a:gd name="connsiteY585" fmla="*/ 33256 h 94636"/>
                <a:gd name="connsiteX586" fmla="*/ 85096 w 1259071"/>
                <a:gd name="connsiteY586" fmla="*/ 71198 h 94636"/>
                <a:gd name="connsiteX587" fmla="*/ 77335 w 1259071"/>
                <a:gd name="connsiteY587" fmla="*/ 71198 h 94636"/>
                <a:gd name="connsiteX588" fmla="*/ 77335 w 1259071"/>
                <a:gd name="connsiteY588" fmla="*/ 33256 h 94636"/>
                <a:gd name="connsiteX589" fmla="*/ 67724 w 1259071"/>
                <a:gd name="connsiteY589" fmla="*/ 33256 h 94636"/>
                <a:gd name="connsiteX590" fmla="*/ 67724 w 1259071"/>
                <a:gd name="connsiteY590" fmla="*/ 26533 h 94636"/>
                <a:gd name="connsiteX591" fmla="*/ 77600 w 1259071"/>
                <a:gd name="connsiteY591" fmla="*/ 26533 h 94636"/>
                <a:gd name="connsiteX592" fmla="*/ 868775 w 1259071"/>
                <a:gd name="connsiteY592" fmla="*/ 10702 h 94636"/>
                <a:gd name="connsiteX593" fmla="*/ 872479 w 1259071"/>
                <a:gd name="connsiteY593" fmla="*/ 12205 h 94636"/>
                <a:gd name="connsiteX594" fmla="*/ 873890 w 1259071"/>
                <a:gd name="connsiteY594" fmla="*/ 16008 h 94636"/>
                <a:gd name="connsiteX595" fmla="*/ 872391 w 1259071"/>
                <a:gd name="connsiteY595" fmla="*/ 19812 h 94636"/>
                <a:gd name="connsiteX596" fmla="*/ 868732 w 1259071"/>
                <a:gd name="connsiteY596" fmla="*/ 21384 h 94636"/>
                <a:gd name="connsiteX597" fmla="*/ 865160 w 1259071"/>
                <a:gd name="connsiteY597" fmla="*/ 19812 h 94636"/>
                <a:gd name="connsiteX598" fmla="*/ 863661 w 1259071"/>
                <a:gd name="connsiteY598" fmla="*/ 16008 h 94636"/>
                <a:gd name="connsiteX599" fmla="*/ 865160 w 1259071"/>
                <a:gd name="connsiteY599" fmla="*/ 12205 h 94636"/>
                <a:gd name="connsiteX600" fmla="*/ 868775 w 1259071"/>
                <a:gd name="connsiteY600" fmla="*/ 10702 h 94636"/>
                <a:gd name="connsiteX601" fmla="*/ 564985 w 1259071"/>
                <a:gd name="connsiteY601" fmla="*/ 10171 h 94636"/>
                <a:gd name="connsiteX602" fmla="*/ 568689 w 1259071"/>
                <a:gd name="connsiteY602" fmla="*/ 11674 h 94636"/>
                <a:gd name="connsiteX603" fmla="*/ 570100 w 1259071"/>
                <a:gd name="connsiteY603" fmla="*/ 15477 h 94636"/>
                <a:gd name="connsiteX604" fmla="*/ 568601 w 1259071"/>
                <a:gd name="connsiteY604" fmla="*/ 19281 h 94636"/>
                <a:gd name="connsiteX605" fmla="*/ 564942 w 1259071"/>
                <a:gd name="connsiteY605" fmla="*/ 20853 h 94636"/>
                <a:gd name="connsiteX606" fmla="*/ 561370 w 1259071"/>
                <a:gd name="connsiteY606" fmla="*/ 19281 h 94636"/>
                <a:gd name="connsiteX607" fmla="*/ 559871 w 1259071"/>
                <a:gd name="connsiteY607" fmla="*/ 15477 h 94636"/>
                <a:gd name="connsiteX608" fmla="*/ 561370 w 1259071"/>
                <a:gd name="connsiteY608" fmla="*/ 11674 h 94636"/>
                <a:gd name="connsiteX609" fmla="*/ 564985 w 1259071"/>
                <a:gd name="connsiteY609" fmla="*/ 10171 h 94636"/>
                <a:gd name="connsiteX610" fmla="*/ 199380 w 1259071"/>
                <a:gd name="connsiteY610" fmla="*/ 8049 h 94636"/>
                <a:gd name="connsiteX611" fmla="*/ 203084 w 1259071"/>
                <a:gd name="connsiteY611" fmla="*/ 9552 h 94636"/>
                <a:gd name="connsiteX612" fmla="*/ 204495 w 1259071"/>
                <a:gd name="connsiteY612" fmla="*/ 13355 h 94636"/>
                <a:gd name="connsiteX613" fmla="*/ 202996 w 1259071"/>
                <a:gd name="connsiteY613" fmla="*/ 17159 h 94636"/>
                <a:gd name="connsiteX614" fmla="*/ 199337 w 1259071"/>
                <a:gd name="connsiteY614" fmla="*/ 18731 h 94636"/>
                <a:gd name="connsiteX615" fmla="*/ 195765 w 1259071"/>
                <a:gd name="connsiteY615" fmla="*/ 17159 h 94636"/>
                <a:gd name="connsiteX616" fmla="*/ 194266 w 1259071"/>
                <a:gd name="connsiteY616" fmla="*/ 13355 h 94636"/>
                <a:gd name="connsiteX617" fmla="*/ 195765 w 1259071"/>
                <a:gd name="connsiteY617" fmla="*/ 9552 h 94636"/>
                <a:gd name="connsiteX618" fmla="*/ 199380 w 1259071"/>
                <a:gd name="connsiteY618" fmla="*/ 8049 h 94636"/>
                <a:gd name="connsiteX619" fmla="*/ 5114 w 1259071"/>
                <a:gd name="connsiteY619" fmla="*/ 7783 h 94636"/>
                <a:gd name="connsiteX620" fmla="*/ 8818 w 1259071"/>
                <a:gd name="connsiteY620" fmla="*/ 9286 h 94636"/>
                <a:gd name="connsiteX621" fmla="*/ 10229 w 1259071"/>
                <a:gd name="connsiteY621" fmla="*/ 13089 h 94636"/>
                <a:gd name="connsiteX622" fmla="*/ 8730 w 1259071"/>
                <a:gd name="connsiteY622" fmla="*/ 16893 h 94636"/>
                <a:gd name="connsiteX623" fmla="*/ 5071 w 1259071"/>
                <a:gd name="connsiteY623" fmla="*/ 18465 h 94636"/>
                <a:gd name="connsiteX624" fmla="*/ 1499 w 1259071"/>
                <a:gd name="connsiteY624" fmla="*/ 16893 h 94636"/>
                <a:gd name="connsiteX625" fmla="*/ 0 w 1259071"/>
                <a:gd name="connsiteY625" fmla="*/ 13089 h 94636"/>
                <a:gd name="connsiteX626" fmla="*/ 1499 w 1259071"/>
                <a:gd name="connsiteY626" fmla="*/ 9286 h 94636"/>
                <a:gd name="connsiteX627" fmla="*/ 5114 w 1259071"/>
                <a:gd name="connsiteY627" fmla="*/ 7783 h 94636"/>
                <a:gd name="connsiteX628" fmla="*/ 174073 w 1259071"/>
                <a:gd name="connsiteY628" fmla="*/ 0 h 94636"/>
                <a:gd name="connsiteX629" fmla="*/ 181921 w 1259071"/>
                <a:gd name="connsiteY629" fmla="*/ 0 h 94636"/>
                <a:gd name="connsiteX630" fmla="*/ 181921 w 1259071"/>
                <a:gd name="connsiteY630" fmla="*/ 71376 h 94636"/>
                <a:gd name="connsiteX631" fmla="*/ 174073 w 1259071"/>
                <a:gd name="connsiteY631" fmla="*/ 71376 h 94636"/>
                <a:gd name="connsiteX632" fmla="*/ 152733 w 1259071"/>
                <a:gd name="connsiteY632" fmla="*/ 0 h 94636"/>
                <a:gd name="connsiteX633" fmla="*/ 160581 w 1259071"/>
                <a:gd name="connsiteY633" fmla="*/ 0 h 94636"/>
                <a:gd name="connsiteX634" fmla="*/ 160581 w 1259071"/>
                <a:gd name="connsiteY634" fmla="*/ 71376 h 94636"/>
                <a:gd name="connsiteX635" fmla="*/ 152733 w 1259071"/>
                <a:gd name="connsiteY635" fmla="*/ 71376 h 94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</a:cxnLst>
              <a:rect l="l" t="t" r="r" b="b"/>
              <a:pathLst>
                <a:path w="1259071" h="94636">
                  <a:moveTo>
                    <a:pt x="500348" y="45018"/>
                  </a:moveTo>
                  <a:cubicBezTo>
                    <a:pt x="499556" y="45549"/>
                    <a:pt x="498585" y="46169"/>
                    <a:pt x="497615" y="47053"/>
                  </a:cubicBezTo>
                  <a:cubicBezTo>
                    <a:pt x="496645" y="47938"/>
                    <a:pt x="495763" y="49087"/>
                    <a:pt x="495058" y="50413"/>
                  </a:cubicBezTo>
                  <a:cubicBezTo>
                    <a:pt x="494353" y="51740"/>
                    <a:pt x="494000" y="53421"/>
                    <a:pt x="494000" y="55367"/>
                  </a:cubicBezTo>
                  <a:cubicBezTo>
                    <a:pt x="494000" y="58374"/>
                    <a:pt x="494969" y="61027"/>
                    <a:pt x="496909" y="63238"/>
                  </a:cubicBezTo>
                  <a:lnTo>
                    <a:pt x="505173" y="66589"/>
                  </a:lnTo>
                  <a:lnTo>
                    <a:pt x="505111" y="66599"/>
                  </a:lnTo>
                  <a:lnTo>
                    <a:pt x="505198" y="66599"/>
                  </a:lnTo>
                  <a:lnTo>
                    <a:pt x="505173" y="66589"/>
                  </a:lnTo>
                  <a:lnTo>
                    <a:pt x="509432" y="65891"/>
                  </a:lnTo>
                  <a:cubicBezTo>
                    <a:pt x="510842" y="65361"/>
                    <a:pt x="512165" y="64742"/>
                    <a:pt x="513399" y="64034"/>
                  </a:cubicBezTo>
                  <a:close/>
                  <a:moveTo>
                    <a:pt x="905900" y="36086"/>
                  </a:moveTo>
                  <a:cubicBezTo>
                    <a:pt x="903166" y="36086"/>
                    <a:pt x="900697" y="36793"/>
                    <a:pt x="898405" y="38208"/>
                  </a:cubicBezTo>
                  <a:cubicBezTo>
                    <a:pt x="896199" y="39624"/>
                    <a:pt x="894348" y="41481"/>
                    <a:pt x="893025" y="43869"/>
                  </a:cubicBezTo>
                  <a:cubicBezTo>
                    <a:pt x="891702" y="46257"/>
                    <a:pt x="890997" y="48822"/>
                    <a:pt x="890997" y="51740"/>
                  </a:cubicBezTo>
                  <a:cubicBezTo>
                    <a:pt x="890997" y="54660"/>
                    <a:pt x="891614" y="57225"/>
                    <a:pt x="892936" y="59612"/>
                  </a:cubicBezTo>
                  <a:cubicBezTo>
                    <a:pt x="894260" y="62000"/>
                    <a:pt x="896023" y="63858"/>
                    <a:pt x="898228" y="65273"/>
                  </a:cubicBezTo>
                  <a:cubicBezTo>
                    <a:pt x="900433" y="66688"/>
                    <a:pt x="902902" y="67395"/>
                    <a:pt x="905724" y="67395"/>
                  </a:cubicBezTo>
                  <a:cubicBezTo>
                    <a:pt x="908457" y="67395"/>
                    <a:pt x="910926" y="66688"/>
                    <a:pt x="913219" y="65273"/>
                  </a:cubicBezTo>
                  <a:cubicBezTo>
                    <a:pt x="915423" y="63858"/>
                    <a:pt x="917275" y="62000"/>
                    <a:pt x="918598" y="59612"/>
                  </a:cubicBezTo>
                  <a:cubicBezTo>
                    <a:pt x="919920" y="57225"/>
                    <a:pt x="920626" y="54660"/>
                    <a:pt x="920626" y="51740"/>
                  </a:cubicBezTo>
                  <a:cubicBezTo>
                    <a:pt x="920626" y="48910"/>
                    <a:pt x="920008" y="46257"/>
                    <a:pt x="918686" y="43869"/>
                  </a:cubicBezTo>
                  <a:cubicBezTo>
                    <a:pt x="917364" y="41481"/>
                    <a:pt x="915600" y="39624"/>
                    <a:pt x="913395" y="38208"/>
                  </a:cubicBezTo>
                  <a:cubicBezTo>
                    <a:pt x="911191" y="36793"/>
                    <a:pt x="908722" y="36086"/>
                    <a:pt x="905900" y="36086"/>
                  </a:cubicBezTo>
                  <a:close/>
                  <a:moveTo>
                    <a:pt x="798141" y="35909"/>
                  </a:moveTo>
                  <a:cubicBezTo>
                    <a:pt x="795407" y="35909"/>
                    <a:pt x="792938" y="36617"/>
                    <a:pt x="790733" y="38031"/>
                  </a:cubicBezTo>
                  <a:cubicBezTo>
                    <a:pt x="788528" y="39446"/>
                    <a:pt x="786765" y="41304"/>
                    <a:pt x="785442" y="43692"/>
                  </a:cubicBezTo>
                  <a:cubicBezTo>
                    <a:pt x="784120" y="46080"/>
                    <a:pt x="783502" y="48644"/>
                    <a:pt x="783502" y="51564"/>
                  </a:cubicBezTo>
                  <a:cubicBezTo>
                    <a:pt x="783502" y="54482"/>
                    <a:pt x="784120" y="57047"/>
                    <a:pt x="785442" y="59435"/>
                  </a:cubicBezTo>
                  <a:cubicBezTo>
                    <a:pt x="786765" y="61823"/>
                    <a:pt x="788528" y="63680"/>
                    <a:pt x="790733" y="65096"/>
                  </a:cubicBezTo>
                  <a:cubicBezTo>
                    <a:pt x="792938" y="66511"/>
                    <a:pt x="795407" y="67218"/>
                    <a:pt x="798053" y="67218"/>
                  </a:cubicBezTo>
                  <a:cubicBezTo>
                    <a:pt x="800786" y="67218"/>
                    <a:pt x="803255" y="66511"/>
                    <a:pt x="805460" y="65096"/>
                  </a:cubicBezTo>
                  <a:cubicBezTo>
                    <a:pt x="807664" y="63680"/>
                    <a:pt x="809427" y="61823"/>
                    <a:pt x="810751" y="59435"/>
                  </a:cubicBezTo>
                  <a:cubicBezTo>
                    <a:pt x="812074" y="57047"/>
                    <a:pt x="812690" y="54482"/>
                    <a:pt x="812690" y="51564"/>
                  </a:cubicBezTo>
                  <a:cubicBezTo>
                    <a:pt x="812690" y="48733"/>
                    <a:pt x="812074" y="46080"/>
                    <a:pt x="810751" y="43692"/>
                  </a:cubicBezTo>
                  <a:cubicBezTo>
                    <a:pt x="809427" y="41304"/>
                    <a:pt x="807664" y="39446"/>
                    <a:pt x="805460" y="38031"/>
                  </a:cubicBezTo>
                  <a:cubicBezTo>
                    <a:pt x="803255" y="36617"/>
                    <a:pt x="800786" y="35909"/>
                    <a:pt x="798141" y="35909"/>
                  </a:cubicBezTo>
                  <a:close/>
                  <a:moveTo>
                    <a:pt x="704580" y="35732"/>
                  </a:moveTo>
                  <a:cubicBezTo>
                    <a:pt x="701846" y="35732"/>
                    <a:pt x="699377" y="36439"/>
                    <a:pt x="697084" y="37854"/>
                  </a:cubicBezTo>
                  <a:cubicBezTo>
                    <a:pt x="694879" y="39270"/>
                    <a:pt x="693028" y="41127"/>
                    <a:pt x="691705" y="43515"/>
                  </a:cubicBezTo>
                  <a:cubicBezTo>
                    <a:pt x="690382" y="45903"/>
                    <a:pt x="689677" y="48468"/>
                    <a:pt x="689677" y="51386"/>
                  </a:cubicBezTo>
                  <a:cubicBezTo>
                    <a:pt x="689677" y="54306"/>
                    <a:pt x="690294" y="56871"/>
                    <a:pt x="691616" y="59258"/>
                  </a:cubicBezTo>
                  <a:cubicBezTo>
                    <a:pt x="692940" y="61646"/>
                    <a:pt x="694703" y="63504"/>
                    <a:pt x="696908" y="64919"/>
                  </a:cubicBezTo>
                  <a:cubicBezTo>
                    <a:pt x="699113" y="66334"/>
                    <a:pt x="701582" y="67041"/>
                    <a:pt x="704404" y="67041"/>
                  </a:cubicBezTo>
                  <a:cubicBezTo>
                    <a:pt x="707137" y="67041"/>
                    <a:pt x="709606" y="66334"/>
                    <a:pt x="711899" y="64919"/>
                  </a:cubicBezTo>
                  <a:cubicBezTo>
                    <a:pt x="714103" y="63504"/>
                    <a:pt x="715955" y="61646"/>
                    <a:pt x="717278" y="59258"/>
                  </a:cubicBezTo>
                  <a:cubicBezTo>
                    <a:pt x="718600" y="56871"/>
                    <a:pt x="719306" y="54306"/>
                    <a:pt x="719306" y="51386"/>
                  </a:cubicBezTo>
                  <a:cubicBezTo>
                    <a:pt x="719306" y="48556"/>
                    <a:pt x="718688" y="45903"/>
                    <a:pt x="717366" y="43515"/>
                  </a:cubicBezTo>
                  <a:cubicBezTo>
                    <a:pt x="716043" y="41127"/>
                    <a:pt x="714280" y="39270"/>
                    <a:pt x="712075" y="37854"/>
                  </a:cubicBezTo>
                  <a:cubicBezTo>
                    <a:pt x="709871" y="36439"/>
                    <a:pt x="707402" y="35732"/>
                    <a:pt x="704580" y="35732"/>
                  </a:cubicBezTo>
                  <a:close/>
                  <a:moveTo>
                    <a:pt x="1203163" y="35466"/>
                  </a:moveTo>
                  <a:cubicBezTo>
                    <a:pt x="1199724" y="35466"/>
                    <a:pt x="1196637" y="36616"/>
                    <a:pt x="1194080" y="39092"/>
                  </a:cubicBezTo>
                  <a:lnTo>
                    <a:pt x="1189165" y="47567"/>
                  </a:lnTo>
                  <a:lnTo>
                    <a:pt x="1188965" y="47583"/>
                  </a:lnTo>
                  <a:lnTo>
                    <a:pt x="1189054" y="47760"/>
                  </a:lnTo>
                  <a:lnTo>
                    <a:pt x="1189165" y="47567"/>
                  </a:lnTo>
                  <a:lnTo>
                    <a:pt x="1196725" y="46964"/>
                  </a:lnTo>
                  <a:lnTo>
                    <a:pt x="1210923" y="46964"/>
                  </a:lnTo>
                  <a:cubicBezTo>
                    <a:pt x="1211982" y="46964"/>
                    <a:pt x="1213039" y="46964"/>
                    <a:pt x="1214010" y="47140"/>
                  </a:cubicBezTo>
                  <a:cubicBezTo>
                    <a:pt x="1215067" y="47140"/>
                    <a:pt x="1216038" y="47318"/>
                    <a:pt x="1217096" y="47406"/>
                  </a:cubicBezTo>
                  <a:cubicBezTo>
                    <a:pt x="1216479" y="43957"/>
                    <a:pt x="1214803" y="41038"/>
                    <a:pt x="1212158" y="38827"/>
                  </a:cubicBezTo>
                  <a:cubicBezTo>
                    <a:pt x="1209513" y="36528"/>
                    <a:pt x="1206513" y="35466"/>
                    <a:pt x="1203163" y="35466"/>
                  </a:cubicBezTo>
                  <a:close/>
                  <a:moveTo>
                    <a:pt x="1073006" y="35291"/>
                  </a:moveTo>
                  <a:cubicBezTo>
                    <a:pt x="1069567" y="35291"/>
                    <a:pt x="1066480" y="36440"/>
                    <a:pt x="1063923" y="38917"/>
                  </a:cubicBezTo>
                  <a:lnTo>
                    <a:pt x="1059008" y="47391"/>
                  </a:lnTo>
                  <a:lnTo>
                    <a:pt x="1058808" y="47407"/>
                  </a:lnTo>
                  <a:lnTo>
                    <a:pt x="1058897" y="47584"/>
                  </a:lnTo>
                  <a:lnTo>
                    <a:pt x="1059008" y="47391"/>
                  </a:lnTo>
                  <a:lnTo>
                    <a:pt x="1066568" y="46788"/>
                  </a:lnTo>
                  <a:lnTo>
                    <a:pt x="1080766" y="46788"/>
                  </a:lnTo>
                  <a:cubicBezTo>
                    <a:pt x="1081825" y="46788"/>
                    <a:pt x="1082882" y="46788"/>
                    <a:pt x="1083853" y="46965"/>
                  </a:cubicBezTo>
                  <a:cubicBezTo>
                    <a:pt x="1084911" y="46965"/>
                    <a:pt x="1085881" y="47142"/>
                    <a:pt x="1086939" y="47230"/>
                  </a:cubicBezTo>
                  <a:cubicBezTo>
                    <a:pt x="1086322" y="43781"/>
                    <a:pt x="1084647" y="40862"/>
                    <a:pt x="1082001" y="38651"/>
                  </a:cubicBezTo>
                  <a:cubicBezTo>
                    <a:pt x="1079356" y="36352"/>
                    <a:pt x="1076357" y="35291"/>
                    <a:pt x="1073006" y="35291"/>
                  </a:cubicBezTo>
                  <a:close/>
                  <a:moveTo>
                    <a:pt x="436240" y="33610"/>
                  </a:moveTo>
                  <a:cubicBezTo>
                    <a:pt x="432801" y="33610"/>
                    <a:pt x="429714" y="34759"/>
                    <a:pt x="427157" y="37236"/>
                  </a:cubicBezTo>
                  <a:lnTo>
                    <a:pt x="422243" y="45710"/>
                  </a:lnTo>
                  <a:lnTo>
                    <a:pt x="422042" y="45726"/>
                  </a:lnTo>
                  <a:lnTo>
                    <a:pt x="422131" y="45904"/>
                  </a:lnTo>
                  <a:lnTo>
                    <a:pt x="422243" y="45710"/>
                  </a:lnTo>
                  <a:lnTo>
                    <a:pt x="429802" y="45107"/>
                  </a:lnTo>
                  <a:lnTo>
                    <a:pt x="444000" y="45107"/>
                  </a:lnTo>
                  <a:cubicBezTo>
                    <a:pt x="445059" y="45107"/>
                    <a:pt x="446116" y="45107"/>
                    <a:pt x="447087" y="45284"/>
                  </a:cubicBezTo>
                  <a:cubicBezTo>
                    <a:pt x="448145" y="45284"/>
                    <a:pt x="449115" y="45461"/>
                    <a:pt x="450173" y="45550"/>
                  </a:cubicBezTo>
                  <a:cubicBezTo>
                    <a:pt x="449556" y="42100"/>
                    <a:pt x="447881" y="39182"/>
                    <a:pt x="445235" y="36970"/>
                  </a:cubicBezTo>
                  <a:cubicBezTo>
                    <a:pt x="442590" y="34671"/>
                    <a:pt x="439591" y="33610"/>
                    <a:pt x="436240" y="33610"/>
                  </a:cubicBezTo>
                  <a:close/>
                  <a:moveTo>
                    <a:pt x="236154" y="33520"/>
                  </a:moveTo>
                  <a:cubicBezTo>
                    <a:pt x="233508" y="33520"/>
                    <a:pt x="230951" y="34228"/>
                    <a:pt x="228746" y="35643"/>
                  </a:cubicBezTo>
                  <a:cubicBezTo>
                    <a:pt x="226541" y="37059"/>
                    <a:pt x="224778" y="38916"/>
                    <a:pt x="223455" y="41303"/>
                  </a:cubicBezTo>
                  <a:cubicBezTo>
                    <a:pt x="222133" y="43692"/>
                    <a:pt x="221515" y="46257"/>
                    <a:pt x="221515" y="49176"/>
                  </a:cubicBezTo>
                  <a:cubicBezTo>
                    <a:pt x="221515" y="52094"/>
                    <a:pt x="222133" y="54659"/>
                    <a:pt x="223455" y="57047"/>
                  </a:cubicBezTo>
                  <a:cubicBezTo>
                    <a:pt x="224778" y="59435"/>
                    <a:pt x="226541" y="61293"/>
                    <a:pt x="228746" y="62708"/>
                  </a:cubicBezTo>
                  <a:cubicBezTo>
                    <a:pt x="230951" y="64123"/>
                    <a:pt x="233420" y="64830"/>
                    <a:pt x="236066" y="64830"/>
                  </a:cubicBezTo>
                  <a:cubicBezTo>
                    <a:pt x="238799" y="64830"/>
                    <a:pt x="241268" y="64123"/>
                    <a:pt x="243473" y="62708"/>
                  </a:cubicBezTo>
                  <a:cubicBezTo>
                    <a:pt x="245677" y="61293"/>
                    <a:pt x="247441" y="59435"/>
                    <a:pt x="248764" y="57047"/>
                  </a:cubicBezTo>
                  <a:cubicBezTo>
                    <a:pt x="250086" y="54659"/>
                    <a:pt x="250703" y="52094"/>
                    <a:pt x="250703" y="49176"/>
                  </a:cubicBezTo>
                  <a:cubicBezTo>
                    <a:pt x="250703" y="46346"/>
                    <a:pt x="250086" y="43692"/>
                    <a:pt x="248764" y="41303"/>
                  </a:cubicBezTo>
                  <a:cubicBezTo>
                    <a:pt x="247441" y="38916"/>
                    <a:pt x="245677" y="37059"/>
                    <a:pt x="243473" y="35643"/>
                  </a:cubicBezTo>
                  <a:cubicBezTo>
                    <a:pt x="241268" y="34228"/>
                    <a:pt x="238799" y="33520"/>
                    <a:pt x="236154" y="33520"/>
                  </a:cubicBezTo>
                  <a:close/>
                  <a:moveTo>
                    <a:pt x="289680" y="33344"/>
                  </a:moveTo>
                  <a:cubicBezTo>
                    <a:pt x="286241" y="33344"/>
                    <a:pt x="283154" y="34493"/>
                    <a:pt x="280597" y="36970"/>
                  </a:cubicBezTo>
                  <a:lnTo>
                    <a:pt x="275682" y="45444"/>
                  </a:lnTo>
                  <a:lnTo>
                    <a:pt x="275482" y="45460"/>
                  </a:lnTo>
                  <a:lnTo>
                    <a:pt x="275571" y="45637"/>
                  </a:lnTo>
                  <a:lnTo>
                    <a:pt x="275682" y="45444"/>
                  </a:lnTo>
                  <a:lnTo>
                    <a:pt x="283242" y="44841"/>
                  </a:lnTo>
                  <a:lnTo>
                    <a:pt x="297440" y="44841"/>
                  </a:lnTo>
                  <a:cubicBezTo>
                    <a:pt x="298499" y="44841"/>
                    <a:pt x="299556" y="44841"/>
                    <a:pt x="300527" y="45018"/>
                  </a:cubicBezTo>
                  <a:cubicBezTo>
                    <a:pt x="301585" y="45018"/>
                    <a:pt x="302555" y="45195"/>
                    <a:pt x="303613" y="45283"/>
                  </a:cubicBezTo>
                  <a:cubicBezTo>
                    <a:pt x="302996" y="41834"/>
                    <a:pt x="301321" y="38916"/>
                    <a:pt x="298675" y="36704"/>
                  </a:cubicBezTo>
                  <a:cubicBezTo>
                    <a:pt x="296030" y="34405"/>
                    <a:pt x="293031" y="33344"/>
                    <a:pt x="289680" y="33344"/>
                  </a:cubicBezTo>
                  <a:close/>
                  <a:moveTo>
                    <a:pt x="121075" y="33080"/>
                  </a:moveTo>
                  <a:cubicBezTo>
                    <a:pt x="117636" y="33080"/>
                    <a:pt x="114549" y="34229"/>
                    <a:pt x="111992" y="36706"/>
                  </a:cubicBezTo>
                  <a:lnTo>
                    <a:pt x="107077" y="45180"/>
                  </a:lnTo>
                  <a:lnTo>
                    <a:pt x="106877" y="45196"/>
                  </a:lnTo>
                  <a:lnTo>
                    <a:pt x="106966" y="45373"/>
                  </a:lnTo>
                  <a:lnTo>
                    <a:pt x="107077" y="45180"/>
                  </a:lnTo>
                  <a:lnTo>
                    <a:pt x="114637" y="44577"/>
                  </a:lnTo>
                  <a:lnTo>
                    <a:pt x="128835" y="44577"/>
                  </a:lnTo>
                  <a:cubicBezTo>
                    <a:pt x="129894" y="44577"/>
                    <a:pt x="130951" y="44577"/>
                    <a:pt x="131922" y="44754"/>
                  </a:cubicBezTo>
                  <a:cubicBezTo>
                    <a:pt x="132979" y="44754"/>
                    <a:pt x="133950" y="44931"/>
                    <a:pt x="135008" y="45019"/>
                  </a:cubicBezTo>
                  <a:cubicBezTo>
                    <a:pt x="134391" y="41570"/>
                    <a:pt x="132716" y="38651"/>
                    <a:pt x="130070" y="36440"/>
                  </a:cubicBezTo>
                  <a:cubicBezTo>
                    <a:pt x="127425" y="34141"/>
                    <a:pt x="124426" y="33080"/>
                    <a:pt x="121075" y="33080"/>
                  </a:cubicBezTo>
                  <a:close/>
                  <a:moveTo>
                    <a:pt x="864895" y="29453"/>
                  </a:moveTo>
                  <a:cubicBezTo>
                    <a:pt x="864895" y="29453"/>
                    <a:pt x="872656" y="29453"/>
                    <a:pt x="872656" y="29453"/>
                  </a:cubicBezTo>
                  <a:lnTo>
                    <a:pt x="872656" y="74029"/>
                  </a:lnTo>
                  <a:cubicBezTo>
                    <a:pt x="872656" y="74029"/>
                    <a:pt x="864895" y="74029"/>
                    <a:pt x="864895" y="74029"/>
                  </a:cubicBezTo>
                  <a:close/>
                  <a:moveTo>
                    <a:pt x="730152" y="29186"/>
                  </a:moveTo>
                  <a:lnTo>
                    <a:pt x="738882" y="29186"/>
                  </a:lnTo>
                  <a:cubicBezTo>
                    <a:pt x="738882" y="29186"/>
                    <a:pt x="747524" y="48556"/>
                    <a:pt x="747524" y="48556"/>
                  </a:cubicBezTo>
                  <a:cubicBezTo>
                    <a:pt x="748317" y="50325"/>
                    <a:pt x="749111" y="52006"/>
                    <a:pt x="749817" y="53686"/>
                  </a:cubicBezTo>
                  <a:cubicBezTo>
                    <a:pt x="750522" y="55366"/>
                    <a:pt x="751228" y="57401"/>
                    <a:pt x="751845" y="59877"/>
                  </a:cubicBezTo>
                  <a:cubicBezTo>
                    <a:pt x="752551" y="57489"/>
                    <a:pt x="753256" y="55366"/>
                    <a:pt x="754049" y="53686"/>
                  </a:cubicBezTo>
                  <a:cubicBezTo>
                    <a:pt x="754755" y="52006"/>
                    <a:pt x="755549" y="50325"/>
                    <a:pt x="756342" y="48556"/>
                  </a:cubicBezTo>
                  <a:lnTo>
                    <a:pt x="765161" y="29274"/>
                  </a:lnTo>
                  <a:lnTo>
                    <a:pt x="773362" y="29274"/>
                  </a:lnTo>
                  <a:cubicBezTo>
                    <a:pt x="773362" y="29274"/>
                    <a:pt x="751757" y="76063"/>
                    <a:pt x="751757" y="76063"/>
                  </a:cubicBezTo>
                  <a:lnTo>
                    <a:pt x="751669" y="76063"/>
                  </a:lnTo>
                  <a:close/>
                  <a:moveTo>
                    <a:pt x="561106" y="28922"/>
                  </a:moveTo>
                  <a:cubicBezTo>
                    <a:pt x="561106" y="28922"/>
                    <a:pt x="568866" y="28922"/>
                    <a:pt x="568866" y="28922"/>
                  </a:cubicBezTo>
                  <a:lnTo>
                    <a:pt x="568866" y="73498"/>
                  </a:lnTo>
                  <a:cubicBezTo>
                    <a:pt x="568866" y="73498"/>
                    <a:pt x="561106" y="73498"/>
                    <a:pt x="561106" y="73498"/>
                  </a:cubicBezTo>
                  <a:close/>
                  <a:moveTo>
                    <a:pt x="1257131" y="28744"/>
                  </a:moveTo>
                  <a:lnTo>
                    <a:pt x="1259071" y="36793"/>
                  </a:lnTo>
                  <a:cubicBezTo>
                    <a:pt x="1258189" y="36527"/>
                    <a:pt x="1257131" y="36350"/>
                    <a:pt x="1255985" y="36350"/>
                  </a:cubicBezTo>
                  <a:cubicBezTo>
                    <a:pt x="1252016" y="36350"/>
                    <a:pt x="1248754" y="37677"/>
                    <a:pt x="1246373" y="40331"/>
                  </a:cubicBezTo>
                  <a:cubicBezTo>
                    <a:pt x="1243991" y="42984"/>
                    <a:pt x="1242757" y="46787"/>
                    <a:pt x="1242757" y="51652"/>
                  </a:cubicBezTo>
                  <a:lnTo>
                    <a:pt x="1242757" y="73852"/>
                  </a:lnTo>
                  <a:cubicBezTo>
                    <a:pt x="1242757" y="73852"/>
                    <a:pt x="1234998" y="73852"/>
                    <a:pt x="1234998" y="73852"/>
                  </a:cubicBezTo>
                  <a:lnTo>
                    <a:pt x="1234821" y="73763"/>
                  </a:lnTo>
                  <a:lnTo>
                    <a:pt x="1234821" y="29186"/>
                  </a:lnTo>
                  <a:cubicBezTo>
                    <a:pt x="1234821" y="29186"/>
                    <a:pt x="1242052" y="29186"/>
                    <a:pt x="1242052" y="29186"/>
                  </a:cubicBezTo>
                  <a:lnTo>
                    <a:pt x="1242052" y="37323"/>
                  </a:lnTo>
                  <a:cubicBezTo>
                    <a:pt x="1243551" y="34670"/>
                    <a:pt x="1245579" y="32636"/>
                    <a:pt x="1248137" y="31044"/>
                  </a:cubicBezTo>
                  <a:cubicBezTo>
                    <a:pt x="1250694" y="29452"/>
                    <a:pt x="1253604" y="28744"/>
                    <a:pt x="1257131" y="28744"/>
                  </a:cubicBezTo>
                  <a:close/>
                  <a:moveTo>
                    <a:pt x="960308" y="28744"/>
                  </a:moveTo>
                  <a:cubicBezTo>
                    <a:pt x="963306" y="28744"/>
                    <a:pt x="966128" y="29540"/>
                    <a:pt x="968774" y="31133"/>
                  </a:cubicBezTo>
                  <a:cubicBezTo>
                    <a:pt x="971331" y="32724"/>
                    <a:pt x="973447" y="34935"/>
                    <a:pt x="975034" y="37943"/>
                  </a:cubicBezTo>
                  <a:cubicBezTo>
                    <a:pt x="976622" y="40861"/>
                    <a:pt x="977416" y="44487"/>
                    <a:pt x="977416" y="48733"/>
                  </a:cubicBezTo>
                  <a:lnTo>
                    <a:pt x="977416" y="74382"/>
                  </a:lnTo>
                  <a:cubicBezTo>
                    <a:pt x="977416" y="74382"/>
                    <a:pt x="969656" y="74382"/>
                    <a:pt x="969656" y="74382"/>
                  </a:cubicBezTo>
                  <a:lnTo>
                    <a:pt x="969656" y="49883"/>
                  </a:lnTo>
                  <a:cubicBezTo>
                    <a:pt x="969656" y="46345"/>
                    <a:pt x="968686" y="43249"/>
                    <a:pt x="966658" y="40507"/>
                  </a:cubicBezTo>
                  <a:cubicBezTo>
                    <a:pt x="964629" y="37766"/>
                    <a:pt x="961807" y="36439"/>
                    <a:pt x="958192" y="36439"/>
                  </a:cubicBezTo>
                  <a:cubicBezTo>
                    <a:pt x="955194" y="36439"/>
                    <a:pt x="952548" y="37589"/>
                    <a:pt x="950167" y="39800"/>
                  </a:cubicBezTo>
                  <a:cubicBezTo>
                    <a:pt x="947787" y="42012"/>
                    <a:pt x="946640" y="45284"/>
                    <a:pt x="946640" y="49529"/>
                  </a:cubicBezTo>
                  <a:lnTo>
                    <a:pt x="946640" y="74294"/>
                  </a:lnTo>
                  <a:cubicBezTo>
                    <a:pt x="946640" y="74294"/>
                    <a:pt x="938880" y="74294"/>
                    <a:pt x="938880" y="74294"/>
                  </a:cubicBezTo>
                  <a:lnTo>
                    <a:pt x="938880" y="74117"/>
                  </a:lnTo>
                  <a:lnTo>
                    <a:pt x="938880" y="29540"/>
                  </a:lnTo>
                  <a:cubicBezTo>
                    <a:pt x="938880" y="29540"/>
                    <a:pt x="946111" y="29540"/>
                    <a:pt x="946111" y="29540"/>
                  </a:cubicBezTo>
                  <a:lnTo>
                    <a:pt x="946111" y="36793"/>
                  </a:lnTo>
                  <a:cubicBezTo>
                    <a:pt x="947698" y="34139"/>
                    <a:pt x="949726" y="32194"/>
                    <a:pt x="952195" y="30779"/>
                  </a:cubicBezTo>
                  <a:cubicBezTo>
                    <a:pt x="954664" y="29364"/>
                    <a:pt x="957398" y="28744"/>
                    <a:pt x="960308" y="28744"/>
                  </a:cubicBezTo>
                  <a:close/>
                  <a:moveTo>
                    <a:pt x="905900" y="28656"/>
                  </a:moveTo>
                  <a:cubicBezTo>
                    <a:pt x="910044" y="28656"/>
                    <a:pt x="913836" y="29718"/>
                    <a:pt x="917275" y="31840"/>
                  </a:cubicBezTo>
                  <a:cubicBezTo>
                    <a:pt x="920626" y="33963"/>
                    <a:pt x="923360" y="36705"/>
                    <a:pt x="925388" y="40243"/>
                  </a:cubicBezTo>
                  <a:cubicBezTo>
                    <a:pt x="927416" y="43781"/>
                    <a:pt x="928386" y="47672"/>
                    <a:pt x="928386" y="51918"/>
                  </a:cubicBezTo>
                  <a:cubicBezTo>
                    <a:pt x="928386" y="56163"/>
                    <a:pt x="927328" y="60055"/>
                    <a:pt x="925300" y="63593"/>
                  </a:cubicBezTo>
                  <a:cubicBezTo>
                    <a:pt x="923271" y="67131"/>
                    <a:pt x="920538" y="69873"/>
                    <a:pt x="917187" y="71995"/>
                  </a:cubicBezTo>
                  <a:cubicBezTo>
                    <a:pt x="913836" y="74029"/>
                    <a:pt x="910044" y="75090"/>
                    <a:pt x="905812" y="75090"/>
                  </a:cubicBezTo>
                  <a:lnTo>
                    <a:pt x="905724" y="75002"/>
                  </a:lnTo>
                  <a:cubicBezTo>
                    <a:pt x="901578" y="75002"/>
                    <a:pt x="897787" y="73941"/>
                    <a:pt x="894436" y="71818"/>
                  </a:cubicBezTo>
                  <a:cubicBezTo>
                    <a:pt x="890997" y="69695"/>
                    <a:pt x="888351" y="66953"/>
                    <a:pt x="886323" y="63415"/>
                  </a:cubicBezTo>
                  <a:cubicBezTo>
                    <a:pt x="884295" y="59878"/>
                    <a:pt x="883325" y="55986"/>
                    <a:pt x="883325" y="51740"/>
                  </a:cubicBezTo>
                  <a:cubicBezTo>
                    <a:pt x="883325" y="47407"/>
                    <a:pt x="884383" y="43515"/>
                    <a:pt x="886411" y="40066"/>
                  </a:cubicBezTo>
                  <a:cubicBezTo>
                    <a:pt x="888439" y="36617"/>
                    <a:pt x="891173" y="33786"/>
                    <a:pt x="894612" y="31752"/>
                  </a:cubicBezTo>
                  <a:cubicBezTo>
                    <a:pt x="898052" y="29718"/>
                    <a:pt x="901843" y="28656"/>
                    <a:pt x="905900" y="28656"/>
                  </a:cubicBezTo>
                  <a:close/>
                  <a:moveTo>
                    <a:pt x="797259" y="28656"/>
                  </a:moveTo>
                  <a:cubicBezTo>
                    <a:pt x="800169" y="28656"/>
                    <a:pt x="802991" y="29276"/>
                    <a:pt x="805548" y="30337"/>
                  </a:cubicBezTo>
                  <a:cubicBezTo>
                    <a:pt x="808105" y="31486"/>
                    <a:pt x="810398" y="33078"/>
                    <a:pt x="812249" y="35112"/>
                  </a:cubicBezTo>
                  <a:lnTo>
                    <a:pt x="812249" y="29276"/>
                  </a:lnTo>
                  <a:cubicBezTo>
                    <a:pt x="812249" y="29276"/>
                    <a:pt x="819393" y="29276"/>
                    <a:pt x="819393" y="29276"/>
                  </a:cubicBezTo>
                  <a:lnTo>
                    <a:pt x="819393" y="73852"/>
                  </a:lnTo>
                  <a:cubicBezTo>
                    <a:pt x="819393" y="73852"/>
                    <a:pt x="812162" y="73852"/>
                    <a:pt x="812162" y="73852"/>
                  </a:cubicBezTo>
                  <a:lnTo>
                    <a:pt x="812162" y="68014"/>
                  </a:lnTo>
                  <a:cubicBezTo>
                    <a:pt x="810310" y="69960"/>
                    <a:pt x="808017" y="71552"/>
                    <a:pt x="805460" y="72702"/>
                  </a:cubicBezTo>
                  <a:cubicBezTo>
                    <a:pt x="802902" y="73852"/>
                    <a:pt x="800081" y="74471"/>
                    <a:pt x="797170" y="74471"/>
                  </a:cubicBezTo>
                  <a:lnTo>
                    <a:pt x="797082" y="74471"/>
                  </a:lnTo>
                  <a:cubicBezTo>
                    <a:pt x="793202" y="74471"/>
                    <a:pt x="789675" y="73410"/>
                    <a:pt x="786412" y="71375"/>
                  </a:cubicBezTo>
                  <a:cubicBezTo>
                    <a:pt x="783149" y="69341"/>
                    <a:pt x="780592" y="66511"/>
                    <a:pt x="778740" y="63061"/>
                  </a:cubicBezTo>
                  <a:cubicBezTo>
                    <a:pt x="776801" y="59612"/>
                    <a:pt x="775830" y="55721"/>
                    <a:pt x="775918" y="51564"/>
                  </a:cubicBezTo>
                  <a:cubicBezTo>
                    <a:pt x="775918" y="47318"/>
                    <a:pt x="776889" y="43515"/>
                    <a:pt x="778829" y="40065"/>
                  </a:cubicBezTo>
                  <a:cubicBezTo>
                    <a:pt x="780768" y="36617"/>
                    <a:pt x="783326" y="33875"/>
                    <a:pt x="786589" y="31752"/>
                  </a:cubicBezTo>
                  <a:cubicBezTo>
                    <a:pt x="789852" y="29718"/>
                    <a:pt x="793379" y="28656"/>
                    <a:pt x="797259" y="28656"/>
                  </a:cubicBezTo>
                  <a:close/>
                  <a:moveTo>
                    <a:pt x="704580" y="28302"/>
                  </a:moveTo>
                  <a:cubicBezTo>
                    <a:pt x="708724" y="28302"/>
                    <a:pt x="712516" y="29364"/>
                    <a:pt x="715955" y="31486"/>
                  </a:cubicBezTo>
                  <a:cubicBezTo>
                    <a:pt x="719306" y="33609"/>
                    <a:pt x="722040" y="36351"/>
                    <a:pt x="724068" y="39889"/>
                  </a:cubicBezTo>
                  <a:cubicBezTo>
                    <a:pt x="726096" y="43427"/>
                    <a:pt x="727066" y="47318"/>
                    <a:pt x="727066" y="51564"/>
                  </a:cubicBezTo>
                  <a:cubicBezTo>
                    <a:pt x="727066" y="55809"/>
                    <a:pt x="726008" y="59701"/>
                    <a:pt x="723980" y="63239"/>
                  </a:cubicBezTo>
                  <a:cubicBezTo>
                    <a:pt x="721951" y="66777"/>
                    <a:pt x="719218" y="69518"/>
                    <a:pt x="715867" y="71641"/>
                  </a:cubicBezTo>
                  <a:cubicBezTo>
                    <a:pt x="712516" y="73675"/>
                    <a:pt x="708724" y="74736"/>
                    <a:pt x="704492" y="74736"/>
                  </a:cubicBezTo>
                  <a:lnTo>
                    <a:pt x="704404" y="74648"/>
                  </a:lnTo>
                  <a:cubicBezTo>
                    <a:pt x="700258" y="74648"/>
                    <a:pt x="696466" y="73587"/>
                    <a:pt x="693116" y="71464"/>
                  </a:cubicBezTo>
                  <a:cubicBezTo>
                    <a:pt x="689765" y="69341"/>
                    <a:pt x="687031" y="66599"/>
                    <a:pt x="685003" y="63061"/>
                  </a:cubicBezTo>
                  <a:cubicBezTo>
                    <a:pt x="682975" y="59524"/>
                    <a:pt x="682005" y="55632"/>
                    <a:pt x="682005" y="51386"/>
                  </a:cubicBezTo>
                  <a:cubicBezTo>
                    <a:pt x="682005" y="47053"/>
                    <a:pt x="683063" y="43161"/>
                    <a:pt x="685091" y="39712"/>
                  </a:cubicBezTo>
                  <a:cubicBezTo>
                    <a:pt x="687119" y="36263"/>
                    <a:pt x="689853" y="33432"/>
                    <a:pt x="693292" y="31398"/>
                  </a:cubicBezTo>
                  <a:cubicBezTo>
                    <a:pt x="696731" y="29364"/>
                    <a:pt x="700523" y="28302"/>
                    <a:pt x="704580" y="28302"/>
                  </a:cubicBezTo>
                  <a:close/>
                  <a:moveTo>
                    <a:pt x="1203075" y="28213"/>
                  </a:moveTo>
                  <a:cubicBezTo>
                    <a:pt x="1207044" y="28213"/>
                    <a:pt x="1210659" y="29186"/>
                    <a:pt x="1213922" y="31132"/>
                  </a:cubicBezTo>
                  <a:cubicBezTo>
                    <a:pt x="1217185" y="33078"/>
                    <a:pt x="1219830" y="35731"/>
                    <a:pt x="1221770" y="39092"/>
                  </a:cubicBezTo>
                  <a:cubicBezTo>
                    <a:pt x="1223710" y="42453"/>
                    <a:pt x="1224680" y="46168"/>
                    <a:pt x="1224680" y="50413"/>
                  </a:cubicBezTo>
                  <a:lnTo>
                    <a:pt x="1224680" y="53686"/>
                  </a:lnTo>
                  <a:cubicBezTo>
                    <a:pt x="1224680" y="53686"/>
                    <a:pt x="1196814" y="53686"/>
                    <a:pt x="1196814" y="53686"/>
                  </a:cubicBezTo>
                  <a:cubicBezTo>
                    <a:pt x="1195580" y="53686"/>
                    <a:pt x="1194345" y="53686"/>
                    <a:pt x="1193021" y="53509"/>
                  </a:cubicBezTo>
                  <a:cubicBezTo>
                    <a:pt x="1191699" y="53420"/>
                    <a:pt x="1190465" y="53244"/>
                    <a:pt x="1189230" y="53066"/>
                  </a:cubicBezTo>
                  <a:cubicBezTo>
                    <a:pt x="1189759" y="57046"/>
                    <a:pt x="1191435" y="60319"/>
                    <a:pt x="1194345" y="63061"/>
                  </a:cubicBezTo>
                  <a:cubicBezTo>
                    <a:pt x="1197255" y="65714"/>
                    <a:pt x="1200694" y="67130"/>
                    <a:pt x="1204750" y="67130"/>
                  </a:cubicBezTo>
                  <a:cubicBezTo>
                    <a:pt x="1207484" y="67130"/>
                    <a:pt x="1209953" y="66510"/>
                    <a:pt x="1212334" y="65184"/>
                  </a:cubicBezTo>
                  <a:cubicBezTo>
                    <a:pt x="1214627" y="63857"/>
                    <a:pt x="1216567" y="62177"/>
                    <a:pt x="1217977" y="60054"/>
                  </a:cubicBezTo>
                  <a:lnTo>
                    <a:pt x="1220095" y="69164"/>
                  </a:lnTo>
                  <a:cubicBezTo>
                    <a:pt x="1218066" y="70933"/>
                    <a:pt x="1215685" y="72260"/>
                    <a:pt x="1213039" y="73232"/>
                  </a:cubicBezTo>
                  <a:cubicBezTo>
                    <a:pt x="1210394" y="74205"/>
                    <a:pt x="1207660" y="74647"/>
                    <a:pt x="1204662" y="74647"/>
                  </a:cubicBezTo>
                  <a:cubicBezTo>
                    <a:pt x="1200165" y="74647"/>
                    <a:pt x="1196196" y="73586"/>
                    <a:pt x="1192669" y="71463"/>
                  </a:cubicBezTo>
                  <a:cubicBezTo>
                    <a:pt x="1189142" y="69340"/>
                    <a:pt x="1186408" y="66510"/>
                    <a:pt x="1184380" y="62972"/>
                  </a:cubicBezTo>
                  <a:cubicBezTo>
                    <a:pt x="1182352" y="59346"/>
                    <a:pt x="1181382" y="55366"/>
                    <a:pt x="1181382" y="50944"/>
                  </a:cubicBezTo>
                  <a:cubicBezTo>
                    <a:pt x="1181382" y="46698"/>
                    <a:pt x="1182352" y="42896"/>
                    <a:pt x="1184292" y="39446"/>
                  </a:cubicBezTo>
                  <a:cubicBezTo>
                    <a:pt x="1186232" y="35997"/>
                    <a:pt x="1188877" y="33254"/>
                    <a:pt x="1192140" y="31221"/>
                  </a:cubicBezTo>
                  <a:cubicBezTo>
                    <a:pt x="1195403" y="29186"/>
                    <a:pt x="1199106" y="28213"/>
                    <a:pt x="1203075" y="28213"/>
                  </a:cubicBezTo>
                  <a:close/>
                  <a:moveTo>
                    <a:pt x="1126091" y="28213"/>
                  </a:moveTo>
                  <a:cubicBezTo>
                    <a:pt x="1129089" y="28213"/>
                    <a:pt x="1131911" y="29009"/>
                    <a:pt x="1134557" y="30602"/>
                  </a:cubicBezTo>
                  <a:cubicBezTo>
                    <a:pt x="1137114" y="32193"/>
                    <a:pt x="1139230" y="34405"/>
                    <a:pt x="1140818" y="37412"/>
                  </a:cubicBezTo>
                  <a:cubicBezTo>
                    <a:pt x="1142405" y="40330"/>
                    <a:pt x="1143199" y="43957"/>
                    <a:pt x="1143199" y="48202"/>
                  </a:cubicBezTo>
                  <a:lnTo>
                    <a:pt x="1143199" y="73851"/>
                  </a:lnTo>
                  <a:cubicBezTo>
                    <a:pt x="1143199" y="73851"/>
                    <a:pt x="1135439" y="73851"/>
                    <a:pt x="1135439" y="73851"/>
                  </a:cubicBezTo>
                  <a:lnTo>
                    <a:pt x="1135439" y="49352"/>
                  </a:lnTo>
                  <a:cubicBezTo>
                    <a:pt x="1135439" y="45814"/>
                    <a:pt x="1134469" y="42718"/>
                    <a:pt x="1132441" y="39976"/>
                  </a:cubicBezTo>
                  <a:cubicBezTo>
                    <a:pt x="1130413" y="37235"/>
                    <a:pt x="1127591" y="35908"/>
                    <a:pt x="1123975" y="35908"/>
                  </a:cubicBezTo>
                  <a:cubicBezTo>
                    <a:pt x="1120977" y="35908"/>
                    <a:pt x="1118331" y="37058"/>
                    <a:pt x="1115950" y="39269"/>
                  </a:cubicBezTo>
                  <a:cubicBezTo>
                    <a:pt x="1113570" y="41481"/>
                    <a:pt x="1112423" y="44753"/>
                    <a:pt x="1112423" y="48998"/>
                  </a:cubicBezTo>
                  <a:lnTo>
                    <a:pt x="1112423" y="73763"/>
                  </a:lnTo>
                  <a:cubicBezTo>
                    <a:pt x="1112423" y="73763"/>
                    <a:pt x="1104663" y="73763"/>
                    <a:pt x="1104663" y="73763"/>
                  </a:cubicBezTo>
                  <a:lnTo>
                    <a:pt x="1104663" y="73586"/>
                  </a:lnTo>
                  <a:lnTo>
                    <a:pt x="1104663" y="29009"/>
                  </a:lnTo>
                  <a:cubicBezTo>
                    <a:pt x="1104663" y="29009"/>
                    <a:pt x="1111894" y="29009"/>
                    <a:pt x="1111894" y="29009"/>
                  </a:cubicBezTo>
                  <a:lnTo>
                    <a:pt x="1111894" y="36262"/>
                  </a:lnTo>
                  <a:cubicBezTo>
                    <a:pt x="1113481" y="33608"/>
                    <a:pt x="1115509" y="31663"/>
                    <a:pt x="1117978" y="30248"/>
                  </a:cubicBezTo>
                  <a:cubicBezTo>
                    <a:pt x="1120447" y="28833"/>
                    <a:pt x="1123181" y="28213"/>
                    <a:pt x="1126091" y="28213"/>
                  </a:cubicBezTo>
                  <a:close/>
                  <a:moveTo>
                    <a:pt x="655109" y="28213"/>
                  </a:moveTo>
                  <a:cubicBezTo>
                    <a:pt x="658107" y="28213"/>
                    <a:pt x="660929" y="29009"/>
                    <a:pt x="663575" y="30602"/>
                  </a:cubicBezTo>
                  <a:cubicBezTo>
                    <a:pt x="666132" y="32193"/>
                    <a:pt x="668248" y="34405"/>
                    <a:pt x="669836" y="37412"/>
                  </a:cubicBezTo>
                  <a:cubicBezTo>
                    <a:pt x="671423" y="40330"/>
                    <a:pt x="672217" y="43957"/>
                    <a:pt x="672217" y="48202"/>
                  </a:cubicBezTo>
                  <a:lnTo>
                    <a:pt x="672217" y="73851"/>
                  </a:lnTo>
                  <a:cubicBezTo>
                    <a:pt x="672217" y="73851"/>
                    <a:pt x="664457" y="73851"/>
                    <a:pt x="664457" y="73851"/>
                  </a:cubicBezTo>
                  <a:lnTo>
                    <a:pt x="664457" y="49352"/>
                  </a:lnTo>
                  <a:cubicBezTo>
                    <a:pt x="664457" y="45814"/>
                    <a:pt x="663487" y="42718"/>
                    <a:pt x="661459" y="39976"/>
                  </a:cubicBezTo>
                  <a:cubicBezTo>
                    <a:pt x="659431" y="37235"/>
                    <a:pt x="656609" y="35908"/>
                    <a:pt x="652993" y="35908"/>
                  </a:cubicBezTo>
                  <a:cubicBezTo>
                    <a:pt x="649995" y="35908"/>
                    <a:pt x="647349" y="37058"/>
                    <a:pt x="644968" y="39269"/>
                  </a:cubicBezTo>
                  <a:cubicBezTo>
                    <a:pt x="642588" y="41481"/>
                    <a:pt x="641441" y="44753"/>
                    <a:pt x="641441" y="48998"/>
                  </a:cubicBezTo>
                  <a:lnTo>
                    <a:pt x="641441" y="73763"/>
                  </a:lnTo>
                  <a:cubicBezTo>
                    <a:pt x="641441" y="73763"/>
                    <a:pt x="633681" y="73763"/>
                    <a:pt x="633681" y="73763"/>
                  </a:cubicBezTo>
                  <a:lnTo>
                    <a:pt x="633681" y="73586"/>
                  </a:lnTo>
                  <a:lnTo>
                    <a:pt x="633681" y="29009"/>
                  </a:lnTo>
                  <a:cubicBezTo>
                    <a:pt x="633681" y="29009"/>
                    <a:pt x="640912" y="29009"/>
                    <a:pt x="640912" y="29009"/>
                  </a:cubicBezTo>
                  <a:lnTo>
                    <a:pt x="640912" y="36262"/>
                  </a:lnTo>
                  <a:cubicBezTo>
                    <a:pt x="642499" y="33608"/>
                    <a:pt x="644527" y="31663"/>
                    <a:pt x="646996" y="30248"/>
                  </a:cubicBezTo>
                  <a:cubicBezTo>
                    <a:pt x="649465" y="28833"/>
                    <a:pt x="652199" y="28213"/>
                    <a:pt x="655109" y="28213"/>
                  </a:cubicBezTo>
                  <a:close/>
                  <a:moveTo>
                    <a:pt x="603875" y="28125"/>
                  </a:moveTo>
                  <a:cubicBezTo>
                    <a:pt x="606873" y="28125"/>
                    <a:pt x="609695" y="28921"/>
                    <a:pt x="612341" y="30514"/>
                  </a:cubicBezTo>
                  <a:cubicBezTo>
                    <a:pt x="614898" y="32105"/>
                    <a:pt x="617014" y="34316"/>
                    <a:pt x="618602" y="37324"/>
                  </a:cubicBezTo>
                  <a:cubicBezTo>
                    <a:pt x="620189" y="40242"/>
                    <a:pt x="620983" y="43868"/>
                    <a:pt x="620983" y="48114"/>
                  </a:cubicBezTo>
                  <a:lnTo>
                    <a:pt x="620983" y="73763"/>
                  </a:lnTo>
                  <a:cubicBezTo>
                    <a:pt x="620983" y="73763"/>
                    <a:pt x="613223" y="73763"/>
                    <a:pt x="613223" y="73763"/>
                  </a:cubicBezTo>
                  <a:lnTo>
                    <a:pt x="613223" y="49264"/>
                  </a:lnTo>
                  <a:cubicBezTo>
                    <a:pt x="613223" y="45726"/>
                    <a:pt x="612253" y="42630"/>
                    <a:pt x="610225" y="39888"/>
                  </a:cubicBezTo>
                  <a:cubicBezTo>
                    <a:pt x="608197" y="37146"/>
                    <a:pt x="605375" y="35820"/>
                    <a:pt x="601759" y="35820"/>
                  </a:cubicBezTo>
                  <a:cubicBezTo>
                    <a:pt x="598761" y="35820"/>
                    <a:pt x="596115" y="36970"/>
                    <a:pt x="593734" y="39181"/>
                  </a:cubicBezTo>
                  <a:cubicBezTo>
                    <a:pt x="591354" y="41393"/>
                    <a:pt x="590207" y="44665"/>
                    <a:pt x="590207" y="48910"/>
                  </a:cubicBezTo>
                  <a:lnTo>
                    <a:pt x="590207" y="73675"/>
                  </a:lnTo>
                  <a:cubicBezTo>
                    <a:pt x="590207" y="73675"/>
                    <a:pt x="582447" y="73675"/>
                    <a:pt x="582447" y="73675"/>
                  </a:cubicBezTo>
                  <a:lnTo>
                    <a:pt x="582447" y="73498"/>
                  </a:lnTo>
                  <a:lnTo>
                    <a:pt x="582447" y="28921"/>
                  </a:lnTo>
                  <a:cubicBezTo>
                    <a:pt x="582447" y="28921"/>
                    <a:pt x="589678" y="28921"/>
                    <a:pt x="589678" y="28921"/>
                  </a:cubicBezTo>
                  <a:lnTo>
                    <a:pt x="589678" y="36174"/>
                  </a:lnTo>
                  <a:cubicBezTo>
                    <a:pt x="591265" y="33520"/>
                    <a:pt x="593293" y="31575"/>
                    <a:pt x="595762" y="30160"/>
                  </a:cubicBezTo>
                  <a:cubicBezTo>
                    <a:pt x="598231" y="28745"/>
                    <a:pt x="600965" y="28125"/>
                    <a:pt x="603875" y="28125"/>
                  </a:cubicBezTo>
                  <a:close/>
                  <a:moveTo>
                    <a:pt x="1072918" y="27949"/>
                  </a:moveTo>
                  <a:cubicBezTo>
                    <a:pt x="1076887" y="27949"/>
                    <a:pt x="1080502" y="28922"/>
                    <a:pt x="1083765" y="30868"/>
                  </a:cubicBezTo>
                  <a:cubicBezTo>
                    <a:pt x="1087028" y="32814"/>
                    <a:pt x="1089673" y="35467"/>
                    <a:pt x="1091613" y="38828"/>
                  </a:cubicBezTo>
                  <a:cubicBezTo>
                    <a:pt x="1093553" y="42189"/>
                    <a:pt x="1094523" y="45904"/>
                    <a:pt x="1094523" y="50149"/>
                  </a:cubicBezTo>
                  <a:lnTo>
                    <a:pt x="1094523" y="53422"/>
                  </a:lnTo>
                  <a:cubicBezTo>
                    <a:pt x="1094523" y="53422"/>
                    <a:pt x="1066657" y="53422"/>
                    <a:pt x="1066657" y="53422"/>
                  </a:cubicBezTo>
                  <a:cubicBezTo>
                    <a:pt x="1065423" y="53422"/>
                    <a:pt x="1064188" y="53422"/>
                    <a:pt x="1062865" y="53245"/>
                  </a:cubicBezTo>
                  <a:cubicBezTo>
                    <a:pt x="1061542" y="53156"/>
                    <a:pt x="1060308" y="52980"/>
                    <a:pt x="1059073" y="52802"/>
                  </a:cubicBezTo>
                  <a:cubicBezTo>
                    <a:pt x="1059602" y="56782"/>
                    <a:pt x="1061278" y="60055"/>
                    <a:pt x="1064188" y="62797"/>
                  </a:cubicBezTo>
                  <a:cubicBezTo>
                    <a:pt x="1067098" y="65450"/>
                    <a:pt x="1070537" y="66866"/>
                    <a:pt x="1074593" y="66866"/>
                  </a:cubicBezTo>
                  <a:cubicBezTo>
                    <a:pt x="1077327" y="66866"/>
                    <a:pt x="1079796" y="66246"/>
                    <a:pt x="1082178" y="64920"/>
                  </a:cubicBezTo>
                  <a:cubicBezTo>
                    <a:pt x="1084470" y="63593"/>
                    <a:pt x="1086410" y="61913"/>
                    <a:pt x="1087820" y="59790"/>
                  </a:cubicBezTo>
                  <a:lnTo>
                    <a:pt x="1089938" y="68900"/>
                  </a:lnTo>
                  <a:cubicBezTo>
                    <a:pt x="1087909" y="70669"/>
                    <a:pt x="1085528" y="71996"/>
                    <a:pt x="1082882" y="72968"/>
                  </a:cubicBezTo>
                  <a:cubicBezTo>
                    <a:pt x="1080237" y="73941"/>
                    <a:pt x="1077503" y="74383"/>
                    <a:pt x="1074506" y="74383"/>
                  </a:cubicBezTo>
                  <a:cubicBezTo>
                    <a:pt x="1070008" y="74383"/>
                    <a:pt x="1066039" y="73322"/>
                    <a:pt x="1062512" y="71199"/>
                  </a:cubicBezTo>
                  <a:cubicBezTo>
                    <a:pt x="1058985" y="69076"/>
                    <a:pt x="1056251" y="66246"/>
                    <a:pt x="1054223" y="62708"/>
                  </a:cubicBezTo>
                  <a:cubicBezTo>
                    <a:pt x="1052195" y="59082"/>
                    <a:pt x="1051225" y="55102"/>
                    <a:pt x="1051225" y="50680"/>
                  </a:cubicBezTo>
                  <a:cubicBezTo>
                    <a:pt x="1051225" y="46434"/>
                    <a:pt x="1052195" y="42631"/>
                    <a:pt x="1054135" y="39182"/>
                  </a:cubicBezTo>
                  <a:cubicBezTo>
                    <a:pt x="1056075" y="35733"/>
                    <a:pt x="1058720" y="32990"/>
                    <a:pt x="1061983" y="30956"/>
                  </a:cubicBezTo>
                  <a:cubicBezTo>
                    <a:pt x="1065246" y="28922"/>
                    <a:pt x="1068950" y="27949"/>
                    <a:pt x="1072918" y="27949"/>
                  </a:cubicBezTo>
                  <a:close/>
                  <a:moveTo>
                    <a:pt x="1029003" y="27860"/>
                  </a:moveTo>
                  <a:cubicBezTo>
                    <a:pt x="1032089" y="27860"/>
                    <a:pt x="1034999" y="28479"/>
                    <a:pt x="1037645" y="29629"/>
                  </a:cubicBezTo>
                  <a:cubicBezTo>
                    <a:pt x="1040378" y="30779"/>
                    <a:pt x="1042671" y="32283"/>
                    <a:pt x="1044787" y="34140"/>
                  </a:cubicBezTo>
                  <a:lnTo>
                    <a:pt x="1042406" y="44223"/>
                  </a:lnTo>
                  <a:cubicBezTo>
                    <a:pt x="1041259" y="41746"/>
                    <a:pt x="1039408" y="39623"/>
                    <a:pt x="1037027" y="37943"/>
                  </a:cubicBezTo>
                  <a:cubicBezTo>
                    <a:pt x="1034646" y="36263"/>
                    <a:pt x="1031913" y="35378"/>
                    <a:pt x="1028914" y="35378"/>
                  </a:cubicBezTo>
                  <a:cubicBezTo>
                    <a:pt x="1026181" y="35378"/>
                    <a:pt x="1023623" y="36086"/>
                    <a:pt x="1021419" y="37501"/>
                  </a:cubicBezTo>
                  <a:cubicBezTo>
                    <a:pt x="1019127" y="38916"/>
                    <a:pt x="1017362" y="40773"/>
                    <a:pt x="1016040" y="43161"/>
                  </a:cubicBezTo>
                  <a:cubicBezTo>
                    <a:pt x="1014717" y="45549"/>
                    <a:pt x="1014012" y="48114"/>
                    <a:pt x="1014012" y="51034"/>
                  </a:cubicBezTo>
                  <a:cubicBezTo>
                    <a:pt x="1014012" y="53864"/>
                    <a:pt x="1014629" y="56429"/>
                    <a:pt x="1015952" y="58817"/>
                  </a:cubicBezTo>
                  <a:cubicBezTo>
                    <a:pt x="1017274" y="61204"/>
                    <a:pt x="1019038" y="63062"/>
                    <a:pt x="1021331" y="64477"/>
                  </a:cubicBezTo>
                  <a:cubicBezTo>
                    <a:pt x="1023623" y="65892"/>
                    <a:pt x="1026092" y="66599"/>
                    <a:pt x="1028826" y="66599"/>
                  </a:cubicBezTo>
                  <a:cubicBezTo>
                    <a:pt x="1031824" y="66599"/>
                    <a:pt x="1034558" y="65803"/>
                    <a:pt x="1036939" y="64124"/>
                  </a:cubicBezTo>
                  <a:cubicBezTo>
                    <a:pt x="1039320" y="62531"/>
                    <a:pt x="1041171" y="60408"/>
                    <a:pt x="1042318" y="57844"/>
                  </a:cubicBezTo>
                  <a:lnTo>
                    <a:pt x="1044610" y="67926"/>
                  </a:lnTo>
                  <a:cubicBezTo>
                    <a:pt x="1042583" y="69784"/>
                    <a:pt x="1040202" y="71288"/>
                    <a:pt x="1037468" y="72437"/>
                  </a:cubicBezTo>
                  <a:cubicBezTo>
                    <a:pt x="1034734" y="73587"/>
                    <a:pt x="1031824" y="74118"/>
                    <a:pt x="1028826" y="74118"/>
                  </a:cubicBezTo>
                  <a:lnTo>
                    <a:pt x="1028914" y="74294"/>
                  </a:lnTo>
                  <a:cubicBezTo>
                    <a:pt x="1024770" y="74294"/>
                    <a:pt x="1020978" y="73233"/>
                    <a:pt x="1017539" y="71110"/>
                  </a:cubicBezTo>
                  <a:cubicBezTo>
                    <a:pt x="1014100" y="68987"/>
                    <a:pt x="1011367" y="66245"/>
                    <a:pt x="1009338" y="62708"/>
                  </a:cubicBezTo>
                  <a:cubicBezTo>
                    <a:pt x="1007310" y="59171"/>
                    <a:pt x="1006251" y="55279"/>
                    <a:pt x="1006340" y="51034"/>
                  </a:cubicBezTo>
                  <a:cubicBezTo>
                    <a:pt x="1006340" y="46787"/>
                    <a:pt x="1007398" y="42897"/>
                    <a:pt x="1009426" y="39358"/>
                  </a:cubicBezTo>
                  <a:cubicBezTo>
                    <a:pt x="1011454" y="35821"/>
                    <a:pt x="1014188" y="33079"/>
                    <a:pt x="1017627" y="30956"/>
                  </a:cubicBezTo>
                  <a:cubicBezTo>
                    <a:pt x="1021066" y="28922"/>
                    <a:pt x="1024858" y="27860"/>
                    <a:pt x="1029003" y="27860"/>
                  </a:cubicBezTo>
                  <a:close/>
                  <a:moveTo>
                    <a:pt x="195412" y="26799"/>
                  </a:moveTo>
                  <a:cubicBezTo>
                    <a:pt x="195412" y="26799"/>
                    <a:pt x="203172" y="26799"/>
                    <a:pt x="203172" y="26799"/>
                  </a:cubicBezTo>
                  <a:lnTo>
                    <a:pt x="203172" y="71376"/>
                  </a:lnTo>
                  <a:cubicBezTo>
                    <a:pt x="203172" y="71376"/>
                    <a:pt x="195412" y="71376"/>
                    <a:pt x="195412" y="71376"/>
                  </a:cubicBezTo>
                  <a:close/>
                  <a:moveTo>
                    <a:pt x="1147" y="26533"/>
                  </a:moveTo>
                  <a:cubicBezTo>
                    <a:pt x="1147" y="26533"/>
                    <a:pt x="8907" y="26533"/>
                    <a:pt x="8907" y="26533"/>
                  </a:cubicBezTo>
                  <a:lnTo>
                    <a:pt x="8907" y="71110"/>
                  </a:lnTo>
                  <a:cubicBezTo>
                    <a:pt x="8907" y="71110"/>
                    <a:pt x="1147" y="71110"/>
                    <a:pt x="1147" y="71110"/>
                  </a:cubicBezTo>
                  <a:close/>
                  <a:moveTo>
                    <a:pt x="436152" y="26268"/>
                  </a:moveTo>
                  <a:cubicBezTo>
                    <a:pt x="440121" y="26268"/>
                    <a:pt x="443736" y="27241"/>
                    <a:pt x="446999" y="29187"/>
                  </a:cubicBezTo>
                  <a:cubicBezTo>
                    <a:pt x="450262" y="31133"/>
                    <a:pt x="452907" y="33786"/>
                    <a:pt x="454847" y="37147"/>
                  </a:cubicBezTo>
                  <a:cubicBezTo>
                    <a:pt x="456787" y="40508"/>
                    <a:pt x="457757" y="44223"/>
                    <a:pt x="457757" y="48468"/>
                  </a:cubicBezTo>
                  <a:lnTo>
                    <a:pt x="457757" y="51741"/>
                  </a:lnTo>
                  <a:cubicBezTo>
                    <a:pt x="457757" y="51741"/>
                    <a:pt x="429891" y="51741"/>
                    <a:pt x="429891" y="51741"/>
                  </a:cubicBezTo>
                  <a:cubicBezTo>
                    <a:pt x="428657" y="51741"/>
                    <a:pt x="427422" y="51741"/>
                    <a:pt x="426099" y="51563"/>
                  </a:cubicBezTo>
                  <a:cubicBezTo>
                    <a:pt x="424776" y="51475"/>
                    <a:pt x="423542" y="51299"/>
                    <a:pt x="422307" y="51121"/>
                  </a:cubicBezTo>
                  <a:cubicBezTo>
                    <a:pt x="422836" y="55102"/>
                    <a:pt x="424512" y="58374"/>
                    <a:pt x="427422" y="61116"/>
                  </a:cubicBezTo>
                  <a:cubicBezTo>
                    <a:pt x="430332" y="63769"/>
                    <a:pt x="433771" y="65185"/>
                    <a:pt x="437827" y="65185"/>
                  </a:cubicBezTo>
                  <a:cubicBezTo>
                    <a:pt x="440561" y="65185"/>
                    <a:pt x="443030" y="64565"/>
                    <a:pt x="445412" y="63239"/>
                  </a:cubicBezTo>
                  <a:cubicBezTo>
                    <a:pt x="447704" y="61912"/>
                    <a:pt x="449644" y="60232"/>
                    <a:pt x="451055" y="58109"/>
                  </a:cubicBezTo>
                  <a:lnTo>
                    <a:pt x="453172" y="67219"/>
                  </a:lnTo>
                  <a:cubicBezTo>
                    <a:pt x="451143" y="68988"/>
                    <a:pt x="448762" y="70314"/>
                    <a:pt x="446116" y="71287"/>
                  </a:cubicBezTo>
                  <a:cubicBezTo>
                    <a:pt x="443471" y="72260"/>
                    <a:pt x="440737" y="72702"/>
                    <a:pt x="437739" y="72702"/>
                  </a:cubicBezTo>
                  <a:cubicBezTo>
                    <a:pt x="433242" y="72702"/>
                    <a:pt x="429274" y="71641"/>
                    <a:pt x="425746" y="69518"/>
                  </a:cubicBezTo>
                  <a:cubicBezTo>
                    <a:pt x="422219" y="67395"/>
                    <a:pt x="419485" y="64565"/>
                    <a:pt x="417457" y="61027"/>
                  </a:cubicBezTo>
                  <a:cubicBezTo>
                    <a:pt x="415429" y="57401"/>
                    <a:pt x="414459" y="53421"/>
                    <a:pt x="414459" y="48999"/>
                  </a:cubicBezTo>
                  <a:cubicBezTo>
                    <a:pt x="414459" y="44753"/>
                    <a:pt x="415429" y="40950"/>
                    <a:pt x="417369" y="37501"/>
                  </a:cubicBezTo>
                  <a:cubicBezTo>
                    <a:pt x="419309" y="34052"/>
                    <a:pt x="421954" y="31309"/>
                    <a:pt x="425217" y="29275"/>
                  </a:cubicBezTo>
                  <a:cubicBezTo>
                    <a:pt x="428480" y="27241"/>
                    <a:pt x="432184" y="26268"/>
                    <a:pt x="436152" y="26268"/>
                  </a:cubicBezTo>
                  <a:close/>
                  <a:moveTo>
                    <a:pt x="342765" y="26268"/>
                  </a:moveTo>
                  <a:cubicBezTo>
                    <a:pt x="345763" y="26268"/>
                    <a:pt x="348585" y="27064"/>
                    <a:pt x="351231" y="28656"/>
                  </a:cubicBezTo>
                  <a:cubicBezTo>
                    <a:pt x="353788" y="30248"/>
                    <a:pt x="355904" y="32459"/>
                    <a:pt x="357492" y="35467"/>
                  </a:cubicBezTo>
                  <a:cubicBezTo>
                    <a:pt x="359079" y="38385"/>
                    <a:pt x="359873" y="42011"/>
                    <a:pt x="359873" y="46257"/>
                  </a:cubicBezTo>
                  <a:lnTo>
                    <a:pt x="359873" y="71906"/>
                  </a:lnTo>
                  <a:cubicBezTo>
                    <a:pt x="359873" y="71906"/>
                    <a:pt x="352113" y="71906"/>
                    <a:pt x="352113" y="71906"/>
                  </a:cubicBezTo>
                  <a:lnTo>
                    <a:pt x="352113" y="47407"/>
                  </a:lnTo>
                  <a:cubicBezTo>
                    <a:pt x="352113" y="43869"/>
                    <a:pt x="351143" y="40773"/>
                    <a:pt x="349115" y="38031"/>
                  </a:cubicBezTo>
                  <a:cubicBezTo>
                    <a:pt x="347086" y="35289"/>
                    <a:pt x="344265" y="33963"/>
                    <a:pt x="340649" y="33963"/>
                  </a:cubicBezTo>
                  <a:cubicBezTo>
                    <a:pt x="337651" y="33963"/>
                    <a:pt x="335005" y="35113"/>
                    <a:pt x="332624" y="37324"/>
                  </a:cubicBezTo>
                  <a:cubicBezTo>
                    <a:pt x="330244" y="39536"/>
                    <a:pt x="329097" y="42808"/>
                    <a:pt x="329097" y="47053"/>
                  </a:cubicBezTo>
                  <a:lnTo>
                    <a:pt x="329097" y="71818"/>
                  </a:lnTo>
                  <a:cubicBezTo>
                    <a:pt x="329097" y="71818"/>
                    <a:pt x="321337" y="71818"/>
                    <a:pt x="321337" y="71818"/>
                  </a:cubicBezTo>
                  <a:lnTo>
                    <a:pt x="321337" y="71641"/>
                  </a:lnTo>
                  <a:lnTo>
                    <a:pt x="321337" y="27064"/>
                  </a:lnTo>
                  <a:cubicBezTo>
                    <a:pt x="321337" y="27064"/>
                    <a:pt x="328568" y="27064"/>
                    <a:pt x="328568" y="27064"/>
                  </a:cubicBezTo>
                  <a:lnTo>
                    <a:pt x="328568" y="34317"/>
                  </a:lnTo>
                  <a:cubicBezTo>
                    <a:pt x="330155" y="31663"/>
                    <a:pt x="332183" y="29718"/>
                    <a:pt x="334652" y="28302"/>
                  </a:cubicBezTo>
                  <a:cubicBezTo>
                    <a:pt x="337121" y="26887"/>
                    <a:pt x="339855" y="26268"/>
                    <a:pt x="342765" y="26268"/>
                  </a:cubicBezTo>
                  <a:close/>
                  <a:moveTo>
                    <a:pt x="235272" y="26268"/>
                  </a:moveTo>
                  <a:cubicBezTo>
                    <a:pt x="238182" y="26268"/>
                    <a:pt x="241004" y="26887"/>
                    <a:pt x="243561" y="27948"/>
                  </a:cubicBezTo>
                  <a:cubicBezTo>
                    <a:pt x="246118" y="29099"/>
                    <a:pt x="248411" y="30691"/>
                    <a:pt x="250262" y="32725"/>
                  </a:cubicBezTo>
                  <a:lnTo>
                    <a:pt x="250262" y="26887"/>
                  </a:lnTo>
                  <a:cubicBezTo>
                    <a:pt x="250262" y="26887"/>
                    <a:pt x="257406" y="26887"/>
                    <a:pt x="257406" y="26887"/>
                  </a:cubicBezTo>
                  <a:lnTo>
                    <a:pt x="257406" y="71464"/>
                  </a:lnTo>
                  <a:cubicBezTo>
                    <a:pt x="257406" y="76329"/>
                    <a:pt x="256259" y="80485"/>
                    <a:pt x="254055" y="83935"/>
                  </a:cubicBezTo>
                  <a:cubicBezTo>
                    <a:pt x="251850" y="87384"/>
                    <a:pt x="249028" y="90037"/>
                    <a:pt x="245501" y="91895"/>
                  </a:cubicBezTo>
                  <a:cubicBezTo>
                    <a:pt x="241974" y="93752"/>
                    <a:pt x="238182" y="94636"/>
                    <a:pt x="234125" y="94636"/>
                  </a:cubicBezTo>
                  <a:lnTo>
                    <a:pt x="234038" y="94636"/>
                  </a:lnTo>
                  <a:cubicBezTo>
                    <a:pt x="230775" y="94636"/>
                    <a:pt x="227776" y="94106"/>
                    <a:pt x="225131" y="93133"/>
                  </a:cubicBezTo>
                  <a:cubicBezTo>
                    <a:pt x="222485" y="92160"/>
                    <a:pt x="220105" y="90745"/>
                    <a:pt x="217987" y="89064"/>
                  </a:cubicBezTo>
                  <a:lnTo>
                    <a:pt x="220105" y="79955"/>
                  </a:lnTo>
                  <a:cubicBezTo>
                    <a:pt x="221515" y="82077"/>
                    <a:pt x="223455" y="83846"/>
                    <a:pt x="225748" y="85173"/>
                  </a:cubicBezTo>
                  <a:cubicBezTo>
                    <a:pt x="228129" y="86499"/>
                    <a:pt x="230863" y="87207"/>
                    <a:pt x="233949" y="87207"/>
                  </a:cubicBezTo>
                  <a:cubicBezTo>
                    <a:pt x="238711" y="87207"/>
                    <a:pt x="242591" y="85704"/>
                    <a:pt x="245589" y="82697"/>
                  </a:cubicBezTo>
                  <a:cubicBezTo>
                    <a:pt x="248587" y="79689"/>
                    <a:pt x="250086" y="75798"/>
                    <a:pt x="250086" y="71021"/>
                  </a:cubicBezTo>
                  <a:lnTo>
                    <a:pt x="250086" y="65626"/>
                  </a:lnTo>
                  <a:cubicBezTo>
                    <a:pt x="248234" y="67572"/>
                    <a:pt x="245942" y="69164"/>
                    <a:pt x="243385" y="70314"/>
                  </a:cubicBezTo>
                  <a:cubicBezTo>
                    <a:pt x="240827" y="71464"/>
                    <a:pt x="238005" y="72083"/>
                    <a:pt x="235095" y="72083"/>
                  </a:cubicBezTo>
                  <a:cubicBezTo>
                    <a:pt x="231215" y="72083"/>
                    <a:pt x="227688" y="71021"/>
                    <a:pt x="224425" y="68988"/>
                  </a:cubicBezTo>
                  <a:cubicBezTo>
                    <a:pt x="221162" y="66953"/>
                    <a:pt x="218605" y="64123"/>
                    <a:pt x="216753" y="60673"/>
                  </a:cubicBezTo>
                  <a:cubicBezTo>
                    <a:pt x="214814" y="57225"/>
                    <a:pt x="213843" y="53332"/>
                    <a:pt x="213931" y="49176"/>
                  </a:cubicBezTo>
                  <a:cubicBezTo>
                    <a:pt x="213931" y="44930"/>
                    <a:pt x="214902" y="41127"/>
                    <a:pt x="216842" y="37677"/>
                  </a:cubicBezTo>
                  <a:cubicBezTo>
                    <a:pt x="218781" y="34228"/>
                    <a:pt x="221339" y="31487"/>
                    <a:pt x="224602" y="29364"/>
                  </a:cubicBezTo>
                  <a:cubicBezTo>
                    <a:pt x="227865" y="27329"/>
                    <a:pt x="231391" y="26268"/>
                    <a:pt x="235272" y="26268"/>
                  </a:cubicBezTo>
                  <a:close/>
                  <a:moveTo>
                    <a:pt x="392325" y="26180"/>
                  </a:moveTo>
                  <a:cubicBezTo>
                    <a:pt x="395411" y="26180"/>
                    <a:pt x="398321" y="26799"/>
                    <a:pt x="400967" y="27949"/>
                  </a:cubicBezTo>
                  <a:cubicBezTo>
                    <a:pt x="403700" y="29099"/>
                    <a:pt x="405993" y="30603"/>
                    <a:pt x="408109" y="32460"/>
                  </a:cubicBezTo>
                  <a:lnTo>
                    <a:pt x="405728" y="42543"/>
                  </a:lnTo>
                  <a:cubicBezTo>
                    <a:pt x="404581" y="40066"/>
                    <a:pt x="402730" y="37943"/>
                    <a:pt x="400349" y="36264"/>
                  </a:cubicBezTo>
                  <a:cubicBezTo>
                    <a:pt x="397968" y="34583"/>
                    <a:pt x="395235" y="33698"/>
                    <a:pt x="392236" y="33698"/>
                  </a:cubicBezTo>
                  <a:cubicBezTo>
                    <a:pt x="389503" y="33698"/>
                    <a:pt x="386945" y="34406"/>
                    <a:pt x="384741" y="35821"/>
                  </a:cubicBezTo>
                  <a:cubicBezTo>
                    <a:pt x="382449" y="37236"/>
                    <a:pt x="380684" y="39094"/>
                    <a:pt x="379362" y="41481"/>
                  </a:cubicBezTo>
                  <a:cubicBezTo>
                    <a:pt x="378039" y="43869"/>
                    <a:pt x="377334" y="46434"/>
                    <a:pt x="377334" y="49353"/>
                  </a:cubicBezTo>
                  <a:cubicBezTo>
                    <a:pt x="377334" y="52184"/>
                    <a:pt x="377951" y="54749"/>
                    <a:pt x="379274" y="57137"/>
                  </a:cubicBezTo>
                  <a:cubicBezTo>
                    <a:pt x="380596" y="59524"/>
                    <a:pt x="382360" y="61382"/>
                    <a:pt x="384653" y="62797"/>
                  </a:cubicBezTo>
                  <a:cubicBezTo>
                    <a:pt x="386945" y="64213"/>
                    <a:pt x="389414" y="64920"/>
                    <a:pt x="392148" y="64920"/>
                  </a:cubicBezTo>
                  <a:cubicBezTo>
                    <a:pt x="395146" y="64920"/>
                    <a:pt x="397880" y="64123"/>
                    <a:pt x="400261" y="62444"/>
                  </a:cubicBezTo>
                  <a:cubicBezTo>
                    <a:pt x="402642" y="60851"/>
                    <a:pt x="404494" y="58728"/>
                    <a:pt x="405640" y="56164"/>
                  </a:cubicBezTo>
                  <a:lnTo>
                    <a:pt x="407932" y="66246"/>
                  </a:lnTo>
                  <a:cubicBezTo>
                    <a:pt x="405905" y="68103"/>
                    <a:pt x="403524" y="69608"/>
                    <a:pt x="400790" y="70757"/>
                  </a:cubicBezTo>
                  <a:cubicBezTo>
                    <a:pt x="398056" y="71907"/>
                    <a:pt x="395146" y="72438"/>
                    <a:pt x="392148" y="72438"/>
                  </a:cubicBezTo>
                  <a:lnTo>
                    <a:pt x="392236" y="72614"/>
                  </a:lnTo>
                  <a:cubicBezTo>
                    <a:pt x="388092" y="72614"/>
                    <a:pt x="384300" y="71553"/>
                    <a:pt x="380861" y="69430"/>
                  </a:cubicBezTo>
                  <a:cubicBezTo>
                    <a:pt x="377422" y="67307"/>
                    <a:pt x="374689" y="64566"/>
                    <a:pt x="372660" y="61028"/>
                  </a:cubicBezTo>
                  <a:cubicBezTo>
                    <a:pt x="370632" y="57491"/>
                    <a:pt x="369573" y="53599"/>
                    <a:pt x="369662" y="49353"/>
                  </a:cubicBezTo>
                  <a:cubicBezTo>
                    <a:pt x="369662" y="45108"/>
                    <a:pt x="370720" y="41216"/>
                    <a:pt x="372748" y="37679"/>
                  </a:cubicBezTo>
                  <a:cubicBezTo>
                    <a:pt x="374776" y="34140"/>
                    <a:pt x="377511" y="31399"/>
                    <a:pt x="380949" y="29276"/>
                  </a:cubicBezTo>
                  <a:cubicBezTo>
                    <a:pt x="384388" y="27241"/>
                    <a:pt x="388180" y="26180"/>
                    <a:pt x="392325" y="26180"/>
                  </a:cubicBezTo>
                  <a:close/>
                  <a:moveTo>
                    <a:pt x="289592" y="26002"/>
                  </a:moveTo>
                  <a:cubicBezTo>
                    <a:pt x="293561" y="26002"/>
                    <a:pt x="297087" y="26975"/>
                    <a:pt x="300439" y="28921"/>
                  </a:cubicBezTo>
                  <a:cubicBezTo>
                    <a:pt x="303702" y="30867"/>
                    <a:pt x="306347" y="33520"/>
                    <a:pt x="308287" y="36881"/>
                  </a:cubicBezTo>
                  <a:cubicBezTo>
                    <a:pt x="310227" y="40242"/>
                    <a:pt x="311197" y="43957"/>
                    <a:pt x="311197" y="48202"/>
                  </a:cubicBezTo>
                  <a:lnTo>
                    <a:pt x="311197" y="51475"/>
                  </a:lnTo>
                  <a:cubicBezTo>
                    <a:pt x="311197" y="51475"/>
                    <a:pt x="283331" y="51475"/>
                    <a:pt x="283331" y="51475"/>
                  </a:cubicBezTo>
                  <a:cubicBezTo>
                    <a:pt x="282097" y="51475"/>
                    <a:pt x="280862" y="51475"/>
                    <a:pt x="279539" y="51298"/>
                  </a:cubicBezTo>
                  <a:cubicBezTo>
                    <a:pt x="278216" y="51209"/>
                    <a:pt x="276982" y="51033"/>
                    <a:pt x="275747" y="50855"/>
                  </a:cubicBezTo>
                  <a:cubicBezTo>
                    <a:pt x="276276" y="54835"/>
                    <a:pt x="277952" y="58108"/>
                    <a:pt x="280862" y="60850"/>
                  </a:cubicBezTo>
                  <a:cubicBezTo>
                    <a:pt x="283772" y="63503"/>
                    <a:pt x="287211" y="64919"/>
                    <a:pt x="291267" y="64919"/>
                  </a:cubicBezTo>
                  <a:cubicBezTo>
                    <a:pt x="294001" y="64919"/>
                    <a:pt x="296470" y="64299"/>
                    <a:pt x="298851" y="62973"/>
                  </a:cubicBezTo>
                  <a:cubicBezTo>
                    <a:pt x="301144" y="61646"/>
                    <a:pt x="303084" y="59966"/>
                    <a:pt x="304495" y="57843"/>
                  </a:cubicBezTo>
                  <a:lnTo>
                    <a:pt x="306612" y="66953"/>
                  </a:lnTo>
                  <a:cubicBezTo>
                    <a:pt x="304583" y="68722"/>
                    <a:pt x="302202" y="70049"/>
                    <a:pt x="299556" y="71021"/>
                  </a:cubicBezTo>
                  <a:cubicBezTo>
                    <a:pt x="296911" y="71994"/>
                    <a:pt x="294177" y="72436"/>
                    <a:pt x="291179" y="72436"/>
                  </a:cubicBezTo>
                  <a:cubicBezTo>
                    <a:pt x="286682" y="72436"/>
                    <a:pt x="282714" y="71375"/>
                    <a:pt x="279186" y="69252"/>
                  </a:cubicBezTo>
                  <a:cubicBezTo>
                    <a:pt x="275659" y="67129"/>
                    <a:pt x="272925" y="64299"/>
                    <a:pt x="270897" y="60761"/>
                  </a:cubicBezTo>
                  <a:cubicBezTo>
                    <a:pt x="268869" y="57135"/>
                    <a:pt x="267899" y="53155"/>
                    <a:pt x="267899" y="48733"/>
                  </a:cubicBezTo>
                  <a:cubicBezTo>
                    <a:pt x="267899" y="44487"/>
                    <a:pt x="268869" y="40685"/>
                    <a:pt x="270809" y="37235"/>
                  </a:cubicBezTo>
                  <a:cubicBezTo>
                    <a:pt x="272749" y="33786"/>
                    <a:pt x="275394" y="31043"/>
                    <a:pt x="278657" y="29010"/>
                  </a:cubicBezTo>
                  <a:cubicBezTo>
                    <a:pt x="281920" y="26975"/>
                    <a:pt x="285623" y="26002"/>
                    <a:pt x="289592" y="26002"/>
                  </a:cubicBezTo>
                  <a:close/>
                  <a:moveTo>
                    <a:pt x="120987" y="25738"/>
                  </a:moveTo>
                  <a:cubicBezTo>
                    <a:pt x="124956" y="25738"/>
                    <a:pt x="128571" y="26711"/>
                    <a:pt x="131834" y="28656"/>
                  </a:cubicBezTo>
                  <a:cubicBezTo>
                    <a:pt x="135097" y="30603"/>
                    <a:pt x="137742" y="33256"/>
                    <a:pt x="139682" y="36617"/>
                  </a:cubicBezTo>
                  <a:cubicBezTo>
                    <a:pt x="141622" y="39978"/>
                    <a:pt x="142592" y="43693"/>
                    <a:pt x="142592" y="47938"/>
                  </a:cubicBezTo>
                  <a:lnTo>
                    <a:pt x="142592" y="51211"/>
                  </a:lnTo>
                  <a:cubicBezTo>
                    <a:pt x="142592" y="51211"/>
                    <a:pt x="114726" y="51211"/>
                    <a:pt x="114726" y="51211"/>
                  </a:cubicBezTo>
                  <a:cubicBezTo>
                    <a:pt x="113492" y="51211"/>
                    <a:pt x="112257" y="51211"/>
                    <a:pt x="110934" y="51034"/>
                  </a:cubicBezTo>
                  <a:cubicBezTo>
                    <a:pt x="109611" y="50945"/>
                    <a:pt x="108377" y="50769"/>
                    <a:pt x="107142" y="50591"/>
                  </a:cubicBezTo>
                  <a:cubicBezTo>
                    <a:pt x="107671" y="54571"/>
                    <a:pt x="109347" y="57844"/>
                    <a:pt x="112257" y="60586"/>
                  </a:cubicBezTo>
                  <a:cubicBezTo>
                    <a:pt x="115167" y="63239"/>
                    <a:pt x="118606" y="64655"/>
                    <a:pt x="122662" y="64655"/>
                  </a:cubicBezTo>
                  <a:cubicBezTo>
                    <a:pt x="125396" y="64655"/>
                    <a:pt x="127865" y="64035"/>
                    <a:pt x="130246" y="62709"/>
                  </a:cubicBezTo>
                  <a:cubicBezTo>
                    <a:pt x="132539" y="61382"/>
                    <a:pt x="134479" y="59702"/>
                    <a:pt x="135889" y="57579"/>
                  </a:cubicBezTo>
                  <a:lnTo>
                    <a:pt x="138007" y="66689"/>
                  </a:lnTo>
                  <a:cubicBezTo>
                    <a:pt x="135978" y="68458"/>
                    <a:pt x="133597" y="69785"/>
                    <a:pt x="130951" y="70757"/>
                  </a:cubicBezTo>
                  <a:cubicBezTo>
                    <a:pt x="128306" y="71730"/>
                    <a:pt x="125572" y="72172"/>
                    <a:pt x="122574" y="72172"/>
                  </a:cubicBezTo>
                  <a:cubicBezTo>
                    <a:pt x="118077" y="72172"/>
                    <a:pt x="114108" y="71111"/>
                    <a:pt x="110581" y="68988"/>
                  </a:cubicBezTo>
                  <a:cubicBezTo>
                    <a:pt x="107054" y="66865"/>
                    <a:pt x="104320" y="64035"/>
                    <a:pt x="102292" y="60497"/>
                  </a:cubicBezTo>
                  <a:cubicBezTo>
                    <a:pt x="100264" y="56871"/>
                    <a:pt x="99294" y="52891"/>
                    <a:pt x="99294" y="48469"/>
                  </a:cubicBezTo>
                  <a:cubicBezTo>
                    <a:pt x="99294" y="44223"/>
                    <a:pt x="100264" y="40420"/>
                    <a:pt x="102204" y="36971"/>
                  </a:cubicBezTo>
                  <a:cubicBezTo>
                    <a:pt x="104144" y="33522"/>
                    <a:pt x="106789" y="30779"/>
                    <a:pt x="110052" y="28745"/>
                  </a:cubicBezTo>
                  <a:cubicBezTo>
                    <a:pt x="113315" y="26711"/>
                    <a:pt x="117018" y="25738"/>
                    <a:pt x="120987" y="25738"/>
                  </a:cubicBezTo>
                  <a:close/>
                  <a:moveTo>
                    <a:pt x="43915" y="25738"/>
                  </a:moveTo>
                  <a:cubicBezTo>
                    <a:pt x="46913" y="25738"/>
                    <a:pt x="49735" y="26534"/>
                    <a:pt x="52381" y="28126"/>
                  </a:cubicBezTo>
                  <a:cubicBezTo>
                    <a:pt x="54938" y="29718"/>
                    <a:pt x="57054" y="31929"/>
                    <a:pt x="58642" y="34937"/>
                  </a:cubicBezTo>
                  <a:cubicBezTo>
                    <a:pt x="60229" y="37855"/>
                    <a:pt x="61023" y="41482"/>
                    <a:pt x="61023" y="45726"/>
                  </a:cubicBezTo>
                  <a:lnTo>
                    <a:pt x="61023" y="71376"/>
                  </a:lnTo>
                  <a:cubicBezTo>
                    <a:pt x="61023" y="71376"/>
                    <a:pt x="53263" y="71376"/>
                    <a:pt x="53263" y="71376"/>
                  </a:cubicBezTo>
                  <a:lnTo>
                    <a:pt x="53263" y="46877"/>
                  </a:lnTo>
                  <a:cubicBezTo>
                    <a:pt x="53263" y="43339"/>
                    <a:pt x="52293" y="40243"/>
                    <a:pt x="50265" y="37501"/>
                  </a:cubicBezTo>
                  <a:cubicBezTo>
                    <a:pt x="48236" y="34760"/>
                    <a:pt x="45415" y="33433"/>
                    <a:pt x="41799" y="33433"/>
                  </a:cubicBezTo>
                  <a:cubicBezTo>
                    <a:pt x="38801" y="33433"/>
                    <a:pt x="36155" y="34583"/>
                    <a:pt x="33774" y="36794"/>
                  </a:cubicBezTo>
                  <a:cubicBezTo>
                    <a:pt x="31394" y="39005"/>
                    <a:pt x="30247" y="42278"/>
                    <a:pt x="30247" y="46523"/>
                  </a:cubicBezTo>
                  <a:lnTo>
                    <a:pt x="30247" y="71288"/>
                  </a:lnTo>
                  <a:cubicBezTo>
                    <a:pt x="30247" y="71288"/>
                    <a:pt x="22487" y="71288"/>
                    <a:pt x="22487" y="71288"/>
                  </a:cubicBezTo>
                  <a:lnTo>
                    <a:pt x="22487" y="71111"/>
                  </a:lnTo>
                  <a:lnTo>
                    <a:pt x="22487" y="26534"/>
                  </a:lnTo>
                  <a:cubicBezTo>
                    <a:pt x="22487" y="26534"/>
                    <a:pt x="29718" y="26534"/>
                    <a:pt x="29718" y="26534"/>
                  </a:cubicBezTo>
                  <a:lnTo>
                    <a:pt x="29718" y="33787"/>
                  </a:lnTo>
                  <a:cubicBezTo>
                    <a:pt x="31305" y="31133"/>
                    <a:pt x="33333" y="29188"/>
                    <a:pt x="35802" y="27772"/>
                  </a:cubicBezTo>
                  <a:cubicBezTo>
                    <a:pt x="38271" y="26357"/>
                    <a:pt x="41005" y="25738"/>
                    <a:pt x="43915" y="25738"/>
                  </a:cubicBezTo>
                  <a:close/>
                  <a:moveTo>
                    <a:pt x="504141" y="22110"/>
                  </a:moveTo>
                  <a:cubicBezTo>
                    <a:pt x="502465" y="22110"/>
                    <a:pt x="500966" y="22730"/>
                    <a:pt x="499907" y="23968"/>
                  </a:cubicBezTo>
                  <a:cubicBezTo>
                    <a:pt x="498762" y="25206"/>
                    <a:pt x="498232" y="26621"/>
                    <a:pt x="498232" y="28390"/>
                  </a:cubicBezTo>
                  <a:cubicBezTo>
                    <a:pt x="498232" y="29541"/>
                    <a:pt x="498497" y="30602"/>
                    <a:pt x="499114" y="31575"/>
                  </a:cubicBezTo>
                  <a:cubicBezTo>
                    <a:pt x="499643" y="32548"/>
                    <a:pt x="500348" y="33697"/>
                    <a:pt x="501054" y="34848"/>
                  </a:cubicBezTo>
                  <a:lnTo>
                    <a:pt x="502641" y="37235"/>
                  </a:lnTo>
                  <a:lnTo>
                    <a:pt x="502641" y="37147"/>
                  </a:lnTo>
                  <a:lnTo>
                    <a:pt x="505022" y="35909"/>
                  </a:lnTo>
                  <a:cubicBezTo>
                    <a:pt x="505551" y="35644"/>
                    <a:pt x="506169" y="35202"/>
                    <a:pt x="507051" y="34671"/>
                  </a:cubicBezTo>
                  <a:cubicBezTo>
                    <a:pt x="507844" y="34139"/>
                    <a:pt x="508638" y="33344"/>
                    <a:pt x="509255" y="32282"/>
                  </a:cubicBezTo>
                  <a:cubicBezTo>
                    <a:pt x="509873" y="31221"/>
                    <a:pt x="510226" y="29983"/>
                    <a:pt x="510226" y="28568"/>
                  </a:cubicBezTo>
                  <a:cubicBezTo>
                    <a:pt x="510226" y="26799"/>
                    <a:pt x="509696" y="25294"/>
                    <a:pt x="508461" y="23968"/>
                  </a:cubicBezTo>
                  <a:cubicBezTo>
                    <a:pt x="507315" y="22730"/>
                    <a:pt x="505904" y="22110"/>
                    <a:pt x="504141" y="22110"/>
                  </a:cubicBezTo>
                  <a:close/>
                  <a:moveTo>
                    <a:pt x="868732" y="21384"/>
                  </a:moveTo>
                  <a:lnTo>
                    <a:pt x="868775" y="21403"/>
                  </a:lnTo>
                  <a:lnTo>
                    <a:pt x="868687" y="21403"/>
                  </a:lnTo>
                  <a:close/>
                  <a:moveTo>
                    <a:pt x="564942" y="20853"/>
                  </a:moveTo>
                  <a:lnTo>
                    <a:pt x="564985" y="20872"/>
                  </a:lnTo>
                  <a:lnTo>
                    <a:pt x="564897" y="20872"/>
                  </a:lnTo>
                  <a:close/>
                  <a:moveTo>
                    <a:pt x="199337" y="18731"/>
                  </a:moveTo>
                  <a:lnTo>
                    <a:pt x="199380" y="18750"/>
                  </a:lnTo>
                  <a:lnTo>
                    <a:pt x="199292" y="18750"/>
                  </a:lnTo>
                  <a:close/>
                  <a:moveTo>
                    <a:pt x="5071" y="18465"/>
                  </a:moveTo>
                  <a:lnTo>
                    <a:pt x="5114" y="18484"/>
                  </a:lnTo>
                  <a:lnTo>
                    <a:pt x="5026" y="18484"/>
                  </a:lnTo>
                  <a:close/>
                  <a:moveTo>
                    <a:pt x="504229" y="15920"/>
                  </a:moveTo>
                  <a:cubicBezTo>
                    <a:pt x="506522" y="15920"/>
                    <a:pt x="508549" y="16450"/>
                    <a:pt x="510401" y="17600"/>
                  </a:cubicBezTo>
                  <a:cubicBezTo>
                    <a:pt x="512253" y="18750"/>
                    <a:pt x="513752" y="20253"/>
                    <a:pt x="514899" y="22110"/>
                  </a:cubicBezTo>
                  <a:cubicBezTo>
                    <a:pt x="516045" y="23968"/>
                    <a:pt x="516574" y="26179"/>
                    <a:pt x="516574" y="28479"/>
                  </a:cubicBezTo>
                  <a:cubicBezTo>
                    <a:pt x="516574" y="31045"/>
                    <a:pt x="515957" y="33078"/>
                    <a:pt x="514899" y="34759"/>
                  </a:cubicBezTo>
                  <a:cubicBezTo>
                    <a:pt x="513752" y="36439"/>
                    <a:pt x="512518" y="37678"/>
                    <a:pt x="511107" y="38650"/>
                  </a:cubicBezTo>
                  <a:cubicBezTo>
                    <a:pt x="509696" y="39535"/>
                    <a:pt x="508638" y="40243"/>
                    <a:pt x="507844" y="40685"/>
                  </a:cubicBezTo>
                  <a:lnTo>
                    <a:pt x="505904" y="41746"/>
                  </a:lnTo>
                  <a:lnTo>
                    <a:pt x="518074" y="59435"/>
                  </a:lnTo>
                  <a:cubicBezTo>
                    <a:pt x="520631" y="56251"/>
                    <a:pt x="522130" y="52625"/>
                    <a:pt x="522482" y="48468"/>
                  </a:cubicBezTo>
                  <a:lnTo>
                    <a:pt x="527156" y="55190"/>
                  </a:lnTo>
                  <a:cubicBezTo>
                    <a:pt x="525834" y="58816"/>
                    <a:pt x="523893" y="62000"/>
                    <a:pt x="521336" y="64653"/>
                  </a:cubicBezTo>
                  <a:lnTo>
                    <a:pt x="526275" y="71729"/>
                  </a:lnTo>
                  <a:lnTo>
                    <a:pt x="518778" y="71729"/>
                  </a:lnTo>
                  <a:cubicBezTo>
                    <a:pt x="518778" y="71729"/>
                    <a:pt x="516398" y="68368"/>
                    <a:pt x="516398" y="68368"/>
                  </a:cubicBezTo>
                  <a:cubicBezTo>
                    <a:pt x="514634" y="69783"/>
                    <a:pt x="512783" y="70756"/>
                    <a:pt x="510754" y="71463"/>
                  </a:cubicBezTo>
                  <a:cubicBezTo>
                    <a:pt x="508726" y="72171"/>
                    <a:pt x="506698" y="72437"/>
                    <a:pt x="504670" y="72437"/>
                  </a:cubicBezTo>
                  <a:lnTo>
                    <a:pt x="504758" y="72702"/>
                  </a:lnTo>
                  <a:cubicBezTo>
                    <a:pt x="501407" y="72702"/>
                    <a:pt x="498409" y="71995"/>
                    <a:pt x="495763" y="70490"/>
                  </a:cubicBezTo>
                  <a:cubicBezTo>
                    <a:pt x="493118" y="69075"/>
                    <a:pt x="491090" y="67041"/>
                    <a:pt x="489590" y="64388"/>
                  </a:cubicBezTo>
                  <a:cubicBezTo>
                    <a:pt x="488092" y="61823"/>
                    <a:pt x="487386" y="58816"/>
                    <a:pt x="487386" y="55455"/>
                  </a:cubicBezTo>
                  <a:cubicBezTo>
                    <a:pt x="487386" y="52625"/>
                    <a:pt x="487915" y="50149"/>
                    <a:pt x="488973" y="48202"/>
                  </a:cubicBezTo>
                  <a:cubicBezTo>
                    <a:pt x="490031" y="46257"/>
                    <a:pt x="491355" y="44576"/>
                    <a:pt x="492853" y="43249"/>
                  </a:cubicBezTo>
                  <a:cubicBezTo>
                    <a:pt x="494353" y="41923"/>
                    <a:pt x="495763" y="40950"/>
                    <a:pt x="496997" y="40154"/>
                  </a:cubicBezTo>
                  <a:lnTo>
                    <a:pt x="495852" y="38562"/>
                  </a:lnTo>
                  <a:cubicBezTo>
                    <a:pt x="494881" y="37235"/>
                    <a:pt x="494000" y="35732"/>
                    <a:pt x="493206" y="34139"/>
                  </a:cubicBezTo>
                  <a:cubicBezTo>
                    <a:pt x="492412" y="32548"/>
                    <a:pt x="491971" y="30691"/>
                    <a:pt x="491971" y="28568"/>
                  </a:cubicBezTo>
                  <a:cubicBezTo>
                    <a:pt x="491971" y="26179"/>
                    <a:pt x="492500" y="23968"/>
                    <a:pt x="493647" y="22110"/>
                  </a:cubicBezTo>
                  <a:cubicBezTo>
                    <a:pt x="494705" y="20253"/>
                    <a:pt x="496204" y="18750"/>
                    <a:pt x="498056" y="17600"/>
                  </a:cubicBezTo>
                  <a:cubicBezTo>
                    <a:pt x="499907" y="16450"/>
                    <a:pt x="501936" y="15920"/>
                    <a:pt x="504229" y="15920"/>
                  </a:cubicBezTo>
                  <a:close/>
                  <a:moveTo>
                    <a:pt x="838087" y="14417"/>
                  </a:moveTo>
                  <a:cubicBezTo>
                    <a:pt x="838087" y="14417"/>
                    <a:pt x="845407" y="14417"/>
                    <a:pt x="845407" y="14417"/>
                  </a:cubicBezTo>
                  <a:lnTo>
                    <a:pt x="845407" y="29276"/>
                  </a:lnTo>
                  <a:cubicBezTo>
                    <a:pt x="845407" y="29276"/>
                    <a:pt x="855989" y="29276"/>
                    <a:pt x="855989" y="29276"/>
                  </a:cubicBezTo>
                  <a:lnTo>
                    <a:pt x="855989" y="35998"/>
                  </a:lnTo>
                  <a:cubicBezTo>
                    <a:pt x="855989" y="35998"/>
                    <a:pt x="845583" y="35998"/>
                    <a:pt x="845583" y="35998"/>
                  </a:cubicBezTo>
                  <a:lnTo>
                    <a:pt x="845583" y="73940"/>
                  </a:lnTo>
                  <a:cubicBezTo>
                    <a:pt x="845583" y="73940"/>
                    <a:pt x="837822" y="73940"/>
                    <a:pt x="837822" y="73940"/>
                  </a:cubicBezTo>
                  <a:lnTo>
                    <a:pt x="837822" y="35998"/>
                  </a:lnTo>
                  <a:cubicBezTo>
                    <a:pt x="837822" y="35998"/>
                    <a:pt x="828211" y="35998"/>
                    <a:pt x="828211" y="35998"/>
                  </a:cubicBezTo>
                  <a:lnTo>
                    <a:pt x="828211" y="29276"/>
                  </a:lnTo>
                  <a:cubicBezTo>
                    <a:pt x="828211" y="29276"/>
                    <a:pt x="838087" y="29276"/>
                    <a:pt x="838087" y="29276"/>
                  </a:cubicBezTo>
                  <a:close/>
                  <a:moveTo>
                    <a:pt x="1159689" y="14151"/>
                  </a:moveTo>
                  <a:cubicBezTo>
                    <a:pt x="1159689" y="14151"/>
                    <a:pt x="1167009" y="14151"/>
                    <a:pt x="1167009" y="14151"/>
                  </a:cubicBezTo>
                  <a:lnTo>
                    <a:pt x="1167009" y="29010"/>
                  </a:lnTo>
                  <a:cubicBezTo>
                    <a:pt x="1167009" y="29010"/>
                    <a:pt x="1177591" y="29010"/>
                    <a:pt x="1177591" y="29010"/>
                  </a:cubicBezTo>
                  <a:lnTo>
                    <a:pt x="1177591" y="35732"/>
                  </a:lnTo>
                  <a:cubicBezTo>
                    <a:pt x="1177591" y="35732"/>
                    <a:pt x="1167185" y="35732"/>
                    <a:pt x="1167185" y="35732"/>
                  </a:cubicBezTo>
                  <a:lnTo>
                    <a:pt x="1167185" y="73674"/>
                  </a:lnTo>
                  <a:cubicBezTo>
                    <a:pt x="1167185" y="73674"/>
                    <a:pt x="1159424" y="73674"/>
                    <a:pt x="1159424" y="73674"/>
                  </a:cubicBezTo>
                  <a:lnTo>
                    <a:pt x="1159424" y="35732"/>
                  </a:lnTo>
                  <a:cubicBezTo>
                    <a:pt x="1159424" y="35732"/>
                    <a:pt x="1149813" y="35732"/>
                    <a:pt x="1149813" y="35732"/>
                  </a:cubicBezTo>
                  <a:lnTo>
                    <a:pt x="1149813" y="29010"/>
                  </a:lnTo>
                  <a:cubicBezTo>
                    <a:pt x="1149813" y="29010"/>
                    <a:pt x="1159689" y="29010"/>
                    <a:pt x="1159689" y="29010"/>
                  </a:cubicBezTo>
                  <a:close/>
                  <a:moveTo>
                    <a:pt x="77600" y="11675"/>
                  </a:moveTo>
                  <a:cubicBezTo>
                    <a:pt x="77600" y="11675"/>
                    <a:pt x="84920" y="11675"/>
                    <a:pt x="84920" y="11675"/>
                  </a:cubicBezTo>
                  <a:lnTo>
                    <a:pt x="84920" y="26533"/>
                  </a:lnTo>
                  <a:cubicBezTo>
                    <a:pt x="84920" y="26533"/>
                    <a:pt x="95502" y="26533"/>
                    <a:pt x="95502" y="26533"/>
                  </a:cubicBezTo>
                  <a:lnTo>
                    <a:pt x="95502" y="33256"/>
                  </a:lnTo>
                  <a:cubicBezTo>
                    <a:pt x="95502" y="33256"/>
                    <a:pt x="85096" y="33256"/>
                    <a:pt x="85096" y="33256"/>
                  </a:cubicBezTo>
                  <a:lnTo>
                    <a:pt x="85096" y="71198"/>
                  </a:lnTo>
                  <a:cubicBezTo>
                    <a:pt x="85096" y="71198"/>
                    <a:pt x="77335" y="71198"/>
                    <a:pt x="77335" y="71198"/>
                  </a:cubicBezTo>
                  <a:lnTo>
                    <a:pt x="77335" y="33256"/>
                  </a:lnTo>
                  <a:cubicBezTo>
                    <a:pt x="77335" y="33256"/>
                    <a:pt x="67724" y="33256"/>
                    <a:pt x="67724" y="33256"/>
                  </a:cubicBezTo>
                  <a:lnTo>
                    <a:pt x="67724" y="26533"/>
                  </a:lnTo>
                  <a:cubicBezTo>
                    <a:pt x="67724" y="26533"/>
                    <a:pt x="77600" y="26533"/>
                    <a:pt x="77600" y="26533"/>
                  </a:cubicBezTo>
                  <a:close/>
                  <a:moveTo>
                    <a:pt x="868775" y="10702"/>
                  </a:moveTo>
                  <a:cubicBezTo>
                    <a:pt x="870275" y="10702"/>
                    <a:pt x="871509" y="11232"/>
                    <a:pt x="872479" y="12205"/>
                  </a:cubicBezTo>
                  <a:cubicBezTo>
                    <a:pt x="873449" y="13266"/>
                    <a:pt x="873978" y="14505"/>
                    <a:pt x="873890" y="16008"/>
                  </a:cubicBezTo>
                  <a:cubicBezTo>
                    <a:pt x="873890" y="17512"/>
                    <a:pt x="873360" y="18751"/>
                    <a:pt x="872391" y="19812"/>
                  </a:cubicBezTo>
                  <a:lnTo>
                    <a:pt x="868732" y="21384"/>
                  </a:lnTo>
                  <a:lnTo>
                    <a:pt x="865160" y="19812"/>
                  </a:lnTo>
                  <a:cubicBezTo>
                    <a:pt x="864190" y="18751"/>
                    <a:pt x="863661" y="17512"/>
                    <a:pt x="863661" y="16008"/>
                  </a:cubicBezTo>
                  <a:cubicBezTo>
                    <a:pt x="863661" y="14505"/>
                    <a:pt x="864190" y="13178"/>
                    <a:pt x="865160" y="12205"/>
                  </a:cubicBezTo>
                  <a:cubicBezTo>
                    <a:pt x="866130" y="11232"/>
                    <a:pt x="867364" y="10702"/>
                    <a:pt x="868775" y="10702"/>
                  </a:cubicBezTo>
                  <a:close/>
                  <a:moveTo>
                    <a:pt x="564985" y="10171"/>
                  </a:moveTo>
                  <a:cubicBezTo>
                    <a:pt x="566485" y="10171"/>
                    <a:pt x="567719" y="10701"/>
                    <a:pt x="568689" y="11674"/>
                  </a:cubicBezTo>
                  <a:cubicBezTo>
                    <a:pt x="569660" y="12735"/>
                    <a:pt x="570100" y="13974"/>
                    <a:pt x="570100" y="15477"/>
                  </a:cubicBezTo>
                  <a:cubicBezTo>
                    <a:pt x="570100" y="16981"/>
                    <a:pt x="569571" y="18220"/>
                    <a:pt x="568601" y="19281"/>
                  </a:cubicBezTo>
                  <a:lnTo>
                    <a:pt x="564942" y="20853"/>
                  </a:lnTo>
                  <a:lnTo>
                    <a:pt x="561370" y="19281"/>
                  </a:lnTo>
                  <a:cubicBezTo>
                    <a:pt x="560400" y="18220"/>
                    <a:pt x="559871" y="16981"/>
                    <a:pt x="559871" y="15477"/>
                  </a:cubicBezTo>
                  <a:cubicBezTo>
                    <a:pt x="559871" y="13974"/>
                    <a:pt x="560400" y="12647"/>
                    <a:pt x="561370" y="11674"/>
                  </a:cubicBezTo>
                  <a:cubicBezTo>
                    <a:pt x="562340" y="10701"/>
                    <a:pt x="563575" y="10171"/>
                    <a:pt x="564985" y="10171"/>
                  </a:cubicBezTo>
                  <a:close/>
                  <a:moveTo>
                    <a:pt x="199380" y="8049"/>
                  </a:moveTo>
                  <a:cubicBezTo>
                    <a:pt x="200880" y="8049"/>
                    <a:pt x="202114" y="8579"/>
                    <a:pt x="203084" y="9552"/>
                  </a:cubicBezTo>
                  <a:cubicBezTo>
                    <a:pt x="204054" y="10613"/>
                    <a:pt x="204583" y="11852"/>
                    <a:pt x="204495" y="13355"/>
                  </a:cubicBezTo>
                  <a:cubicBezTo>
                    <a:pt x="204495" y="14859"/>
                    <a:pt x="203965" y="16098"/>
                    <a:pt x="202996" y="17159"/>
                  </a:cubicBezTo>
                  <a:lnTo>
                    <a:pt x="199337" y="18731"/>
                  </a:lnTo>
                  <a:lnTo>
                    <a:pt x="195765" y="17159"/>
                  </a:lnTo>
                  <a:cubicBezTo>
                    <a:pt x="194795" y="16098"/>
                    <a:pt x="194266" y="14859"/>
                    <a:pt x="194266" y="13355"/>
                  </a:cubicBezTo>
                  <a:cubicBezTo>
                    <a:pt x="194266" y="11852"/>
                    <a:pt x="194795" y="10525"/>
                    <a:pt x="195765" y="9552"/>
                  </a:cubicBezTo>
                  <a:cubicBezTo>
                    <a:pt x="196735" y="8579"/>
                    <a:pt x="197970" y="8049"/>
                    <a:pt x="199380" y="8049"/>
                  </a:cubicBezTo>
                  <a:close/>
                  <a:moveTo>
                    <a:pt x="5114" y="7783"/>
                  </a:moveTo>
                  <a:cubicBezTo>
                    <a:pt x="6614" y="7783"/>
                    <a:pt x="7848" y="8313"/>
                    <a:pt x="8818" y="9286"/>
                  </a:cubicBezTo>
                  <a:cubicBezTo>
                    <a:pt x="9788" y="10347"/>
                    <a:pt x="10229" y="11586"/>
                    <a:pt x="10229" y="13089"/>
                  </a:cubicBezTo>
                  <a:cubicBezTo>
                    <a:pt x="10229" y="14593"/>
                    <a:pt x="9700" y="15832"/>
                    <a:pt x="8730" y="16893"/>
                  </a:cubicBezTo>
                  <a:lnTo>
                    <a:pt x="5071" y="18465"/>
                  </a:lnTo>
                  <a:lnTo>
                    <a:pt x="1499" y="16893"/>
                  </a:lnTo>
                  <a:cubicBezTo>
                    <a:pt x="529" y="15832"/>
                    <a:pt x="0" y="14593"/>
                    <a:pt x="0" y="13089"/>
                  </a:cubicBezTo>
                  <a:cubicBezTo>
                    <a:pt x="0" y="11586"/>
                    <a:pt x="529" y="10259"/>
                    <a:pt x="1499" y="9286"/>
                  </a:cubicBezTo>
                  <a:cubicBezTo>
                    <a:pt x="2469" y="8313"/>
                    <a:pt x="3704" y="7783"/>
                    <a:pt x="5114" y="7783"/>
                  </a:cubicBezTo>
                  <a:close/>
                  <a:moveTo>
                    <a:pt x="174073" y="0"/>
                  </a:moveTo>
                  <a:cubicBezTo>
                    <a:pt x="174073" y="0"/>
                    <a:pt x="181921" y="0"/>
                    <a:pt x="181921" y="0"/>
                  </a:cubicBezTo>
                  <a:lnTo>
                    <a:pt x="181921" y="71376"/>
                  </a:lnTo>
                  <a:cubicBezTo>
                    <a:pt x="181921" y="71376"/>
                    <a:pt x="174073" y="71376"/>
                    <a:pt x="174073" y="71376"/>
                  </a:cubicBezTo>
                  <a:close/>
                  <a:moveTo>
                    <a:pt x="152733" y="0"/>
                  </a:moveTo>
                  <a:cubicBezTo>
                    <a:pt x="152733" y="0"/>
                    <a:pt x="160581" y="0"/>
                    <a:pt x="160581" y="0"/>
                  </a:cubicBezTo>
                  <a:lnTo>
                    <a:pt x="160581" y="71376"/>
                  </a:lnTo>
                  <a:cubicBezTo>
                    <a:pt x="160581" y="71376"/>
                    <a:pt x="152733" y="71376"/>
                    <a:pt x="152733" y="71376"/>
                  </a:cubicBezTo>
                  <a:close/>
                </a:path>
              </a:pathLst>
            </a:custGeom>
            <a:grpFill/>
            <a:ln w="9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64CDE16-0F0D-4B52-B571-D719E7590CD1}"/>
                </a:ext>
              </a:extLst>
            </p:cNvPr>
            <p:cNvSpPr/>
            <p:nvPr userDrawn="1"/>
          </p:nvSpPr>
          <p:spPr>
            <a:xfrm rot="5400000">
              <a:off x="7353790" y="4931255"/>
              <a:ext cx="108000" cy="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Gráfico 1">
              <a:extLst>
                <a:ext uri="{FF2B5EF4-FFF2-40B4-BE49-F238E27FC236}">
                  <a16:creationId xmlns:a16="http://schemas.microsoft.com/office/drawing/2014/main" id="{F1FFBE2A-5761-433B-A7F4-759C1B5801FD}"/>
                </a:ext>
              </a:extLst>
            </p:cNvPr>
            <p:cNvSpPr/>
            <p:nvPr/>
          </p:nvSpPr>
          <p:spPr>
            <a:xfrm>
              <a:off x="7294503" y="4887538"/>
              <a:ext cx="68148" cy="94636"/>
            </a:xfrm>
            <a:custGeom>
              <a:avLst/>
              <a:gdLst>
                <a:gd name="connsiteX0" fmla="*/ 100826 w 120479"/>
                <a:gd name="connsiteY0" fmla="*/ 67247 h 167306"/>
                <a:gd name="connsiteX1" fmla="*/ 80069 w 120479"/>
                <a:gd name="connsiteY1" fmla="*/ 61466 h 167306"/>
                <a:gd name="connsiteX2" fmla="*/ 96849 w 120479"/>
                <a:gd name="connsiteY2" fmla="*/ 46657 h 167306"/>
                <a:gd name="connsiteX3" fmla="*/ 98990 w 120479"/>
                <a:gd name="connsiteY3" fmla="*/ 8922 h 167306"/>
                <a:gd name="connsiteX4" fmla="*/ 60766 w 120479"/>
                <a:gd name="connsiteY4" fmla="*/ 6808 h 167306"/>
                <a:gd name="connsiteX5" fmla="*/ 9245 w 120479"/>
                <a:gd name="connsiteY5" fmla="*/ 52276 h 167306"/>
                <a:gd name="connsiteX6" fmla="*/ 264 w 120479"/>
                <a:gd name="connsiteY6" fmla="*/ 70819 h 167306"/>
                <a:gd name="connsiteX7" fmla="*/ 19615 w 120479"/>
                <a:gd name="connsiteY7" fmla="*/ 100158 h 167306"/>
                <a:gd name="connsiteX8" fmla="*/ 40012 w 120479"/>
                <a:gd name="connsiteY8" fmla="*/ 105840 h 167306"/>
                <a:gd name="connsiteX9" fmla="*/ 23118 w 120479"/>
                <a:gd name="connsiteY9" fmla="*/ 120752 h 167306"/>
                <a:gd name="connsiteX10" fmla="*/ 20977 w 120479"/>
                <a:gd name="connsiteY10" fmla="*/ 158487 h 167306"/>
                <a:gd name="connsiteX11" fmla="*/ 20977 w 120479"/>
                <a:gd name="connsiteY11" fmla="*/ 158487 h 167306"/>
                <a:gd name="connsiteX12" fmla="*/ 59202 w 120479"/>
                <a:gd name="connsiteY12" fmla="*/ 160601 h 167306"/>
                <a:gd name="connsiteX13" fmla="*/ 110722 w 120479"/>
                <a:gd name="connsiteY13" fmla="*/ 115133 h 167306"/>
                <a:gd name="connsiteX14" fmla="*/ 118935 w 120479"/>
                <a:gd name="connsiteY14" fmla="*/ 101722 h 167306"/>
                <a:gd name="connsiteX15" fmla="*/ 119532 w 120479"/>
                <a:gd name="connsiteY15" fmla="*/ 100228 h 167306"/>
                <a:gd name="connsiteX16" fmla="*/ 119532 w 120479"/>
                <a:gd name="connsiteY16" fmla="*/ 100228 h 167306"/>
                <a:gd name="connsiteX17" fmla="*/ 100829 w 120479"/>
                <a:gd name="connsiteY17" fmla="*/ 67250 h 167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479" h="167306">
                  <a:moveTo>
                    <a:pt x="100826" y="67247"/>
                  </a:moveTo>
                  <a:lnTo>
                    <a:pt x="80069" y="61466"/>
                  </a:lnTo>
                  <a:lnTo>
                    <a:pt x="96849" y="46657"/>
                  </a:lnTo>
                  <a:cubicBezTo>
                    <a:pt x="107994" y="36821"/>
                    <a:pt x="108954" y="19928"/>
                    <a:pt x="98990" y="8922"/>
                  </a:cubicBezTo>
                  <a:cubicBezTo>
                    <a:pt x="89026" y="-2080"/>
                    <a:pt x="71911" y="-3028"/>
                    <a:pt x="60766" y="6808"/>
                  </a:cubicBezTo>
                  <a:lnTo>
                    <a:pt x="9245" y="52276"/>
                  </a:lnTo>
                  <a:cubicBezTo>
                    <a:pt x="3640" y="57222"/>
                    <a:pt x="623" y="63951"/>
                    <a:pt x="264" y="70819"/>
                  </a:cubicBezTo>
                  <a:cubicBezTo>
                    <a:pt x="-1551" y="83825"/>
                    <a:pt x="6453" y="96491"/>
                    <a:pt x="19615" y="100158"/>
                  </a:cubicBezTo>
                  <a:lnTo>
                    <a:pt x="40012" y="105840"/>
                  </a:lnTo>
                  <a:lnTo>
                    <a:pt x="23118" y="120752"/>
                  </a:lnTo>
                  <a:cubicBezTo>
                    <a:pt x="11973" y="130588"/>
                    <a:pt x="11013" y="147485"/>
                    <a:pt x="20977" y="158487"/>
                  </a:cubicBezTo>
                  <a:lnTo>
                    <a:pt x="20977" y="158487"/>
                  </a:lnTo>
                  <a:cubicBezTo>
                    <a:pt x="30941" y="169489"/>
                    <a:pt x="48053" y="170437"/>
                    <a:pt x="59202" y="160601"/>
                  </a:cubicBezTo>
                  <a:lnTo>
                    <a:pt x="110722" y="115133"/>
                  </a:lnTo>
                  <a:cubicBezTo>
                    <a:pt x="114917" y="111433"/>
                    <a:pt x="117663" y="106731"/>
                    <a:pt x="118935" y="101722"/>
                  </a:cubicBezTo>
                  <a:cubicBezTo>
                    <a:pt x="119116" y="101212"/>
                    <a:pt x="119381" y="100755"/>
                    <a:pt x="119532" y="100228"/>
                  </a:cubicBezTo>
                  <a:lnTo>
                    <a:pt x="119532" y="100228"/>
                  </a:lnTo>
                  <a:cubicBezTo>
                    <a:pt x="123593" y="86022"/>
                    <a:pt x="115219" y="71259"/>
                    <a:pt x="100829" y="67250"/>
                  </a:cubicBezTo>
                  <a:close/>
                </a:path>
              </a:pathLst>
            </a:custGeom>
            <a:grpFill/>
            <a:ln w="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0159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4E4E1-A7BE-EB4D-E5A2-77554B976D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240000"/>
            <a:ext cx="7200000" cy="144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484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5EDCDA5-CAC0-4DE5-9998-82A6B4CC3686}"/>
              </a:ext>
            </a:extLst>
          </p:cNvPr>
          <p:cNvSpPr/>
          <p:nvPr userDrawn="1"/>
        </p:nvSpPr>
        <p:spPr>
          <a:xfrm>
            <a:off x="5873930" y="-29028"/>
            <a:ext cx="3299098" cy="5201556"/>
          </a:xfrm>
          <a:custGeom>
            <a:avLst/>
            <a:gdLst>
              <a:gd name="connsiteX0" fmla="*/ 2055066 w 3299098"/>
              <a:gd name="connsiteY0" fmla="*/ 0 h 5201556"/>
              <a:gd name="connsiteX1" fmla="*/ 3285528 w 3299098"/>
              <a:gd name="connsiteY1" fmla="*/ 0 h 5201556"/>
              <a:gd name="connsiteX2" fmla="*/ 3299098 w 3299098"/>
              <a:gd name="connsiteY2" fmla="*/ 13373 h 5201556"/>
              <a:gd name="connsiteX3" fmla="*/ 3299098 w 3299098"/>
              <a:gd name="connsiteY3" fmla="*/ 1330268 h 5201556"/>
              <a:gd name="connsiteX4" fmla="*/ 3282024 w 3299098"/>
              <a:gd name="connsiteY4" fmla="*/ 1346940 h 5201556"/>
              <a:gd name="connsiteX5" fmla="*/ 2713332 w 3299098"/>
              <a:gd name="connsiteY5" fmla="*/ 1848834 h 5201556"/>
              <a:gd name="connsiteX6" fmla="*/ 3299098 w 3299098"/>
              <a:gd name="connsiteY6" fmla="*/ 2011975 h 5201556"/>
              <a:gd name="connsiteX7" fmla="*/ 3299098 w 3299098"/>
              <a:gd name="connsiteY7" fmla="*/ 4067547 h 5201556"/>
              <a:gd name="connsiteX8" fmla="*/ 2014152 w 3299098"/>
              <a:gd name="connsiteY8" fmla="*/ 5201556 h 5201556"/>
              <a:gd name="connsiteX9" fmla="*/ 775339 w 3299098"/>
              <a:gd name="connsiteY9" fmla="*/ 5201556 h 5201556"/>
              <a:gd name="connsiteX10" fmla="*/ 710643 w 3299098"/>
              <a:gd name="connsiteY10" fmla="*/ 5136991 h 5201556"/>
              <a:gd name="connsiteX11" fmla="*/ 783204 w 3299098"/>
              <a:gd name="connsiteY11" fmla="*/ 3858107 h 5201556"/>
              <a:gd name="connsiteX12" fmla="*/ 1355759 w 3299098"/>
              <a:gd name="connsiteY12" fmla="*/ 3352722 h 5201556"/>
              <a:gd name="connsiteX13" fmla="*/ 664483 w 3299098"/>
              <a:gd name="connsiteY13" fmla="*/ 3160152 h 5201556"/>
              <a:gd name="connsiteX14" fmla="*/ 8657 w 3299098"/>
              <a:gd name="connsiteY14" fmla="*/ 2165819 h 5201556"/>
              <a:gd name="connsiteX15" fmla="*/ 313033 w 3299098"/>
              <a:gd name="connsiteY15" fmla="*/ 1537374 h 5201556"/>
              <a:gd name="connsiteX16" fmla="*/ 2055066 w 3299098"/>
              <a:gd name="connsiteY16" fmla="*/ 0 h 5201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99098" h="5201556">
                <a:moveTo>
                  <a:pt x="2055066" y="0"/>
                </a:moveTo>
                <a:lnTo>
                  <a:pt x="3285528" y="0"/>
                </a:lnTo>
                <a:lnTo>
                  <a:pt x="3299098" y="13373"/>
                </a:lnTo>
                <a:lnTo>
                  <a:pt x="3299098" y="1330268"/>
                </a:lnTo>
                <a:lnTo>
                  <a:pt x="3282024" y="1346940"/>
                </a:lnTo>
                <a:lnTo>
                  <a:pt x="2713332" y="1848834"/>
                </a:lnTo>
                <a:lnTo>
                  <a:pt x="3299098" y="2011975"/>
                </a:lnTo>
                <a:lnTo>
                  <a:pt x="3299098" y="4067547"/>
                </a:lnTo>
                <a:lnTo>
                  <a:pt x="2014152" y="5201556"/>
                </a:lnTo>
                <a:lnTo>
                  <a:pt x="775339" y="5201556"/>
                </a:lnTo>
                <a:lnTo>
                  <a:pt x="710643" y="5136991"/>
                </a:lnTo>
                <a:cubicBezTo>
                  <a:pt x="372952" y="4764120"/>
                  <a:pt x="405488" y="4191461"/>
                  <a:pt x="783204" y="3858107"/>
                </a:cubicBezTo>
                <a:lnTo>
                  <a:pt x="1355759" y="3352722"/>
                </a:lnTo>
                <a:lnTo>
                  <a:pt x="664483" y="3160152"/>
                </a:lnTo>
                <a:cubicBezTo>
                  <a:pt x="218409" y="3035873"/>
                  <a:pt x="-52855" y="2606607"/>
                  <a:pt x="8657" y="2165819"/>
                </a:cubicBezTo>
                <a:cubicBezTo>
                  <a:pt x="20824" y="1933054"/>
                  <a:pt x="123074" y="1705000"/>
                  <a:pt x="313033" y="1537374"/>
                </a:cubicBezTo>
                <a:lnTo>
                  <a:pt x="2055066" y="0"/>
                </a:lnTo>
                <a:close/>
              </a:path>
            </a:pathLst>
          </a:custGeom>
          <a:noFill/>
          <a:ln w="3175" cap="flat">
            <a:solidFill>
              <a:schemeClr val="bg2">
                <a:lumMod val="40000"/>
                <a:lumOff val="6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7003AB0-3DC1-42B2-8FB9-A79FDF8763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117219" y="2409750"/>
            <a:ext cx="1596002" cy="324000"/>
          </a:xfrm>
          <a:custGeom>
            <a:avLst/>
            <a:gdLst>
              <a:gd name="connsiteX0" fmla="*/ 0 w 6241143"/>
              <a:gd name="connsiteY0" fmla="*/ 0 h 1266999"/>
              <a:gd name="connsiteX1" fmla="*/ 6241143 w 6241143"/>
              <a:gd name="connsiteY1" fmla="*/ 0 h 1266999"/>
              <a:gd name="connsiteX2" fmla="*/ 6241143 w 6241143"/>
              <a:gd name="connsiteY2" fmla="*/ 1266999 h 1266999"/>
              <a:gd name="connsiteX3" fmla="*/ 0 w 6241143"/>
              <a:gd name="connsiteY3" fmla="*/ 1266999 h 1266999"/>
              <a:gd name="connsiteX4" fmla="*/ 0 w 6241143"/>
              <a:gd name="connsiteY4" fmla="*/ 0 h 126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41143" h="1266999">
                <a:moveTo>
                  <a:pt x="0" y="0"/>
                </a:moveTo>
                <a:lnTo>
                  <a:pt x="6241143" y="0"/>
                </a:lnTo>
                <a:lnTo>
                  <a:pt x="6241143" y="1266999"/>
                </a:lnTo>
                <a:lnTo>
                  <a:pt x="0" y="126699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9E4E4E1-A7BE-EB4D-E5A2-77554B976D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2772000"/>
            <a:ext cx="6483962" cy="144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4B0958-4064-4282-BE75-30B18E0FE0C1}"/>
              </a:ext>
            </a:extLst>
          </p:cNvPr>
          <p:cNvGrpSpPr/>
          <p:nvPr userDrawn="1"/>
        </p:nvGrpSpPr>
        <p:grpSpPr>
          <a:xfrm>
            <a:off x="350554" y="4880855"/>
            <a:ext cx="1417497" cy="108000"/>
            <a:chOff x="7294503" y="4880855"/>
            <a:chExt cx="1417497" cy="1080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0" name="Forma Livre 1052">
              <a:extLst>
                <a:ext uri="{FF2B5EF4-FFF2-40B4-BE49-F238E27FC236}">
                  <a16:creationId xmlns:a16="http://schemas.microsoft.com/office/drawing/2014/main" id="{A7774495-D82C-46F2-8DE8-0F4B3094F473}"/>
                </a:ext>
              </a:extLst>
            </p:cNvPr>
            <p:cNvSpPr/>
            <p:nvPr/>
          </p:nvSpPr>
          <p:spPr>
            <a:xfrm>
              <a:off x="7452929" y="4887537"/>
              <a:ext cx="1259071" cy="94636"/>
            </a:xfrm>
            <a:custGeom>
              <a:avLst/>
              <a:gdLst>
                <a:gd name="connsiteX0" fmla="*/ 500348 w 1259071"/>
                <a:gd name="connsiteY0" fmla="*/ 45018 h 94636"/>
                <a:gd name="connsiteX1" fmla="*/ 497615 w 1259071"/>
                <a:gd name="connsiteY1" fmla="*/ 47053 h 94636"/>
                <a:gd name="connsiteX2" fmla="*/ 495058 w 1259071"/>
                <a:gd name="connsiteY2" fmla="*/ 50413 h 94636"/>
                <a:gd name="connsiteX3" fmla="*/ 494000 w 1259071"/>
                <a:gd name="connsiteY3" fmla="*/ 55367 h 94636"/>
                <a:gd name="connsiteX4" fmla="*/ 496909 w 1259071"/>
                <a:gd name="connsiteY4" fmla="*/ 63238 h 94636"/>
                <a:gd name="connsiteX5" fmla="*/ 505173 w 1259071"/>
                <a:gd name="connsiteY5" fmla="*/ 66589 h 94636"/>
                <a:gd name="connsiteX6" fmla="*/ 505111 w 1259071"/>
                <a:gd name="connsiteY6" fmla="*/ 66599 h 94636"/>
                <a:gd name="connsiteX7" fmla="*/ 505198 w 1259071"/>
                <a:gd name="connsiteY7" fmla="*/ 66599 h 94636"/>
                <a:gd name="connsiteX8" fmla="*/ 505173 w 1259071"/>
                <a:gd name="connsiteY8" fmla="*/ 66589 h 94636"/>
                <a:gd name="connsiteX9" fmla="*/ 509432 w 1259071"/>
                <a:gd name="connsiteY9" fmla="*/ 65891 h 94636"/>
                <a:gd name="connsiteX10" fmla="*/ 513399 w 1259071"/>
                <a:gd name="connsiteY10" fmla="*/ 64034 h 94636"/>
                <a:gd name="connsiteX11" fmla="*/ 905900 w 1259071"/>
                <a:gd name="connsiteY11" fmla="*/ 36086 h 94636"/>
                <a:gd name="connsiteX12" fmla="*/ 898405 w 1259071"/>
                <a:gd name="connsiteY12" fmla="*/ 38208 h 94636"/>
                <a:gd name="connsiteX13" fmla="*/ 893025 w 1259071"/>
                <a:gd name="connsiteY13" fmla="*/ 43869 h 94636"/>
                <a:gd name="connsiteX14" fmla="*/ 890997 w 1259071"/>
                <a:gd name="connsiteY14" fmla="*/ 51740 h 94636"/>
                <a:gd name="connsiteX15" fmla="*/ 892936 w 1259071"/>
                <a:gd name="connsiteY15" fmla="*/ 59612 h 94636"/>
                <a:gd name="connsiteX16" fmla="*/ 898228 w 1259071"/>
                <a:gd name="connsiteY16" fmla="*/ 65273 h 94636"/>
                <a:gd name="connsiteX17" fmla="*/ 905724 w 1259071"/>
                <a:gd name="connsiteY17" fmla="*/ 67395 h 94636"/>
                <a:gd name="connsiteX18" fmla="*/ 913219 w 1259071"/>
                <a:gd name="connsiteY18" fmla="*/ 65273 h 94636"/>
                <a:gd name="connsiteX19" fmla="*/ 918598 w 1259071"/>
                <a:gd name="connsiteY19" fmla="*/ 59612 h 94636"/>
                <a:gd name="connsiteX20" fmla="*/ 920626 w 1259071"/>
                <a:gd name="connsiteY20" fmla="*/ 51740 h 94636"/>
                <a:gd name="connsiteX21" fmla="*/ 918686 w 1259071"/>
                <a:gd name="connsiteY21" fmla="*/ 43869 h 94636"/>
                <a:gd name="connsiteX22" fmla="*/ 913395 w 1259071"/>
                <a:gd name="connsiteY22" fmla="*/ 38208 h 94636"/>
                <a:gd name="connsiteX23" fmla="*/ 905900 w 1259071"/>
                <a:gd name="connsiteY23" fmla="*/ 36086 h 94636"/>
                <a:gd name="connsiteX24" fmla="*/ 798141 w 1259071"/>
                <a:gd name="connsiteY24" fmla="*/ 35909 h 94636"/>
                <a:gd name="connsiteX25" fmla="*/ 790733 w 1259071"/>
                <a:gd name="connsiteY25" fmla="*/ 38031 h 94636"/>
                <a:gd name="connsiteX26" fmla="*/ 785442 w 1259071"/>
                <a:gd name="connsiteY26" fmla="*/ 43692 h 94636"/>
                <a:gd name="connsiteX27" fmla="*/ 783502 w 1259071"/>
                <a:gd name="connsiteY27" fmla="*/ 51564 h 94636"/>
                <a:gd name="connsiteX28" fmla="*/ 785442 w 1259071"/>
                <a:gd name="connsiteY28" fmla="*/ 59435 h 94636"/>
                <a:gd name="connsiteX29" fmla="*/ 790733 w 1259071"/>
                <a:gd name="connsiteY29" fmla="*/ 65096 h 94636"/>
                <a:gd name="connsiteX30" fmla="*/ 798053 w 1259071"/>
                <a:gd name="connsiteY30" fmla="*/ 67218 h 94636"/>
                <a:gd name="connsiteX31" fmla="*/ 805460 w 1259071"/>
                <a:gd name="connsiteY31" fmla="*/ 65096 h 94636"/>
                <a:gd name="connsiteX32" fmla="*/ 810751 w 1259071"/>
                <a:gd name="connsiteY32" fmla="*/ 59435 h 94636"/>
                <a:gd name="connsiteX33" fmla="*/ 812690 w 1259071"/>
                <a:gd name="connsiteY33" fmla="*/ 51564 h 94636"/>
                <a:gd name="connsiteX34" fmla="*/ 810751 w 1259071"/>
                <a:gd name="connsiteY34" fmla="*/ 43692 h 94636"/>
                <a:gd name="connsiteX35" fmla="*/ 805460 w 1259071"/>
                <a:gd name="connsiteY35" fmla="*/ 38031 h 94636"/>
                <a:gd name="connsiteX36" fmla="*/ 798141 w 1259071"/>
                <a:gd name="connsiteY36" fmla="*/ 35909 h 94636"/>
                <a:gd name="connsiteX37" fmla="*/ 704580 w 1259071"/>
                <a:gd name="connsiteY37" fmla="*/ 35732 h 94636"/>
                <a:gd name="connsiteX38" fmla="*/ 697084 w 1259071"/>
                <a:gd name="connsiteY38" fmla="*/ 37854 h 94636"/>
                <a:gd name="connsiteX39" fmla="*/ 691705 w 1259071"/>
                <a:gd name="connsiteY39" fmla="*/ 43515 h 94636"/>
                <a:gd name="connsiteX40" fmla="*/ 689677 w 1259071"/>
                <a:gd name="connsiteY40" fmla="*/ 51386 h 94636"/>
                <a:gd name="connsiteX41" fmla="*/ 691616 w 1259071"/>
                <a:gd name="connsiteY41" fmla="*/ 59258 h 94636"/>
                <a:gd name="connsiteX42" fmla="*/ 696908 w 1259071"/>
                <a:gd name="connsiteY42" fmla="*/ 64919 h 94636"/>
                <a:gd name="connsiteX43" fmla="*/ 704404 w 1259071"/>
                <a:gd name="connsiteY43" fmla="*/ 67041 h 94636"/>
                <a:gd name="connsiteX44" fmla="*/ 711899 w 1259071"/>
                <a:gd name="connsiteY44" fmla="*/ 64919 h 94636"/>
                <a:gd name="connsiteX45" fmla="*/ 717278 w 1259071"/>
                <a:gd name="connsiteY45" fmla="*/ 59258 h 94636"/>
                <a:gd name="connsiteX46" fmla="*/ 719306 w 1259071"/>
                <a:gd name="connsiteY46" fmla="*/ 51386 h 94636"/>
                <a:gd name="connsiteX47" fmla="*/ 717366 w 1259071"/>
                <a:gd name="connsiteY47" fmla="*/ 43515 h 94636"/>
                <a:gd name="connsiteX48" fmla="*/ 712075 w 1259071"/>
                <a:gd name="connsiteY48" fmla="*/ 37854 h 94636"/>
                <a:gd name="connsiteX49" fmla="*/ 704580 w 1259071"/>
                <a:gd name="connsiteY49" fmla="*/ 35732 h 94636"/>
                <a:gd name="connsiteX50" fmla="*/ 1203163 w 1259071"/>
                <a:gd name="connsiteY50" fmla="*/ 35466 h 94636"/>
                <a:gd name="connsiteX51" fmla="*/ 1194080 w 1259071"/>
                <a:gd name="connsiteY51" fmla="*/ 39092 h 94636"/>
                <a:gd name="connsiteX52" fmla="*/ 1189165 w 1259071"/>
                <a:gd name="connsiteY52" fmla="*/ 47567 h 94636"/>
                <a:gd name="connsiteX53" fmla="*/ 1188965 w 1259071"/>
                <a:gd name="connsiteY53" fmla="*/ 47583 h 94636"/>
                <a:gd name="connsiteX54" fmla="*/ 1189054 w 1259071"/>
                <a:gd name="connsiteY54" fmla="*/ 47760 h 94636"/>
                <a:gd name="connsiteX55" fmla="*/ 1189165 w 1259071"/>
                <a:gd name="connsiteY55" fmla="*/ 47567 h 94636"/>
                <a:gd name="connsiteX56" fmla="*/ 1196725 w 1259071"/>
                <a:gd name="connsiteY56" fmla="*/ 46964 h 94636"/>
                <a:gd name="connsiteX57" fmla="*/ 1210923 w 1259071"/>
                <a:gd name="connsiteY57" fmla="*/ 46964 h 94636"/>
                <a:gd name="connsiteX58" fmla="*/ 1214010 w 1259071"/>
                <a:gd name="connsiteY58" fmla="*/ 47140 h 94636"/>
                <a:gd name="connsiteX59" fmla="*/ 1217096 w 1259071"/>
                <a:gd name="connsiteY59" fmla="*/ 47406 h 94636"/>
                <a:gd name="connsiteX60" fmla="*/ 1212158 w 1259071"/>
                <a:gd name="connsiteY60" fmla="*/ 38827 h 94636"/>
                <a:gd name="connsiteX61" fmla="*/ 1203163 w 1259071"/>
                <a:gd name="connsiteY61" fmla="*/ 35466 h 94636"/>
                <a:gd name="connsiteX62" fmla="*/ 1073006 w 1259071"/>
                <a:gd name="connsiteY62" fmla="*/ 35291 h 94636"/>
                <a:gd name="connsiteX63" fmla="*/ 1063923 w 1259071"/>
                <a:gd name="connsiteY63" fmla="*/ 38917 h 94636"/>
                <a:gd name="connsiteX64" fmla="*/ 1059008 w 1259071"/>
                <a:gd name="connsiteY64" fmla="*/ 47391 h 94636"/>
                <a:gd name="connsiteX65" fmla="*/ 1058808 w 1259071"/>
                <a:gd name="connsiteY65" fmla="*/ 47407 h 94636"/>
                <a:gd name="connsiteX66" fmla="*/ 1058897 w 1259071"/>
                <a:gd name="connsiteY66" fmla="*/ 47584 h 94636"/>
                <a:gd name="connsiteX67" fmla="*/ 1059008 w 1259071"/>
                <a:gd name="connsiteY67" fmla="*/ 47391 h 94636"/>
                <a:gd name="connsiteX68" fmla="*/ 1066568 w 1259071"/>
                <a:gd name="connsiteY68" fmla="*/ 46788 h 94636"/>
                <a:gd name="connsiteX69" fmla="*/ 1080766 w 1259071"/>
                <a:gd name="connsiteY69" fmla="*/ 46788 h 94636"/>
                <a:gd name="connsiteX70" fmla="*/ 1083853 w 1259071"/>
                <a:gd name="connsiteY70" fmla="*/ 46965 h 94636"/>
                <a:gd name="connsiteX71" fmla="*/ 1086939 w 1259071"/>
                <a:gd name="connsiteY71" fmla="*/ 47230 h 94636"/>
                <a:gd name="connsiteX72" fmla="*/ 1082001 w 1259071"/>
                <a:gd name="connsiteY72" fmla="*/ 38651 h 94636"/>
                <a:gd name="connsiteX73" fmla="*/ 1073006 w 1259071"/>
                <a:gd name="connsiteY73" fmla="*/ 35291 h 94636"/>
                <a:gd name="connsiteX74" fmla="*/ 436240 w 1259071"/>
                <a:gd name="connsiteY74" fmla="*/ 33610 h 94636"/>
                <a:gd name="connsiteX75" fmla="*/ 427157 w 1259071"/>
                <a:gd name="connsiteY75" fmla="*/ 37236 h 94636"/>
                <a:gd name="connsiteX76" fmla="*/ 422243 w 1259071"/>
                <a:gd name="connsiteY76" fmla="*/ 45710 h 94636"/>
                <a:gd name="connsiteX77" fmla="*/ 422042 w 1259071"/>
                <a:gd name="connsiteY77" fmla="*/ 45726 h 94636"/>
                <a:gd name="connsiteX78" fmla="*/ 422131 w 1259071"/>
                <a:gd name="connsiteY78" fmla="*/ 45904 h 94636"/>
                <a:gd name="connsiteX79" fmla="*/ 422243 w 1259071"/>
                <a:gd name="connsiteY79" fmla="*/ 45710 h 94636"/>
                <a:gd name="connsiteX80" fmla="*/ 429802 w 1259071"/>
                <a:gd name="connsiteY80" fmla="*/ 45107 h 94636"/>
                <a:gd name="connsiteX81" fmla="*/ 444000 w 1259071"/>
                <a:gd name="connsiteY81" fmla="*/ 45107 h 94636"/>
                <a:gd name="connsiteX82" fmla="*/ 447087 w 1259071"/>
                <a:gd name="connsiteY82" fmla="*/ 45284 h 94636"/>
                <a:gd name="connsiteX83" fmla="*/ 450173 w 1259071"/>
                <a:gd name="connsiteY83" fmla="*/ 45550 h 94636"/>
                <a:gd name="connsiteX84" fmla="*/ 445235 w 1259071"/>
                <a:gd name="connsiteY84" fmla="*/ 36970 h 94636"/>
                <a:gd name="connsiteX85" fmla="*/ 436240 w 1259071"/>
                <a:gd name="connsiteY85" fmla="*/ 33610 h 94636"/>
                <a:gd name="connsiteX86" fmla="*/ 236154 w 1259071"/>
                <a:gd name="connsiteY86" fmla="*/ 33520 h 94636"/>
                <a:gd name="connsiteX87" fmla="*/ 228746 w 1259071"/>
                <a:gd name="connsiteY87" fmla="*/ 35643 h 94636"/>
                <a:gd name="connsiteX88" fmla="*/ 223455 w 1259071"/>
                <a:gd name="connsiteY88" fmla="*/ 41303 h 94636"/>
                <a:gd name="connsiteX89" fmla="*/ 221515 w 1259071"/>
                <a:gd name="connsiteY89" fmla="*/ 49176 h 94636"/>
                <a:gd name="connsiteX90" fmla="*/ 223455 w 1259071"/>
                <a:gd name="connsiteY90" fmla="*/ 57047 h 94636"/>
                <a:gd name="connsiteX91" fmla="*/ 228746 w 1259071"/>
                <a:gd name="connsiteY91" fmla="*/ 62708 h 94636"/>
                <a:gd name="connsiteX92" fmla="*/ 236066 w 1259071"/>
                <a:gd name="connsiteY92" fmla="*/ 64830 h 94636"/>
                <a:gd name="connsiteX93" fmla="*/ 243473 w 1259071"/>
                <a:gd name="connsiteY93" fmla="*/ 62708 h 94636"/>
                <a:gd name="connsiteX94" fmla="*/ 248764 w 1259071"/>
                <a:gd name="connsiteY94" fmla="*/ 57047 h 94636"/>
                <a:gd name="connsiteX95" fmla="*/ 250703 w 1259071"/>
                <a:gd name="connsiteY95" fmla="*/ 49176 h 94636"/>
                <a:gd name="connsiteX96" fmla="*/ 248764 w 1259071"/>
                <a:gd name="connsiteY96" fmla="*/ 41303 h 94636"/>
                <a:gd name="connsiteX97" fmla="*/ 243473 w 1259071"/>
                <a:gd name="connsiteY97" fmla="*/ 35643 h 94636"/>
                <a:gd name="connsiteX98" fmla="*/ 236154 w 1259071"/>
                <a:gd name="connsiteY98" fmla="*/ 33520 h 94636"/>
                <a:gd name="connsiteX99" fmla="*/ 289680 w 1259071"/>
                <a:gd name="connsiteY99" fmla="*/ 33344 h 94636"/>
                <a:gd name="connsiteX100" fmla="*/ 280597 w 1259071"/>
                <a:gd name="connsiteY100" fmla="*/ 36970 h 94636"/>
                <a:gd name="connsiteX101" fmla="*/ 275682 w 1259071"/>
                <a:gd name="connsiteY101" fmla="*/ 45444 h 94636"/>
                <a:gd name="connsiteX102" fmla="*/ 275482 w 1259071"/>
                <a:gd name="connsiteY102" fmla="*/ 45460 h 94636"/>
                <a:gd name="connsiteX103" fmla="*/ 275571 w 1259071"/>
                <a:gd name="connsiteY103" fmla="*/ 45637 h 94636"/>
                <a:gd name="connsiteX104" fmla="*/ 275682 w 1259071"/>
                <a:gd name="connsiteY104" fmla="*/ 45444 h 94636"/>
                <a:gd name="connsiteX105" fmla="*/ 283242 w 1259071"/>
                <a:gd name="connsiteY105" fmla="*/ 44841 h 94636"/>
                <a:gd name="connsiteX106" fmla="*/ 297440 w 1259071"/>
                <a:gd name="connsiteY106" fmla="*/ 44841 h 94636"/>
                <a:gd name="connsiteX107" fmla="*/ 300527 w 1259071"/>
                <a:gd name="connsiteY107" fmla="*/ 45018 h 94636"/>
                <a:gd name="connsiteX108" fmla="*/ 303613 w 1259071"/>
                <a:gd name="connsiteY108" fmla="*/ 45283 h 94636"/>
                <a:gd name="connsiteX109" fmla="*/ 298675 w 1259071"/>
                <a:gd name="connsiteY109" fmla="*/ 36704 h 94636"/>
                <a:gd name="connsiteX110" fmla="*/ 289680 w 1259071"/>
                <a:gd name="connsiteY110" fmla="*/ 33344 h 94636"/>
                <a:gd name="connsiteX111" fmla="*/ 121075 w 1259071"/>
                <a:gd name="connsiteY111" fmla="*/ 33080 h 94636"/>
                <a:gd name="connsiteX112" fmla="*/ 111992 w 1259071"/>
                <a:gd name="connsiteY112" fmla="*/ 36706 h 94636"/>
                <a:gd name="connsiteX113" fmla="*/ 107077 w 1259071"/>
                <a:gd name="connsiteY113" fmla="*/ 45180 h 94636"/>
                <a:gd name="connsiteX114" fmla="*/ 106877 w 1259071"/>
                <a:gd name="connsiteY114" fmla="*/ 45196 h 94636"/>
                <a:gd name="connsiteX115" fmla="*/ 106966 w 1259071"/>
                <a:gd name="connsiteY115" fmla="*/ 45373 h 94636"/>
                <a:gd name="connsiteX116" fmla="*/ 107077 w 1259071"/>
                <a:gd name="connsiteY116" fmla="*/ 45180 h 94636"/>
                <a:gd name="connsiteX117" fmla="*/ 114637 w 1259071"/>
                <a:gd name="connsiteY117" fmla="*/ 44577 h 94636"/>
                <a:gd name="connsiteX118" fmla="*/ 128835 w 1259071"/>
                <a:gd name="connsiteY118" fmla="*/ 44577 h 94636"/>
                <a:gd name="connsiteX119" fmla="*/ 131922 w 1259071"/>
                <a:gd name="connsiteY119" fmla="*/ 44754 h 94636"/>
                <a:gd name="connsiteX120" fmla="*/ 135008 w 1259071"/>
                <a:gd name="connsiteY120" fmla="*/ 45019 h 94636"/>
                <a:gd name="connsiteX121" fmla="*/ 130070 w 1259071"/>
                <a:gd name="connsiteY121" fmla="*/ 36440 h 94636"/>
                <a:gd name="connsiteX122" fmla="*/ 121075 w 1259071"/>
                <a:gd name="connsiteY122" fmla="*/ 33080 h 94636"/>
                <a:gd name="connsiteX123" fmla="*/ 864895 w 1259071"/>
                <a:gd name="connsiteY123" fmla="*/ 29453 h 94636"/>
                <a:gd name="connsiteX124" fmla="*/ 872656 w 1259071"/>
                <a:gd name="connsiteY124" fmla="*/ 29453 h 94636"/>
                <a:gd name="connsiteX125" fmla="*/ 872656 w 1259071"/>
                <a:gd name="connsiteY125" fmla="*/ 74029 h 94636"/>
                <a:gd name="connsiteX126" fmla="*/ 864895 w 1259071"/>
                <a:gd name="connsiteY126" fmla="*/ 74029 h 94636"/>
                <a:gd name="connsiteX127" fmla="*/ 730152 w 1259071"/>
                <a:gd name="connsiteY127" fmla="*/ 29186 h 94636"/>
                <a:gd name="connsiteX128" fmla="*/ 738882 w 1259071"/>
                <a:gd name="connsiteY128" fmla="*/ 29186 h 94636"/>
                <a:gd name="connsiteX129" fmla="*/ 747524 w 1259071"/>
                <a:gd name="connsiteY129" fmla="*/ 48556 h 94636"/>
                <a:gd name="connsiteX130" fmla="*/ 749817 w 1259071"/>
                <a:gd name="connsiteY130" fmla="*/ 53686 h 94636"/>
                <a:gd name="connsiteX131" fmla="*/ 751845 w 1259071"/>
                <a:gd name="connsiteY131" fmla="*/ 59877 h 94636"/>
                <a:gd name="connsiteX132" fmla="*/ 754049 w 1259071"/>
                <a:gd name="connsiteY132" fmla="*/ 53686 h 94636"/>
                <a:gd name="connsiteX133" fmla="*/ 756342 w 1259071"/>
                <a:gd name="connsiteY133" fmla="*/ 48556 h 94636"/>
                <a:gd name="connsiteX134" fmla="*/ 765161 w 1259071"/>
                <a:gd name="connsiteY134" fmla="*/ 29274 h 94636"/>
                <a:gd name="connsiteX135" fmla="*/ 773362 w 1259071"/>
                <a:gd name="connsiteY135" fmla="*/ 29274 h 94636"/>
                <a:gd name="connsiteX136" fmla="*/ 751757 w 1259071"/>
                <a:gd name="connsiteY136" fmla="*/ 76063 h 94636"/>
                <a:gd name="connsiteX137" fmla="*/ 751669 w 1259071"/>
                <a:gd name="connsiteY137" fmla="*/ 76063 h 94636"/>
                <a:gd name="connsiteX138" fmla="*/ 561106 w 1259071"/>
                <a:gd name="connsiteY138" fmla="*/ 28922 h 94636"/>
                <a:gd name="connsiteX139" fmla="*/ 568866 w 1259071"/>
                <a:gd name="connsiteY139" fmla="*/ 28922 h 94636"/>
                <a:gd name="connsiteX140" fmla="*/ 568866 w 1259071"/>
                <a:gd name="connsiteY140" fmla="*/ 73498 h 94636"/>
                <a:gd name="connsiteX141" fmla="*/ 561106 w 1259071"/>
                <a:gd name="connsiteY141" fmla="*/ 73498 h 94636"/>
                <a:gd name="connsiteX142" fmla="*/ 1257131 w 1259071"/>
                <a:gd name="connsiteY142" fmla="*/ 28744 h 94636"/>
                <a:gd name="connsiteX143" fmla="*/ 1259071 w 1259071"/>
                <a:gd name="connsiteY143" fmla="*/ 36793 h 94636"/>
                <a:gd name="connsiteX144" fmla="*/ 1255985 w 1259071"/>
                <a:gd name="connsiteY144" fmla="*/ 36350 h 94636"/>
                <a:gd name="connsiteX145" fmla="*/ 1246373 w 1259071"/>
                <a:gd name="connsiteY145" fmla="*/ 40331 h 94636"/>
                <a:gd name="connsiteX146" fmla="*/ 1242757 w 1259071"/>
                <a:gd name="connsiteY146" fmla="*/ 51652 h 94636"/>
                <a:gd name="connsiteX147" fmla="*/ 1242757 w 1259071"/>
                <a:gd name="connsiteY147" fmla="*/ 73852 h 94636"/>
                <a:gd name="connsiteX148" fmla="*/ 1234998 w 1259071"/>
                <a:gd name="connsiteY148" fmla="*/ 73852 h 94636"/>
                <a:gd name="connsiteX149" fmla="*/ 1234821 w 1259071"/>
                <a:gd name="connsiteY149" fmla="*/ 73763 h 94636"/>
                <a:gd name="connsiteX150" fmla="*/ 1234821 w 1259071"/>
                <a:gd name="connsiteY150" fmla="*/ 29186 h 94636"/>
                <a:gd name="connsiteX151" fmla="*/ 1242052 w 1259071"/>
                <a:gd name="connsiteY151" fmla="*/ 29186 h 94636"/>
                <a:gd name="connsiteX152" fmla="*/ 1242052 w 1259071"/>
                <a:gd name="connsiteY152" fmla="*/ 37323 h 94636"/>
                <a:gd name="connsiteX153" fmla="*/ 1248137 w 1259071"/>
                <a:gd name="connsiteY153" fmla="*/ 31044 h 94636"/>
                <a:gd name="connsiteX154" fmla="*/ 1257131 w 1259071"/>
                <a:gd name="connsiteY154" fmla="*/ 28744 h 94636"/>
                <a:gd name="connsiteX155" fmla="*/ 960308 w 1259071"/>
                <a:gd name="connsiteY155" fmla="*/ 28744 h 94636"/>
                <a:gd name="connsiteX156" fmla="*/ 968774 w 1259071"/>
                <a:gd name="connsiteY156" fmla="*/ 31133 h 94636"/>
                <a:gd name="connsiteX157" fmla="*/ 975034 w 1259071"/>
                <a:gd name="connsiteY157" fmla="*/ 37943 h 94636"/>
                <a:gd name="connsiteX158" fmla="*/ 977416 w 1259071"/>
                <a:gd name="connsiteY158" fmla="*/ 48733 h 94636"/>
                <a:gd name="connsiteX159" fmla="*/ 977416 w 1259071"/>
                <a:gd name="connsiteY159" fmla="*/ 74382 h 94636"/>
                <a:gd name="connsiteX160" fmla="*/ 969656 w 1259071"/>
                <a:gd name="connsiteY160" fmla="*/ 74382 h 94636"/>
                <a:gd name="connsiteX161" fmla="*/ 969656 w 1259071"/>
                <a:gd name="connsiteY161" fmla="*/ 49883 h 94636"/>
                <a:gd name="connsiteX162" fmla="*/ 966658 w 1259071"/>
                <a:gd name="connsiteY162" fmla="*/ 40507 h 94636"/>
                <a:gd name="connsiteX163" fmla="*/ 958192 w 1259071"/>
                <a:gd name="connsiteY163" fmla="*/ 36439 h 94636"/>
                <a:gd name="connsiteX164" fmla="*/ 950167 w 1259071"/>
                <a:gd name="connsiteY164" fmla="*/ 39800 h 94636"/>
                <a:gd name="connsiteX165" fmla="*/ 946640 w 1259071"/>
                <a:gd name="connsiteY165" fmla="*/ 49529 h 94636"/>
                <a:gd name="connsiteX166" fmla="*/ 946640 w 1259071"/>
                <a:gd name="connsiteY166" fmla="*/ 74294 h 94636"/>
                <a:gd name="connsiteX167" fmla="*/ 938880 w 1259071"/>
                <a:gd name="connsiteY167" fmla="*/ 74294 h 94636"/>
                <a:gd name="connsiteX168" fmla="*/ 938880 w 1259071"/>
                <a:gd name="connsiteY168" fmla="*/ 74117 h 94636"/>
                <a:gd name="connsiteX169" fmla="*/ 938880 w 1259071"/>
                <a:gd name="connsiteY169" fmla="*/ 29540 h 94636"/>
                <a:gd name="connsiteX170" fmla="*/ 946111 w 1259071"/>
                <a:gd name="connsiteY170" fmla="*/ 29540 h 94636"/>
                <a:gd name="connsiteX171" fmla="*/ 946111 w 1259071"/>
                <a:gd name="connsiteY171" fmla="*/ 36793 h 94636"/>
                <a:gd name="connsiteX172" fmla="*/ 952195 w 1259071"/>
                <a:gd name="connsiteY172" fmla="*/ 30779 h 94636"/>
                <a:gd name="connsiteX173" fmla="*/ 960308 w 1259071"/>
                <a:gd name="connsiteY173" fmla="*/ 28744 h 94636"/>
                <a:gd name="connsiteX174" fmla="*/ 905900 w 1259071"/>
                <a:gd name="connsiteY174" fmla="*/ 28656 h 94636"/>
                <a:gd name="connsiteX175" fmla="*/ 917275 w 1259071"/>
                <a:gd name="connsiteY175" fmla="*/ 31840 h 94636"/>
                <a:gd name="connsiteX176" fmla="*/ 925388 w 1259071"/>
                <a:gd name="connsiteY176" fmla="*/ 40243 h 94636"/>
                <a:gd name="connsiteX177" fmla="*/ 928386 w 1259071"/>
                <a:gd name="connsiteY177" fmla="*/ 51918 h 94636"/>
                <a:gd name="connsiteX178" fmla="*/ 925300 w 1259071"/>
                <a:gd name="connsiteY178" fmla="*/ 63593 h 94636"/>
                <a:gd name="connsiteX179" fmla="*/ 917187 w 1259071"/>
                <a:gd name="connsiteY179" fmla="*/ 71995 h 94636"/>
                <a:gd name="connsiteX180" fmla="*/ 905812 w 1259071"/>
                <a:gd name="connsiteY180" fmla="*/ 75090 h 94636"/>
                <a:gd name="connsiteX181" fmla="*/ 905724 w 1259071"/>
                <a:gd name="connsiteY181" fmla="*/ 75002 h 94636"/>
                <a:gd name="connsiteX182" fmla="*/ 894436 w 1259071"/>
                <a:gd name="connsiteY182" fmla="*/ 71818 h 94636"/>
                <a:gd name="connsiteX183" fmla="*/ 886323 w 1259071"/>
                <a:gd name="connsiteY183" fmla="*/ 63415 h 94636"/>
                <a:gd name="connsiteX184" fmla="*/ 883325 w 1259071"/>
                <a:gd name="connsiteY184" fmla="*/ 51740 h 94636"/>
                <a:gd name="connsiteX185" fmla="*/ 886411 w 1259071"/>
                <a:gd name="connsiteY185" fmla="*/ 40066 h 94636"/>
                <a:gd name="connsiteX186" fmla="*/ 894612 w 1259071"/>
                <a:gd name="connsiteY186" fmla="*/ 31752 h 94636"/>
                <a:gd name="connsiteX187" fmla="*/ 905900 w 1259071"/>
                <a:gd name="connsiteY187" fmla="*/ 28656 h 94636"/>
                <a:gd name="connsiteX188" fmla="*/ 797259 w 1259071"/>
                <a:gd name="connsiteY188" fmla="*/ 28656 h 94636"/>
                <a:gd name="connsiteX189" fmla="*/ 805548 w 1259071"/>
                <a:gd name="connsiteY189" fmla="*/ 30337 h 94636"/>
                <a:gd name="connsiteX190" fmla="*/ 812249 w 1259071"/>
                <a:gd name="connsiteY190" fmla="*/ 35112 h 94636"/>
                <a:gd name="connsiteX191" fmla="*/ 812249 w 1259071"/>
                <a:gd name="connsiteY191" fmla="*/ 29276 h 94636"/>
                <a:gd name="connsiteX192" fmla="*/ 819393 w 1259071"/>
                <a:gd name="connsiteY192" fmla="*/ 29276 h 94636"/>
                <a:gd name="connsiteX193" fmla="*/ 819393 w 1259071"/>
                <a:gd name="connsiteY193" fmla="*/ 73852 h 94636"/>
                <a:gd name="connsiteX194" fmla="*/ 812162 w 1259071"/>
                <a:gd name="connsiteY194" fmla="*/ 73852 h 94636"/>
                <a:gd name="connsiteX195" fmla="*/ 812162 w 1259071"/>
                <a:gd name="connsiteY195" fmla="*/ 68014 h 94636"/>
                <a:gd name="connsiteX196" fmla="*/ 805460 w 1259071"/>
                <a:gd name="connsiteY196" fmla="*/ 72702 h 94636"/>
                <a:gd name="connsiteX197" fmla="*/ 797170 w 1259071"/>
                <a:gd name="connsiteY197" fmla="*/ 74471 h 94636"/>
                <a:gd name="connsiteX198" fmla="*/ 797082 w 1259071"/>
                <a:gd name="connsiteY198" fmla="*/ 74471 h 94636"/>
                <a:gd name="connsiteX199" fmla="*/ 786412 w 1259071"/>
                <a:gd name="connsiteY199" fmla="*/ 71375 h 94636"/>
                <a:gd name="connsiteX200" fmla="*/ 778740 w 1259071"/>
                <a:gd name="connsiteY200" fmla="*/ 63061 h 94636"/>
                <a:gd name="connsiteX201" fmla="*/ 775918 w 1259071"/>
                <a:gd name="connsiteY201" fmla="*/ 51564 h 94636"/>
                <a:gd name="connsiteX202" fmla="*/ 778829 w 1259071"/>
                <a:gd name="connsiteY202" fmla="*/ 40065 h 94636"/>
                <a:gd name="connsiteX203" fmla="*/ 786589 w 1259071"/>
                <a:gd name="connsiteY203" fmla="*/ 31752 h 94636"/>
                <a:gd name="connsiteX204" fmla="*/ 797259 w 1259071"/>
                <a:gd name="connsiteY204" fmla="*/ 28656 h 94636"/>
                <a:gd name="connsiteX205" fmla="*/ 704580 w 1259071"/>
                <a:gd name="connsiteY205" fmla="*/ 28302 h 94636"/>
                <a:gd name="connsiteX206" fmla="*/ 715955 w 1259071"/>
                <a:gd name="connsiteY206" fmla="*/ 31486 h 94636"/>
                <a:gd name="connsiteX207" fmla="*/ 724068 w 1259071"/>
                <a:gd name="connsiteY207" fmla="*/ 39889 h 94636"/>
                <a:gd name="connsiteX208" fmla="*/ 727066 w 1259071"/>
                <a:gd name="connsiteY208" fmla="*/ 51564 h 94636"/>
                <a:gd name="connsiteX209" fmla="*/ 723980 w 1259071"/>
                <a:gd name="connsiteY209" fmla="*/ 63239 h 94636"/>
                <a:gd name="connsiteX210" fmla="*/ 715867 w 1259071"/>
                <a:gd name="connsiteY210" fmla="*/ 71641 h 94636"/>
                <a:gd name="connsiteX211" fmla="*/ 704492 w 1259071"/>
                <a:gd name="connsiteY211" fmla="*/ 74736 h 94636"/>
                <a:gd name="connsiteX212" fmla="*/ 704404 w 1259071"/>
                <a:gd name="connsiteY212" fmla="*/ 74648 h 94636"/>
                <a:gd name="connsiteX213" fmla="*/ 693116 w 1259071"/>
                <a:gd name="connsiteY213" fmla="*/ 71464 h 94636"/>
                <a:gd name="connsiteX214" fmla="*/ 685003 w 1259071"/>
                <a:gd name="connsiteY214" fmla="*/ 63061 h 94636"/>
                <a:gd name="connsiteX215" fmla="*/ 682005 w 1259071"/>
                <a:gd name="connsiteY215" fmla="*/ 51386 h 94636"/>
                <a:gd name="connsiteX216" fmla="*/ 685091 w 1259071"/>
                <a:gd name="connsiteY216" fmla="*/ 39712 h 94636"/>
                <a:gd name="connsiteX217" fmla="*/ 693292 w 1259071"/>
                <a:gd name="connsiteY217" fmla="*/ 31398 h 94636"/>
                <a:gd name="connsiteX218" fmla="*/ 704580 w 1259071"/>
                <a:gd name="connsiteY218" fmla="*/ 28302 h 94636"/>
                <a:gd name="connsiteX219" fmla="*/ 1203075 w 1259071"/>
                <a:gd name="connsiteY219" fmla="*/ 28213 h 94636"/>
                <a:gd name="connsiteX220" fmla="*/ 1213922 w 1259071"/>
                <a:gd name="connsiteY220" fmla="*/ 31132 h 94636"/>
                <a:gd name="connsiteX221" fmla="*/ 1221770 w 1259071"/>
                <a:gd name="connsiteY221" fmla="*/ 39092 h 94636"/>
                <a:gd name="connsiteX222" fmla="*/ 1224680 w 1259071"/>
                <a:gd name="connsiteY222" fmla="*/ 50413 h 94636"/>
                <a:gd name="connsiteX223" fmla="*/ 1224680 w 1259071"/>
                <a:gd name="connsiteY223" fmla="*/ 53686 h 94636"/>
                <a:gd name="connsiteX224" fmla="*/ 1196814 w 1259071"/>
                <a:gd name="connsiteY224" fmla="*/ 53686 h 94636"/>
                <a:gd name="connsiteX225" fmla="*/ 1193021 w 1259071"/>
                <a:gd name="connsiteY225" fmla="*/ 53509 h 94636"/>
                <a:gd name="connsiteX226" fmla="*/ 1189230 w 1259071"/>
                <a:gd name="connsiteY226" fmla="*/ 53066 h 94636"/>
                <a:gd name="connsiteX227" fmla="*/ 1194345 w 1259071"/>
                <a:gd name="connsiteY227" fmla="*/ 63061 h 94636"/>
                <a:gd name="connsiteX228" fmla="*/ 1204750 w 1259071"/>
                <a:gd name="connsiteY228" fmla="*/ 67130 h 94636"/>
                <a:gd name="connsiteX229" fmla="*/ 1212334 w 1259071"/>
                <a:gd name="connsiteY229" fmla="*/ 65184 h 94636"/>
                <a:gd name="connsiteX230" fmla="*/ 1217977 w 1259071"/>
                <a:gd name="connsiteY230" fmla="*/ 60054 h 94636"/>
                <a:gd name="connsiteX231" fmla="*/ 1220095 w 1259071"/>
                <a:gd name="connsiteY231" fmla="*/ 69164 h 94636"/>
                <a:gd name="connsiteX232" fmla="*/ 1213039 w 1259071"/>
                <a:gd name="connsiteY232" fmla="*/ 73232 h 94636"/>
                <a:gd name="connsiteX233" fmla="*/ 1204662 w 1259071"/>
                <a:gd name="connsiteY233" fmla="*/ 74647 h 94636"/>
                <a:gd name="connsiteX234" fmla="*/ 1192669 w 1259071"/>
                <a:gd name="connsiteY234" fmla="*/ 71463 h 94636"/>
                <a:gd name="connsiteX235" fmla="*/ 1184380 w 1259071"/>
                <a:gd name="connsiteY235" fmla="*/ 62972 h 94636"/>
                <a:gd name="connsiteX236" fmla="*/ 1181382 w 1259071"/>
                <a:gd name="connsiteY236" fmla="*/ 50944 h 94636"/>
                <a:gd name="connsiteX237" fmla="*/ 1184292 w 1259071"/>
                <a:gd name="connsiteY237" fmla="*/ 39446 h 94636"/>
                <a:gd name="connsiteX238" fmla="*/ 1192140 w 1259071"/>
                <a:gd name="connsiteY238" fmla="*/ 31221 h 94636"/>
                <a:gd name="connsiteX239" fmla="*/ 1203075 w 1259071"/>
                <a:gd name="connsiteY239" fmla="*/ 28213 h 94636"/>
                <a:gd name="connsiteX240" fmla="*/ 1126091 w 1259071"/>
                <a:gd name="connsiteY240" fmla="*/ 28213 h 94636"/>
                <a:gd name="connsiteX241" fmla="*/ 1134557 w 1259071"/>
                <a:gd name="connsiteY241" fmla="*/ 30602 h 94636"/>
                <a:gd name="connsiteX242" fmla="*/ 1140818 w 1259071"/>
                <a:gd name="connsiteY242" fmla="*/ 37412 h 94636"/>
                <a:gd name="connsiteX243" fmla="*/ 1143199 w 1259071"/>
                <a:gd name="connsiteY243" fmla="*/ 48202 h 94636"/>
                <a:gd name="connsiteX244" fmla="*/ 1143199 w 1259071"/>
                <a:gd name="connsiteY244" fmla="*/ 73851 h 94636"/>
                <a:gd name="connsiteX245" fmla="*/ 1135439 w 1259071"/>
                <a:gd name="connsiteY245" fmla="*/ 73851 h 94636"/>
                <a:gd name="connsiteX246" fmla="*/ 1135439 w 1259071"/>
                <a:gd name="connsiteY246" fmla="*/ 49352 h 94636"/>
                <a:gd name="connsiteX247" fmla="*/ 1132441 w 1259071"/>
                <a:gd name="connsiteY247" fmla="*/ 39976 h 94636"/>
                <a:gd name="connsiteX248" fmla="*/ 1123975 w 1259071"/>
                <a:gd name="connsiteY248" fmla="*/ 35908 h 94636"/>
                <a:gd name="connsiteX249" fmla="*/ 1115950 w 1259071"/>
                <a:gd name="connsiteY249" fmla="*/ 39269 h 94636"/>
                <a:gd name="connsiteX250" fmla="*/ 1112423 w 1259071"/>
                <a:gd name="connsiteY250" fmla="*/ 48998 h 94636"/>
                <a:gd name="connsiteX251" fmla="*/ 1112423 w 1259071"/>
                <a:gd name="connsiteY251" fmla="*/ 73763 h 94636"/>
                <a:gd name="connsiteX252" fmla="*/ 1104663 w 1259071"/>
                <a:gd name="connsiteY252" fmla="*/ 73763 h 94636"/>
                <a:gd name="connsiteX253" fmla="*/ 1104663 w 1259071"/>
                <a:gd name="connsiteY253" fmla="*/ 73586 h 94636"/>
                <a:gd name="connsiteX254" fmla="*/ 1104663 w 1259071"/>
                <a:gd name="connsiteY254" fmla="*/ 29009 h 94636"/>
                <a:gd name="connsiteX255" fmla="*/ 1111894 w 1259071"/>
                <a:gd name="connsiteY255" fmla="*/ 29009 h 94636"/>
                <a:gd name="connsiteX256" fmla="*/ 1111894 w 1259071"/>
                <a:gd name="connsiteY256" fmla="*/ 36262 h 94636"/>
                <a:gd name="connsiteX257" fmla="*/ 1117978 w 1259071"/>
                <a:gd name="connsiteY257" fmla="*/ 30248 h 94636"/>
                <a:gd name="connsiteX258" fmla="*/ 1126091 w 1259071"/>
                <a:gd name="connsiteY258" fmla="*/ 28213 h 94636"/>
                <a:gd name="connsiteX259" fmla="*/ 655109 w 1259071"/>
                <a:gd name="connsiteY259" fmla="*/ 28213 h 94636"/>
                <a:gd name="connsiteX260" fmla="*/ 663575 w 1259071"/>
                <a:gd name="connsiteY260" fmla="*/ 30602 h 94636"/>
                <a:gd name="connsiteX261" fmla="*/ 669836 w 1259071"/>
                <a:gd name="connsiteY261" fmla="*/ 37412 h 94636"/>
                <a:gd name="connsiteX262" fmla="*/ 672217 w 1259071"/>
                <a:gd name="connsiteY262" fmla="*/ 48202 h 94636"/>
                <a:gd name="connsiteX263" fmla="*/ 672217 w 1259071"/>
                <a:gd name="connsiteY263" fmla="*/ 73851 h 94636"/>
                <a:gd name="connsiteX264" fmla="*/ 664457 w 1259071"/>
                <a:gd name="connsiteY264" fmla="*/ 73851 h 94636"/>
                <a:gd name="connsiteX265" fmla="*/ 664457 w 1259071"/>
                <a:gd name="connsiteY265" fmla="*/ 49352 h 94636"/>
                <a:gd name="connsiteX266" fmla="*/ 661459 w 1259071"/>
                <a:gd name="connsiteY266" fmla="*/ 39976 h 94636"/>
                <a:gd name="connsiteX267" fmla="*/ 652993 w 1259071"/>
                <a:gd name="connsiteY267" fmla="*/ 35908 h 94636"/>
                <a:gd name="connsiteX268" fmla="*/ 644968 w 1259071"/>
                <a:gd name="connsiteY268" fmla="*/ 39269 h 94636"/>
                <a:gd name="connsiteX269" fmla="*/ 641441 w 1259071"/>
                <a:gd name="connsiteY269" fmla="*/ 48998 h 94636"/>
                <a:gd name="connsiteX270" fmla="*/ 641441 w 1259071"/>
                <a:gd name="connsiteY270" fmla="*/ 73763 h 94636"/>
                <a:gd name="connsiteX271" fmla="*/ 633681 w 1259071"/>
                <a:gd name="connsiteY271" fmla="*/ 73763 h 94636"/>
                <a:gd name="connsiteX272" fmla="*/ 633681 w 1259071"/>
                <a:gd name="connsiteY272" fmla="*/ 73586 h 94636"/>
                <a:gd name="connsiteX273" fmla="*/ 633681 w 1259071"/>
                <a:gd name="connsiteY273" fmla="*/ 29009 h 94636"/>
                <a:gd name="connsiteX274" fmla="*/ 640912 w 1259071"/>
                <a:gd name="connsiteY274" fmla="*/ 29009 h 94636"/>
                <a:gd name="connsiteX275" fmla="*/ 640912 w 1259071"/>
                <a:gd name="connsiteY275" fmla="*/ 36262 h 94636"/>
                <a:gd name="connsiteX276" fmla="*/ 646996 w 1259071"/>
                <a:gd name="connsiteY276" fmla="*/ 30248 h 94636"/>
                <a:gd name="connsiteX277" fmla="*/ 655109 w 1259071"/>
                <a:gd name="connsiteY277" fmla="*/ 28213 h 94636"/>
                <a:gd name="connsiteX278" fmla="*/ 603875 w 1259071"/>
                <a:gd name="connsiteY278" fmla="*/ 28125 h 94636"/>
                <a:gd name="connsiteX279" fmla="*/ 612341 w 1259071"/>
                <a:gd name="connsiteY279" fmla="*/ 30514 h 94636"/>
                <a:gd name="connsiteX280" fmla="*/ 618602 w 1259071"/>
                <a:gd name="connsiteY280" fmla="*/ 37324 h 94636"/>
                <a:gd name="connsiteX281" fmla="*/ 620983 w 1259071"/>
                <a:gd name="connsiteY281" fmla="*/ 48114 h 94636"/>
                <a:gd name="connsiteX282" fmla="*/ 620983 w 1259071"/>
                <a:gd name="connsiteY282" fmla="*/ 73763 h 94636"/>
                <a:gd name="connsiteX283" fmla="*/ 613223 w 1259071"/>
                <a:gd name="connsiteY283" fmla="*/ 73763 h 94636"/>
                <a:gd name="connsiteX284" fmla="*/ 613223 w 1259071"/>
                <a:gd name="connsiteY284" fmla="*/ 49264 h 94636"/>
                <a:gd name="connsiteX285" fmla="*/ 610225 w 1259071"/>
                <a:gd name="connsiteY285" fmla="*/ 39888 h 94636"/>
                <a:gd name="connsiteX286" fmla="*/ 601759 w 1259071"/>
                <a:gd name="connsiteY286" fmla="*/ 35820 h 94636"/>
                <a:gd name="connsiteX287" fmla="*/ 593734 w 1259071"/>
                <a:gd name="connsiteY287" fmla="*/ 39181 h 94636"/>
                <a:gd name="connsiteX288" fmla="*/ 590207 w 1259071"/>
                <a:gd name="connsiteY288" fmla="*/ 48910 h 94636"/>
                <a:gd name="connsiteX289" fmla="*/ 590207 w 1259071"/>
                <a:gd name="connsiteY289" fmla="*/ 73675 h 94636"/>
                <a:gd name="connsiteX290" fmla="*/ 582447 w 1259071"/>
                <a:gd name="connsiteY290" fmla="*/ 73675 h 94636"/>
                <a:gd name="connsiteX291" fmla="*/ 582447 w 1259071"/>
                <a:gd name="connsiteY291" fmla="*/ 73498 h 94636"/>
                <a:gd name="connsiteX292" fmla="*/ 582447 w 1259071"/>
                <a:gd name="connsiteY292" fmla="*/ 28921 h 94636"/>
                <a:gd name="connsiteX293" fmla="*/ 589678 w 1259071"/>
                <a:gd name="connsiteY293" fmla="*/ 28921 h 94636"/>
                <a:gd name="connsiteX294" fmla="*/ 589678 w 1259071"/>
                <a:gd name="connsiteY294" fmla="*/ 36174 h 94636"/>
                <a:gd name="connsiteX295" fmla="*/ 595762 w 1259071"/>
                <a:gd name="connsiteY295" fmla="*/ 30160 h 94636"/>
                <a:gd name="connsiteX296" fmla="*/ 603875 w 1259071"/>
                <a:gd name="connsiteY296" fmla="*/ 28125 h 94636"/>
                <a:gd name="connsiteX297" fmla="*/ 1072918 w 1259071"/>
                <a:gd name="connsiteY297" fmla="*/ 27949 h 94636"/>
                <a:gd name="connsiteX298" fmla="*/ 1083765 w 1259071"/>
                <a:gd name="connsiteY298" fmla="*/ 30868 h 94636"/>
                <a:gd name="connsiteX299" fmla="*/ 1091613 w 1259071"/>
                <a:gd name="connsiteY299" fmla="*/ 38828 h 94636"/>
                <a:gd name="connsiteX300" fmla="*/ 1094523 w 1259071"/>
                <a:gd name="connsiteY300" fmla="*/ 50149 h 94636"/>
                <a:gd name="connsiteX301" fmla="*/ 1094523 w 1259071"/>
                <a:gd name="connsiteY301" fmla="*/ 53422 h 94636"/>
                <a:gd name="connsiteX302" fmla="*/ 1066657 w 1259071"/>
                <a:gd name="connsiteY302" fmla="*/ 53422 h 94636"/>
                <a:gd name="connsiteX303" fmla="*/ 1062865 w 1259071"/>
                <a:gd name="connsiteY303" fmla="*/ 53245 h 94636"/>
                <a:gd name="connsiteX304" fmla="*/ 1059073 w 1259071"/>
                <a:gd name="connsiteY304" fmla="*/ 52802 h 94636"/>
                <a:gd name="connsiteX305" fmla="*/ 1064188 w 1259071"/>
                <a:gd name="connsiteY305" fmla="*/ 62797 h 94636"/>
                <a:gd name="connsiteX306" fmla="*/ 1074593 w 1259071"/>
                <a:gd name="connsiteY306" fmla="*/ 66866 h 94636"/>
                <a:gd name="connsiteX307" fmla="*/ 1082178 w 1259071"/>
                <a:gd name="connsiteY307" fmla="*/ 64920 h 94636"/>
                <a:gd name="connsiteX308" fmla="*/ 1087820 w 1259071"/>
                <a:gd name="connsiteY308" fmla="*/ 59790 h 94636"/>
                <a:gd name="connsiteX309" fmla="*/ 1089938 w 1259071"/>
                <a:gd name="connsiteY309" fmla="*/ 68900 h 94636"/>
                <a:gd name="connsiteX310" fmla="*/ 1082882 w 1259071"/>
                <a:gd name="connsiteY310" fmla="*/ 72968 h 94636"/>
                <a:gd name="connsiteX311" fmla="*/ 1074506 w 1259071"/>
                <a:gd name="connsiteY311" fmla="*/ 74383 h 94636"/>
                <a:gd name="connsiteX312" fmla="*/ 1062512 w 1259071"/>
                <a:gd name="connsiteY312" fmla="*/ 71199 h 94636"/>
                <a:gd name="connsiteX313" fmla="*/ 1054223 w 1259071"/>
                <a:gd name="connsiteY313" fmla="*/ 62708 h 94636"/>
                <a:gd name="connsiteX314" fmla="*/ 1051225 w 1259071"/>
                <a:gd name="connsiteY314" fmla="*/ 50680 h 94636"/>
                <a:gd name="connsiteX315" fmla="*/ 1054135 w 1259071"/>
                <a:gd name="connsiteY315" fmla="*/ 39182 h 94636"/>
                <a:gd name="connsiteX316" fmla="*/ 1061983 w 1259071"/>
                <a:gd name="connsiteY316" fmla="*/ 30956 h 94636"/>
                <a:gd name="connsiteX317" fmla="*/ 1072918 w 1259071"/>
                <a:gd name="connsiteY317" fmla="*/ 27949 h 94636"/>
                <a:gd name="connsiteX318" fmla="*/ 1029003 w 1259071"/>
                <a:gd name="connsiteY318" fmla="*/ 27860 h 94636"/>
                <a:gd name="connsiteX319" fmla="*/ 1037645 w 1259071"/>
                <a:gd name="connsiteY319" fmla="*/ 29629 h 94636"/>
                <a:gd name="connsiteX320" fmla="*/ 1044787 w 1259071"/>
                <a:gd name="connsiteY320" fmla="*/ 34140 h 94636"/>
                <a:gd name="connsiteX321" fmla="*/ 1042406 w 1259071"/>
                <a:gd name="connsiteY321" fmla="*/ 44223 h 94636"/>
                <a:gd name="connsiteX322" fmla="*/ 1037027 w 1259071"/>
                <a:gd name="connsiteY322" fmla="*/ 37943 h 94636"/>
                <a:gd name="connsiteX323" fmla="*/ 1028914 w 1259071"/>
                <a:gd name="connsiteY323" fmla="*/ 35378 h 94636"/>
                <a:gd name="connsiteX324" fmla="*/ 1021419 w 1259071"/>
                <a:gd name="connsiteY324" fmla="*/ 37501 h 94636"/>
                <a:gd name="connsiteX325" fmla="*/ 1016040 w 1259071"/>
                <a:gd name="connsiteY325" fmla="*/ 43161 h 94636"/>
                <a:gd name="connsiteX326" fmla="*/ 1014012 w 1259071"/>
                <a:gd name="connsiteY326" fmla="*/ 51034 h 94636"/>
                <a:gd name="connsiteX327" fmla="*/ 1015952 w 1259071"/>
                <a:gd name="connsiteY327" fmla="*/ 58817 h 94636"/>
                <a:gd name="connsiteX328" fmla="*/ 1021331 w 1259071"/>
                <a:gd name="connsiteY328" fmla="*/ 64477 h 94636"/>
                <a:gd name="connsiteX329" fmla="*/ 1028826 w 1259071"/>
                <a:gd name="connsiteY329" fmla="*/ 66599 h 94636"/>
                <a:gd name="connsiteX330" fmla="*/ 1036939 w 1259071"/>
                <a:gd name="connsiteY330" fmla="*/ 64124 h 94636"/>
                <a:gd name="connsiteX331" fmla="*/ 1042318 w 1259071"/>
                <a:gd name="connsiteY331" fmla="*/ 57844 h 94636"/>
                <a:gd name="connsiteX332" fmla="*/ 1044610 w 1259071"/>
                <a:gd name="connsiteY332" fmla="*/ 67926 h 94636"/>
                <a:gd name="connsiteX333" fmla="*/ 1037468 w 1259071"/>
                <a:gd name="connsiteY333" fmla="*/ 72437 h 94636"/>
                <a:gd name="connsiteX334" fmla="*/ 1028826 w 1259071"/>
                <a:gd name="connsiteY334" fmla="*/ 74118 h 94636"/>
                <a:gd name="connsiteX335" fmla="*/ 1028914 w 1259071"/>
                <a:gd name="connsiteY335" fmla="*/ 74294 h 94636"/>
                <a:gd name="connsiteX336" fmla="*/ 1017539 w 1259071"/>
                <a:gd name="connsiteY336" fmla="*/ 71110 h 94636"/>
                <a:gd name="connsiteX337" fmla="*/ 1009338 w 1259071"/>
                <a:gd name="connsiteY337" fmla="*/ 62708 h 94636"/>
                <a:gd name="connsiteX338" fmla="*/ 1006340 w 1259071"/>
                <a:gd name="connsiteY338" fmla="*/ 51034 h 94636"/>
                <a:gd name="connsiteX339" fmla="*/ 1009426 w 1259071"/>
                <a:gd name="connsiteY339" fmla="*/ 39358 h 94636"/>
                <a:gd name="connsiteX340" fmla="*/ 1017627 w 1259071"/>
                <a:gd name="connsiteY340" fmla="*/ 30956 h 94636"/>
                <a:gd name="connsiteX341" fmla="*/ 1029003 w 1259071"/>
                <a:gd name="connsiteY341" fmla="*/ 27860 h 94636"/>
                <a:gd name="connsiteX342" fmla="*/ 195412 w 1259071"/>
                <a:gd name="connsiteY342" fmla="*/ 26799 h 94636"/>
                <a:gd name="connsiteX343" fmla="*/ 203172 w 1259071"/>
                <a:gd name="connsiteY343" fmla="*/ 26799 h 94636"/>
                <a:gd name="connsiteX344" fmla="*/ 203172 w 1259071"/>
                <a:gd name="connsiteY344" fmla="*/ 71376 h 94636"/>
                <a:gd name="connsiteX345" fmla="*/ 195412 w 1259071"/>
                <a:gd name="connsiteY345" fmla="*/ 71376 h 94636"/>
                <a:gd name="connsiteX346" fmla="*/ 1147 w 1259071"/>
                <a:gd name="connsiteY346" fmla="*/ 26533 h 94636"/>
                <a:gd name="connsiteX347" fmla="*/ 8907 w 1259071"/>
                <a:gd name="connsiteY347" fmla="*/ 26533 h 94636"/>
                <a:gd name="connsiteX348" fmla="*/ 8907 w 1259071"/>
                <a:gd name="connsiteY348" fmla="*/ 71110 h 94636"/>
                <a:gd name="connsiteX349" fmla="*/ 1147 w 1259071"/>
                <a:gd name="connsiteY349" fmla="*/ 71110 h 94636"/>
                <a:gd name="connsiteX350" fmla="*/ 436152 w 1259071"/>
                <a:gd name="connsiteY350" fmla="*/ 26268 h 94636"/>
                <a:gd name="connsiteX351" fmla="*/ 446999 w 1259071"/>
                <a:gd name="connsiteY351" fmla="*/ 29187 h 94636"/>
                <a:gd name="connsiteX352" fmla="*/ 454847 w 1259071"/>
                <a:gd name="connsiteY352" fmla="*/ 37147 h 94636"/>
                <a:gd name="connsiteX353" fmla="*/ 457757 w 1259071"/>
                <a:gd name="connsiteY353" fmla="*/ 48468 h 94636"/>
                <a:gd name="connsiteX354" fmla="*/ 457757 w 1259071"/>
                <a:gd name="connsiteY354" fmla="*/ 51741 h 94636"/>
                <a:gd name="connsiteX355" fmla="*/ 429891 w 1259071"/>
                <a:gd name="connsiteY355" fmla="*/ 51741 h 94636"/>
                <a:gd name="connsiteX356" fmla="*/ 426099 w 1259071"/>
                <a:gd name="connsiteY356" fmla="*/ 51563 h 94636"/>
                <a:gd name="connsiteX357" fmla="*/ 422307 w 1259071"/>
                <a:gd name="connsiteY357" fmla="*/ 51121 h 94636"/>
                <a:gd name="connsiteX358" fmla="*/ 427422 w 1259071"/>
                <a:gd name="connsiteY358" fmla="*/ 61116 h 94636"/>
                <a:gd name="connsiteX359" fmla="*/ 437827 w 1259071"/>
                <a:gd name="connsiteY359" fmla="*/ 65185 h 94636"/>
                <a:gd name="connsiteX360" fmla="*/ 445412 w 1259071"/>
                <a:gd name="connsiteY360" fmla="*/ 63239 h 94636"/>
                <a:gd name="connsiteX361" fmla="*/ 451055 w 1259071"/>
                <a:gd name="connsiteY361" fmla="*/ 58109 h 94636"/>
                <a:gd name="connsiteX362" fmla="*/ 453172 w 1259071"/>
                <a:gd name="connsiteY362" fmla="*/ 67219 h 94636"/>
                <a:gd name="connsiteX363" fmla="*/ 446116 w 1259071"/>
                <a:gd name="connsiteY363" fmla="*/ 71287 h 94636"/>
                <a:gd name="connsiteX364" fmla="*/ 437739 w 1259071"/>
                <a:gd name="connsiteY364" fmla="*/ 72702 h 94636"/>
                <a:gd name="connsiteX365" fmla="*/ 425746 w 1259071"/>
                <a:gd name="connsiteY365" fmla="*/ 69518 h 94636"/>
                <a:gd name="connsiteX366" fmla="*/ 417457 w 1259071"/>
                <a:gd name="connsiteY366" fmla="*/ 61027 h 94636"/>
                <a:gd name="connsiteX367" fmla="*/ 414459 w 1259071"/>
                <a:gd name="connsiteY367" fmla="*/ 48999 h 94636"/>
                <a:gd name="connsiteX368" fmla="*/ 417369 w 1259071"/>
                <a:gd name="connsiteY368" fmla="*/ 37501 h 94636"/>
                <a:gd name="connsiteX369" fmla="*/ 425217 w 1259071"/>
                <a:gd name="connsiteY369" fmla="*/ 29275 h 94636"/>
                <a:gd name="connsiteX370" fmla="*/ 436152 w 1259071"/>
                <a:gd name="connsiteY370" fmla="*/ 26268 h 94636"/>
                <a:gd name="connsiteX371" fmla="*/ 342765 w 1259071"/>
                <a:gd name="connsiteY371" fmla="*/ 26268 h 94636"/>
                <a:gd name="connsiteX372" fmla="*/ 351231 w 1259071"/>
                <a:gd name="connsiteY372" fmla="*/ 28656 h 94636"/>
                <a:gd name="connsiteX373" fmla="*/ 357492 w 1259071"/>
                <a:gd name="connsiteY373" fmla="*/ 35467 h 94636"/>
                <a:gd name="connsiteX374" fmla="*/ 359873 w 1259071"/>
                <a:gd name="connsiteY374" fmla="*/ 46257 h 94636"/>
                <a:gd name="connsiteX375" fmla="*/ 359873 w 1259071"/>
                <a:gd name="connsiteY375" fmla="*/ 71906 h 94636"/>
                <a:gd name="connsiteX376" fmla="*/ 352113 w 1259071"/>
                <a:gd name="connsiteY376" fmla="*/ 71906 h 94636"/>
                <a:gd name="connsiteX377" fmla="*/ 352113 w 1259071"/>
                <a:gd name="connsiteY377" fmla="*/ 47407 h 94636"/>
                <a:gd name="connsiteX378" fmla="*/ 349115 w 1259071"/>
                <a:gd name="connsiteY378" fmla="*/ 38031 h 94636"/>
                <a:gd name="connsiteX379" fmla="*/ 340649 w 1259071"/>
                <a:gd name="connsiteY379" fmla="*/ 33963 h 94636"/>
                <a:gd name="connsiteX380" fmla="*/ 332624 w 1259071"/>
                <a:gd name="connsiteY380" fmla="*/ 37324 h 94636"/>
                <a:gd name="connsiteX381" fmla="*/ 329097 w 1259071"/>
                <a:gd name="connsiteY381" fmla="*/ 47053 h 94636"/>
                <a:gd name="connsiteX382" fmla="*/ 329097 w 1259071"/>
                <a:gd name="connsiteY382" fmla="*/ 71818 h 94636"/>
                <a:gd name="connsiteX383" fmla="*/ 321337 w 1259071"/>
                <a:gd name="connsiteY383" fmla="*/ 71818 h 94636"/>
                <a:gd name="connsiteX384" fmla="*/ 321337 w 1259071"/>
                <a:gd name="connsiteY384" fmla="*/ 71641 h 94636"/>
                <a:gd name="connsiteX385" fmla="*/ 321337 w 1259071"/>
                <a:gd name="connsiteY385" fmla="*/ 27064 h 94636"/>
                <a:gd name="connsiteX386" fmla="*/ 328568 w 1259071"/>
                <a:gd name="connsiteY386" fmla="*/ 27064 h 94636"/>
                <a:gd name="connsiteX387" fmla="*/ 328568 w 1259071"/>
                <a:gd name="connsiteY387" fmla="*/ 34317 h 94636"/>
                <a:gd name="connsiteX388" fmla="*/ 334652 w 1259071"/>
                <a:gd name="connsiteY388" fmla="*/ 28302 h 94636"/>
                <a:gd name="connsiteX389" fmla="*/ 342765 w 1259071"/>
                <a:gd name="connsiteY389" fmla="*/ 26268 h 94636"/>
                <a:gd name="connsiteX390" fmla="*/ 235272 w 1259071"/>
                <a:gd name="connsiteY390" fmla="*/ 26268 h 94636"/>
                <a:gd name="connsiteX391" fmla="*/ 243561 w 1259071"/>
                <a:gd name="connsiteY391" fmla="*/ 27948 h 94636"/>
                <a:gd name="connsiteX392" fmla="*/ 250262 w 1259071"/>
                <a:gd name="connsiteY392" fmla="*/ 32725 h 94636"/>
                <a:gd name="connsiteX393" fmla="*/ 250262 w 1259071"/>
                <a:gd name="connsiteY393" fmla="*/ 26887 h 94636"/>
                <a:gd name="connsiteX394" fmla="*/ 257406 w 1259071"/>
                <a:gd name="connsiteY394" fmla="*/ 26887 h 94636"/>
                <a:gd name="connsiteX395" fmla="*/ 257406 w 1259071"/>
                <a:gd name="connsiteY395" fmla="*/ 71464 h 94636"/>
                <a:gd name="connsiteX396" fmla="*/ 254055 w 1259071"/>
                <a:gd name="connsiteY396" fmla="*/ 83935 h 94636"/>
                <a:gd name="connsiteX397" fmla="*/ 245501 w 1259071"/>
                <a:gd name="connsiteY397" fmla="*/ 91895 h 94636"/>
                <a:gd name="connsiteX398" fmla="*/ 234125 w 1259071"/>
                <a:gd name="connsiteY398" fmla="*/ 94636 h 94636"/>
                <a:gd name="connsiteX399" fmla="*/ 234038 w 1259071"/>
                <a:gd name="connsiteY399" fmla="*/ 94636 h 94636"/>
                <a:gd name="connsiteX400" fmla="*/ 225131 w 1259071"/>
                <a:gd name="connsiteY400" fmla="*/ 93133 h 94636"/>
                <a:gd name="connsiteX401" fmla="*/ 217987 w 1259071"/>
                <a:gd name="connsiteY401" fmla="*/ 89064 h 94636"/>
                <a:gd name="connsiteX402" fmla="*/ 220105 w 1259071"/>
                <a:gd name="connsiteY402" fmla="*/ 79955 h 94636"/>
                <a:gd name="connsiteX403" fmla="*/ 225748 w 1259071"/>
                <a:gd name="connsiteY403" fmla="*/ 85173 h 94636"/>
                <a:gd name="connsiteX404" fmla="*/ 233949 w 1259071"/>
                <a:gd name="connsiteY404" fmla="*/ 87207 h 94636"/>
                <a:gd name="connsiteX405" fmla="*/ 245589 w 1259071"/>
                <a:gd name="connsiteY405" fmla="*/ 82697 h 94636"/>
                <a:gd name="connsiteX406" fmla="*/ 250086 w 1259071"/>
                <a:gd name="connsiteY406" fmla="*/ 71021 h 94636"/>
                <a:gd name="connsiteX407" fmla="*/ 250086 w 1259071"/>
                <a:gd name="connsiteY407" fmla="*/ 65626 h 94636"/>
                <a:gd name="connsiteX408" fmla="*/ 243385 w 1259071"/>
                <a:gd name="connsiteY408" fmla="*/ 70314 h 94636"/>
                <a:gd name="connsiteX409" fmla="*/ 235095 w 1259071"/>
                <a:gd name="connsiteY409" fmla="*/ 72083 h 94636"/>
                <a:gd name="connsiteX410" fmla="*/ 224425 w 1259071"/>
                <a:gd name="connsiteY410" fmla="*/ 68988 h 94636"/>
                <a:gd name="connsiteX411" fmla="*/ 216753 w 1259071"/>
                <a:gd name="connsiteY411" fmla="*/ 60673 h 94636"/>
                <a:gd name="connsiteX412" fmla="*/ 213931 w 1259071"/>
                <a:gd name="connsiteY412" fmla="*/ 49176 h 94636"/>
                <a:gd name="connsiteX413" fmla="*/ 216842 w 1259071"/>
                <a:gd name="connsiteY413" fmla="*/ 37677 h 94636"/>
                <a:gd name="connsiteX414" fmla="*/ 224602 w 1259071"/>
                <a:gd name="connsiteY414" fmla="*/ 29364 h 94636"/>
                <a:gd name="connsiteX415" fmla="*/ 235272 w 1259071"/>
                <a:gd name="connsiteY415" fmla="*/ 26268 h 94636"/>
                <a:gd name="connsiteX416" fmla="*/ 392325 w 1259071"/>
                <a:gd name="connsiteY416" fmla="*/ 26180 h 94636"/>
                <a:gd name="connsiteX417" fmla="*/ 400967 w 1259071"/>
                <a:gd name="connsiteY417" fmla="*/ 27949 h 94636"/>
                <a:gd name="connsiteX418" fmla="*/ 408109 w 1259071"/>
                <a:gd name="connsiteY418" fmla="*/ 32460 h 94636"/>
                <a:gd name="connsiteX419" fmla="*/ 405728 w 1259071"/>
                <a:gd name="connsiteY419" fmla="*/ 42543 h 94636"/>
                <a:gd name="connsiteX420" fmla="*/ 400349 w 1259071"/>
                <a:gd name="connsiteY420" fmla="*/ 36264 h 94636"/>
                <a:gd name="connsiteX421" fmla="*/ 392236 w 1259071"/>
                <a:gd name="connsiteY421" fmla="*/ 33698 h 94636"/>
                <a:gd name="connsiteX422" fmla="*/ 384741 w 1259071"/>
                <a:gd name="connsiteY422" fmla="*/ 35821 h 94636"/>
                <a:gd name="connsiteX423" fmla="*/ 379362 w 1259071"/>
                <a:gd name="connsiteY423" fmla="*/ 41481 h 94636"/>
                <a:gd name="connsiteX424" fmla="*/ 377334 w 1259071"/>
                <a:gd name="connsiteY424" fmla="*/ 49353 h 94636"/>
                <a:gd name="connsiteX425" fmla="*/ 379274 w 1259071"/>
                <a:gd name="connsiteY425" fmla="*/ 57137 h 94636"/>
                <a:gd name="connsiteX426" fmla="*/ 384653 w 1259071"/>
                <a:gd name="connsiteY426" fmla="*/ 62797 h 94636"/>
                <a:gd name="connsiteX427" fmla="*/ 392148 w 1259071"/>
                <a:gd name="connsiteY427" fmla="*/ 64920 h 94636"/>
                <a:gd name="connsiteX428" fmla="*/ 400261 w 1259071"/>
                <a:gd name="connsiteY428" fmla="*/ 62444 h 94636"/>
                <a:gd name="connsiteX429" fmla="*/ 405640 w 1259071"/>
                <a:gd name="connsiteY429" fmla="*/ 56164 h 94636"/>
                <a:gd name="connsiteX430" fmla="*/ 407932 w 1259071"/>
                <a:gd name="connsiteY430" fmla="*/ 66246 h 94636"/>
                <a:gd name="connsiteX431" fmla="*/ 400790 w 1259071"/>
                <a:gd name="connsiteY431" fmla="*/ 70757 h 94636"/>
                <a:gd name="connsiteX432" fmla="*/ 392148 w 1259071"/>
                <a:gd name="connsiteY432" fmla="*/ 72438 h 94636"/>
                <a:gd name="connsiteX433" fmla="*/ 392236 w 1259071"/>
                <a:gd name="connsiteY433" fmla="*/ 72614 h 94636"/>
                <a:gd name="connsiteX434" fmla="*/ 380861 w 1259071"/>
                <a:gd name="connsiteY434" fmla="*/ 69430 h 94636"/>
                <a:gd name="connsiteX435" fmla="*/ 372660 w 1259071"/>
                <a:gd name="connsiteY435" fmla="*/ 61028 h 94636"/>
                <a:gd name="connsiteX436" fmla="*/ 369662 w 1259071"/>
                <a:gd name="connsiteY436" fmla="*/ 49353 h 94636"/>
                <a:gd name="connsiteX437" fmla="*/ 372748 w 1259071"/>
                <a:gd name="connsiteY437" fmla="*/ 37679 h 94636"/>
                <a:gd name="connsiteX438" fmla="*/ 380949 w 1259071"/>
                <a:gd name="connsiteY438" fmla="*/ 29276 h 94636"/>
                <a:gd name="connsiteX439" fmla="*/ 392325 w 1259071"/>
                <a:gd name="connsiteY439" fmla="*/ 26180 h 94636"/>
                <a:gd name="connsiteX440" fmla="*/ 289592 w 1259071"/>
                <a:gd name="connsiteY440" fmla="*/ 26002 h 94636"/>
                <a:gd name="connsiteX441" fmla="*/ 300439 w 1259071"/>
                <a:gd name="connsiteY441" fmla="*/ 28921 h 94636"/>
                <a:gd name="connsiteX442" fmla="*/ 308287 w 1259071"/>
                <a:gd name="connsiteY442" fmla="*/ 36881 h 94636"/>
                <a:gd name="connsiteX443" fmla="*/ 311197 w 1259071"/>
                <a:gd name="connsiteY443" fmla="*/ 48202 h 94636"/>
                <a:gd name="connsiteX444" fmla="*/ 311197 w 1259071"/>
                <a:gd name="connsiteY444" fmla="*/ 51475 h 94636"/>
                <a:gd name="connsiteX445" fmla="*/ 283331 w 1259071"/>
                <a:gd name="connsiteY445" fmla="*/ 51475 h 94636"/>
                <a:gd name="connsiteX446" fmla="*/ 279539 w 1259071"/>
                <a:gd name="connsiteY446" fmla="*/ 51298 h 94636"/>
                <a:gd name="connsiteX447" fmla="*/ 275747 w 1259071"/>
                <a:gd name="connsiteY447" fmla="*/ 50855 h 94636"/>
                <a:gd name="connsiteX448" fmla="*/ 280862 w 1259071"/>
                <a:gd name="connsiteY448" fmla="*/ 60850 h 94636"/>
                <a:gd name="connsiteX449" fmla="*/ 291267 w 1259071"/>
                <a:gd name="connsiteY449" fmla="*/ 64919 h 94636"/>
                <a:gd name="connsiteX450" fmla="*/ 298851 w 1259071"/>
                <a:gd name="connsiteY450" fmla="*/ 62973 h 94636"/>
                <a:gd name="connsiteX451" fmla="*/ 304495 w 1259071"/>
                <a:gd name="connsiteY451" fmla="*/ 57843 h 94636"/>
                <a:gd name="connsiteX452" fmla="*/ 306612 w 1259071"/>
                <a:gd name="connsiteY452" fmla="*/ 66953 h 94636"/>
                <a:gd name="connsiteX453" fmla="*/ 299556 w 1259071"/>
                <a:gd name="connsiteY453" fmla="*/ 71021 h 94636"/>
                <a:gd name="connsiteX454" fmla="*/ 291179 w 1259071"/>
                <a:gd name="connsiteY454" fmla="*/ 72436 h 94636"/>
                <a:gd name="connsiteX455" fmla="*/ 279186 w 1259071"/>
                <a:gd name="connsiteY455" fmla="*/ 69252 h 94636"/>
                <a:gd name="connsiteX456" fmla="*/ 270897 w 1259071"/>
                <a:gd name="connsiteY456" fmla="*/ 60761 h 94636"/>
                <a:gd name="connsiteX457" fmla="*/ 267899 w 1259071"/>
                <a:gd name="connsiteY457" fmla="*/ 48733 h 94636"/>
                <a:gd name="connsiteX458" fmla="*/ 270809 w 1259071"/>
                <a:gd name="connsiteY458" fmla="*/ 37235 h 94636"/>
                <a:gd name="connsiteX459" fmla="*/ 278657 w 1259071"/>
                <a:gd name="connsiteY459" fmla="*/ 29010 h 94636"/>
                <a:gd name="connsiteX460" fmla="*/ 289592 w 1259071"/>
                <a:gd name="connsiteY460" fmla="*/ 26002 h 94636"/>
                <a:gd name="connsiteX461" fmla="*/ 120987 w 1259071"/>
                <a:gd name="connsiteY461" fmla="*/ 25738 h 94636"/>
                <a:gd name="connsiteX462" fmla="*/ 131834 w 1259071"/>
                <a:gd name="connsiteY462" fmla="*/ 28656 h 94636"/>
                <a:gd name="connsiteX463" fmla="*/ 139682 w 1259071"/>
                <a:gd name="connsiteY463" fmla="*/ 36617 h 94636"/>
                <a:gd name="connsiteX464" fmla="*/ 142592 w 1259071"/>
                <a:gd name="connsiteY464" fmla="*/ 47938 h 94636"/>
                <a:gd name="connsiteX465" fmla="*/ 142592 w 1259071"/>
                <a:gd name="connsiteY465" fmla="*/ 51211 h 94636"/>
                <a:gd name="connsiteX466" fmla="*/ 114726 w 1259071"/>
                <a:gd name="connsiteY466" fmla="*/ 51211 h 94636"/>
                <a:gd name="connsiteX467" fmla="*/ 110934 w 1259071"/>
                <a:gd name="connsiteY467" fmla="*/ 51034 h 94636"/>
                <a:gd name="connsiteX468" fmla="*/ 107142 w 1259071"/>
                <a:gd name="connsiteY468" fmla="*/ 50591 h 94636"/>
                <a:gd name="connsiteX469" fmla="*/ 112257 w 1259071"/>
                <a:gd name="connsiteY469" fmla="*/ 60586 h 94636"/>
                <a:gd name="connsiteX470" fmla="*/ 122662 w 1259071"/>
                <a:gd name="connsiteY470" fmla="*/ 64655 h 94636"/>
                <a:gd name="connsiteX471" fmla="*/ 130246 w 1259071"/>
                <a:gd name="connsiteY471" fmla="*/ 62709 h 94636"/>
                <a:gd name="connsiteX472" fmla="*/ 135889 w 1259071"/>
                <a:gd name="connsiteY472" fmla="*/ 57579 h 94636"/>
                <a:gd name="connsiteX473" fmla="*/ 138007 w 1259071"/>
                <a:gd name="connsiteY473" fmla="*/ 66689 h 94636"/>
                <a:gd name="connsiteX474" fmla="*/ 130951 w 1259071"/>
                <a:gd name="connsiteY474" fmla="*/ 70757 h 94636"/>
                <a:gd name="connsiteX475" fmla="*/ 122574 w 1259071"/>
                <a:gd name="connsiteY475" fmla="*/ 72172 h 94636"/>
                <a:gd name="connsiteX476" fmla="*/ 110581 w 1259071"/>
                <a:gd name="connsiteY476" fmla="*/ 68988 h 94636"/>
                <a:gd name="connsiteX477" fmla="*/ 102292 w 1259071"/>
                <a:gd name="connsiteY477" fmla="*/ 60497 h 94636"/>
                <a:gd name="connsiteX478" fmla="*/ 99294 w 1259071"/>
                <a:gd name="connsiteY478" fmla="*/ 48469 h 94636"/>
                <a:gd name="connsiteX479" fmla="*/ 102204 w 1259071"/>
                <a:gd name="connsiteY479" fmla="*/ 36971 h 94636"/>
                <a:gd name="connsiteX480" fmla="*/ 110052 w 1259071"/>
                <a:gd name="connsiteY480" fmla="*/ 28745 h 94636"/>
                <a:gd name="connsiteX481" fmla="*/ 120987 w 1259071"/>
                <a:gd name="connsiteY481" fmla="*/ 25738 h 94636"/>
                <a:gd name="connsiteX482" fmla="*/ 43915 w 1259071"/>
                <a:gd name="connsiteY482" fmla="*/ 25738 h 94636"/>
                <a:gd name="connsiteX483" fmla="*/ 52381 w 1259071"/>
                <a:gd name="connsiteY483" fmla="*/ 28126 h 94636"/>
                <a:gd name="connsiteX484" fmla="*/ 58642 w 1259071"/>
                <a:gd name="connsiteY484" fmla="*/ 34937 h 94636"/>
                <a:gd name="connsiteX485" fmla="*/ 61023 w 1259071"/>
                <a:gd name="connsiteY485" fmla="*/ 45726 h 94636"/>
                <a:gd name="connsiteX486" fmla="*/ 61023 w 1259071"/>
                <a:gd name="connsiteY486" fmla="*/ 71376 h 94636"/>
                <a:gd name="connsiteX487" fmla="*/ 53263 w 1259071"/>
                <a:gd name="connsiteY487" fmla="*/ 71376 h 94636"/>
                <a:gd name="connsiteX488" fmla="*/ 53263 w 1259071"/>
                <a:gd name="connsiteY488" fmla="*/ 46877 h 94636"/>
                <a:gd name="connsiteX489" fmla="*/ 50265 w 1259071"/>
                <a:gd name="connsiteY489" fmla="*/ 37501 h 94636"/>
                <a:gd name="connsiteX490" fmla="*/ 41799 w 1259071"/>
                <a:gd name="connsiteY490" fmla="*/ 33433 h 94636"/>
                <a:gd name="connsiteX491" fmla="*/ 33774 w 1259071"/>
                <a:gd name="connsiteY491" fmla="*/ 36794 h 94636"/>
                <a:gd name="connsiteX492" fmla="*/ 30247 w 1259071"/>
                <a:gd name="connsiteY492" fmla="*/ 46523 h 94636"/>
                <a:gd name="connsiteX493" fmla="*/ 30247 w 1259071"/>
                <a:gd name="connsiteY493" fmla="*/ 71288 h 94636"/>
                <a:gd name="connsiteX494" fmla="*/ 22487 w 1259071"/>
                <a:gd name="connsiteY494" fmla="*/ 71288 h 94636"/>
                <a:gd name="connsiteX495" fmla="*/ 22487 w 1259071"/>
                <a:gd name="connsiteY495" fmla="*/ 71111 h 94636"/>
                <a:gd name="connsiteX496" fmla="*/ 22487 w 1259071"/>
                <a:gd name="connsiteY496" fmla="*/ 26534 h 94636"/>
                <a:gd name="connsiteX497" fmla="*/ 29718 w 1259071"/>
                <a:gd name="connsiteY497" fmla="*/ 26534 h 94636"/>
                <a:gd name="connsiteX498" fmla="*/ 29718 w 1259071"/>
                <a:gd name="connsiteY498" fmla="*/ 33787 h 94636"/>
                <a:gd name="connsiteX499" fmla="*/ 35802 w 1259071"/>
                <a:gd name="connsiteY499" fmla="*/ 27772 h 94636"/>
                <a:gd name="connsiteX500" fmla="*/ 43915 w 1259071"/>
                <a:gd name="connsiteY500" fmla="*/ 25738 h 94636"/>
                <a:gd name="connsiteX501" fmla="*/ 504141 w 1259071"/>
                <a:gd name="connsiteY501" fmla="*/ 22110 h 94636"/>
                <a:gd name="connsiteX502" fmla="*/ 499907 w 1259071"/>
                <a:gd name="connsiteY502" fmla="*/ 23968 h 94636"/>
                <a:gd name="connsiteX503" fmla="*/ 498232 w 1259071"/>
                <a:gd name="connsiteY503" fmla="*/ 28390 h 94636"/>
                <a:gd name="connsiteX504" fmla="*/ 499114 w 1259071"/>
                <a:gd name="connsiteY504" fmla="*/ 31575 h 94636"/>
                <a:gd name="connsiteX505" fmla="*/ 501054 w 1259071"/>
                <a:gd name="connsiteY505" fmla="*/ 34848 h 94636"/>
                <a:gd name="connsiteX506" fmla="*/ 502641 w 1259071"/>
                <a:gd name="connsiteY506" fmla="*/ 37235 h 94636"/>
                <a:gd name="connsiteX507" fmla="*/ 502641 w 1259071"/>
                <a:gd name="connsiteY507" fmla="*/ 37147 h 94636"/>
                <a:gd name="connsiteX508" fmla="*/ 505022 w 1259071"/>
                <a:gd name="connsiteY508" fmla="*/ 35909 h 94636"/>
                <a:gd name="connsiteX509" fmla="*/ 507051 w 1259071"/>
                <a:gd name="connsiteY509" fmla="*/ 34671 h 94636"/>
                <a:gd name="connsiteX510" fmla="*/ 509255 w 1259071"/>
                <a:gd name="connsiteY510" fmla="*/ 32282 h 94636"/>
                <a:gd name="connsiteX511" fmla="*/ 510226 w 1259071"/>
                <a:gd name="connsiteY511" fmla="*/ 28568 h 94636"/>
                <a:gd name="connsiteX512" fmla="*/ 508461 w 1259071"/>
                <a:gd name="connsiteY512" fmla="*/ 23968 h 94636"/>
                <a:gd name="connsiteX513" fmla="*/ 504141 w 1259071"/>
                <a:gd name="connsiteY513" fmla="*/ 22110 h 94636"/>
                <a:gd name="connsiteX514" fmla="*/ 868732 w 1259071"/>
                <a:gd name="connsiteY514" fmla="*/ 21384 h 94636"/>
                <a:gd name="connsiteX515" fmla="*/ 868775 w 1259071"/>
                <a:gd name="connsiteY515" fmla="*/ 21403 h 94636"/>
                <a:gd name="connsiteX516" fmla="*/ 868687 w 1259071"/>
                <a:gd name="connsiteY516" fmla="*/ 21403 h 94636"/>
                <a:gd name="connsiteX517" fmla="*/ 564942 w 1259071"/>
                <a:gd name="connsiteY517" fmla="*/ 20853 h 94636"/>
                <a:gd name="connsiteX518" fmla="*/ 564985 w 1259071"/>
                <a:gd name="connsiteY518" fmla="*/ 20872 h 94636"/>
                <a:gd name="connsiteX519" fmla="*/ 564897 w 1259071"/>
                <a:gd name="connsiteY519" fmla="*/ 20872 h 94636"/>
                <a:gd name="connsiteX520" fmla="*/ 199337 w 1259071"/>
                <a:gd name="connsiteY520" fmla="*/ 18731 h 94636"/>
                <a:gd name="connsiteX521" fmla="*/ 199380 w 1259071"/>
                <a:gd name="connsiteY521" fmla="*/ 18750 h 94636"/>
                <a:gd name="connsiteX522" fmla="*/ 199292 w 1259071"/>
                <a:gd name="connsiteY522" fmla="*/ 18750 h 94636"/>
                <a:gd name="connsiteX523" fmla="*/ 5071 w 1259071"/>
                <a:gd name="connsiteY523" fmla="*/ 18465 h 94636"/>
                <a:gd name="connsiteX524" fmla="*/ 5114 w 1259071"/>
                <a:gd name="connsiteY524" fmla="*/ 18484 h 94636"/>
                <a:gd name="connsiteX525" fmla="*/ 5026 w 1259071"/>
                <a:gd name="connsiteY525" fmla="*/ 18484 h 94636"/>
                <a:gd name="connsiteX526" fmla="*/ 504229 w 1259071"/>
                <a:gd name="connsiteY526" fmla="*/ 15920 h 94636"/>
                <a:gd name="connsiteX527" fmla="*/ 510401 w 1259071"/>
                <a:gd name="connsiteY527" fmla="*/ 17600 h 94636"/>
                <a:gd name="connsiteX528" fmla="*/ 514899 w 1259071"/>
                <a:gd name="connsiteY528" fmla="*/ 22110 h 94636"/>
                <a:gd name="connsiteX529" fmla="*/ 516574 w 1259071"/>
                <a:gd name="connsiteY529" fmla="*/ 28479 h 94636"/>
                <a:gd name="connsiteX530" fmla="*/ 514899 w 1259071"/>
                <a:gd name="connsiteY530" fmla="*/ 34759 h 94636"/>
                <a:gd name="connsiteX531" fmla="*/ 511107 w 1259071"/>
                <a:gd name="connsiteY531" fmla="*/ 38650 h 94636"/>
                <a:gd name="connsiteX532" fmla="*/ 507844 w 1259071"/>
                <a:gd name="connsiteY532" fmla="*/ 40685 h 94636"/>
                <a:gd name="connsiteX533" fmla="*/ 505904 w 1259071"/>
                <a:gd name="connsiteY533" fmla="*/ 41746 h 94636"/>
                <a:gd name="connsiteX534" fmla="*/ 518074 w 1259071"/>
                <a:gd name="connsiteY534" fmla="*/ 59435 h 94636"/>
                <a:gd name="connsiteX535" fmla="*/ 522482 w 1259071"/>
                <a:gd name="connsiteY535" fmla="*/ 48468 h 94636"/>
                <a:gd name="connsiteX536" fmla="*/ 527156 w 1259071"/>
                <a:gd name="connsiteY536" fmla="*/ 55190 h 94636"/>
                <a:gd name="connsiteX537" fmla="*/ 521336 w 1259071"/>
                <a:gd name="connsiteY537" fmla="*/ 64653 h 94636"/>
                <a:gd name="connsiteX538" fmla="*/ 526275 w 1259071"/>
                <a:gd name="connsiteY538" fmla="*/ 71729 h 94636"/>
                <a:gd name="connsiteX539" fmla="*/ 518778 w 1259071"/>
                <a:gd name="connsiteY539" fmla="*/ 71729 h 94636"/>
                <a:gd name="connsiteX540" fmla="*/ 516398 w 1259071"/>
                <a:gd name="connsiteY540" fmla="*/ 68368 h 94636"/>
                <a:gd name="connsiteX541" fmla="*/ 510754 w 1259071"/>
                <a:gd name="connsiteY541" fmla="*/ 71463 h 94636"/>
                <a:gd name="connsiteX542" fmla="*/ 504670 w 1259071"/>
                <a:gd name="connsiteY542" fmla="*/ 72437 h 94636"/>
                <a:gd name="connsiteX543" fmla="*/ 504758 w 1259071"/>
                <a:gd name="connsiteY543" fmla="*/ 72702 h 94636"/>
                <a:gd name="connsiteX544" fmla="*/ 495763 w 1259071"/>
                <a:gd name="connsiteY544" fmla="*/ 70490 h 94636"/>
                <a:gd name="connsiteX545" fmla="*/ 489590 w 1259071"/>
                <a:gd name="connsiteY545" fmla="*/ 64388 h 94636"/>
                <a:gd name="connsiteX546" fmla="*/ 487386 w 1259071"/>
                <a:gd name="connsiteY546" fmla="*/ 55455 h 94636"/>
                <a:gd name="connsiteX547" fmla="*/ 488973 w 1259071"/>
                <a:gd name="connsiteY547" fmla="*/ 48202 h 94636"/>
                <a:gd name="connsiteX548" fmla="*/ 492853 w 1259071"/>
                <a:gd name="connsiteY548" fmla="*/ 43249 h 94636"/>
                <a:gd name="connsiteX549" fmla="*/ 496997 w 1259071"/>
                <a:gd name="connsiteY549" fmla="*/ 40154 h 94636"/>
                <a:gd name="connsiteX550" fmla="*/ 495852 w 1259071"/>
                <a:gd name="connsiteY550" fmla="*/ 38562 h 94636"/>
                <a:gd name="connsiteX551" fmla="*/ 493206 w 1259071"/>
                <a:gd name="connsiteY551" fmla="*/ 34139 h 94636"/>
                <a:gd name="connsiteX552" fmla="*/ 491971 w 1259071"/>
                <a:gd name="connsiteY552" fmla="*/ 28568 h 94636"/>
                <a:gd name="connsiteX553" fmla="*/ 493647 w 1259071"/>
                <a:gd name="connsiteY553" fmla="*/ 22110 h 94636"/>
                <a:gd name="connsiteX554" fmla="*/ 498056 w 1259071"/>
                <a:gd name="connsiteY554" fmla="*/ 17600 h 94636"/>
                <a:gd name="connsiteX555" fmla="*/ 504229 w 1259071"/>
                <a:gd name="connsiteY555" fmla="*/ 15920 h 94636"/>
                <a:gd name="connsiteX556" fmla="*/ 838087 w 1259071"/>
                <a:gd name="connsiteY556" fmla="*/ 14417 h 94636"/>
                <a:gd name="connsiteX557" fmla="*/ 845407 w 1259071"/>
                <a:gd name="connsiteY557" fmla="*/ 14417 h 94636"/>
                <a:gd name="connsiteX558" fmla="*/ 845407 w 1259071"/>
                <a:gd name="connsiteY558" fmla="*/ 29276 h 94636"/>
                <a:gd name="connsiteX559" fmla="*/ 855989 w 1259071"/>
                <a:gd name="connsiteY559" fmla="*/ 29276 h 94636"/>
                <a:gd name="connsiteX560" fmla="*/ 855989 w 1259071"/>
                <a:gd name="connsiteY560" fmla="*/ 35998 h 94636"/>
                <a:gd name="connsiteX561" fmla="*/ 845583 w 1259071"/>
                <a:gd name="connsiteY561" fmla="*/ 35998 h 94636"/>
                <a:gd name="connsiteX562" fmla="*/ 845583 w 1259071"/>
                <a:gd name="connsiteY562" fmla="*/ 73940 h 94636"/>
                <a:gd name="connsiteX563" fmla="*/ 837822 w 1259071"/>
                <a:gd name="connsiteY563" fmla="*/ 73940 h 94636"/>
                <a:gd name="connsiteX564" fmla="*/ 837822 w 1259071"/>
                <a:gd name="connsiteY564" fmla="*/ 35998 h 94636"/>
                <a:gd name="connsiteX565" fmla="*/ 828211 w 1259071"/>
                <a:gd name="connsiteY565" fmla="*/ 35998 h 94636"/>
                <a:gd name="connsiteX566" fmla="*/ 828211 w 1259071"/>
                <a:gd name="connsiteY566" fmla="*/ 29276 h 94636"/>
                <a:gd name="connsiteX567" fmla="*/ 838087 w 1259071"/>
                <a:gd name="connsiteY567" fmla="*/ 29276 h 94636"/>
                <a:gd name="connsiteX568" fmla="*/ 1159689 w 1259071"/>
                <a:gd name="connsiteY568" fmla="*/ 14151 h 94636"/>
                <a:gd name="connsiteX569" fmla="*/ 1167009 w 1259071"/>
                <a:gd name="connsiteY569" fmla="*/ 14151 h 94636"/>
                <a:gd name="connsiteX570" fmla="*/ 1167009 w 1259071"/>
                <a:gd name="connsiteY570" fmla="*/ 29010 h 94636"/>
                <a:gd name="connsiteX571" fmla="*/ 1177591 w 1259071"/>
                <a:gd name="connsiteY571" fmla="*/ 29010 h 94636"/>
                <a:gd name="connsiteX572" fmla="*/ 1177591 w 1259071"/>
                <a:gd name="connsiteY572" fmla="*/ 35732 h 94636"/>
                <a:gd name="connsiteX573" fmla="*/ 1167185 w 1259071"/>
                <a:gd name="connsiteY573" fmla="*/ 35732 h 94636"/>
                <a:gd name="connsiteX574" fmla="*/ 1167185 w 1259071"/>
                <a:gd name="connsiteY574" fmla="*/ 73674 h 94636"/>
                <a:gd name="connsiteX575" fmla="*/ 1159424 w 1259071"/>
                <a:gd name="connsiteY575" fmla="*/ 73674 h 94636"/>
                <a:gd name="connsiteX576" fmla="*/ 1159424 w 1259071"/>
                <a:gd name="connsiteY576" fmla="*/ 35732 h 94636"/>
                <a:gd name="connsiteX577" fmla="*/ 1149813 w 1259071"/>
                <a:gd name="connsiteY577" fmla="*/ 35732 h 94636"/>
                <a:gd name="connsiteX578" fmla="*/ 1149813 w 1259071"/>
                <a:gd name="connsiteY578" fmla="*/ 29010 h 94636"/>
                <a:gd name="connsiteX579" fmla="*/ 1159689 w 1259071"/>
                <a:gd name="connsiteY579" fmla="*/ 29010 h 94636"/>
                <a:gd name="connsiteX580" fmla="*/ 77600 w 1259071"/>
                <a:gd name="connsiteY580" fmla="*/ 11675 h 94636"/>
                <a:gd name="connsiteX581" fmla="*/ 84920 w 1259071"/>
                <a:gd name="connsiteY581" fmla="*/ 11675 h 94636"/>
                <a:gd name="connsiteX582" fmla="*/ 84920 w 1259071"/>
                <a:gd name="connsiteY582" fmla="*/ 26533 h 94636"/>
                <a:gd name="connsiteX583" fmla="*/ 95502 w 1259071"/>
                <a:gd name="connsiteY583" fmla="*/ 26533 h 94636"/>
                <a:gd name="connsiteX584" fmla="*/ 95502 w 1259071"/>
                <a:gd name="connsiteY584" fmla="*/ 33256 h 94636"/>
                <a:gd name="connsiteX585" fmla="*/ 85096 w 1259071"/>
                <a:gd name="connsiteY585" fmla="*/ 33256 h 94636"/>
                <a:gd name="connsiteX586" fmla="*/ 85096 w 1259071"/>
                <a:gd name="connsiteY586" fmla="*/ 71198 h 94636"/>
                <a:gd name="connsiteX587" fmla="*/ 77335 w 1259071"/>
                <a:gd name="connsiteY587" fmla="*/ 71198 h 94636"/>
                <a:gd name="connsiteX588" fmla="*/ 77335 w 1259071"/>
                <a:gd name="connsiteY588" fmla="*/ 33256 h 94636"/>
                <a:gd name="connsiteX589" fmla="*/ 67724 w 1259071"/>
                <a:gd name="connsiteY589" fmla="*/ 33256 h 94636"/>
                <a:gd name="connsiteX590" fmla="*/ 67724 w 1259071"/>
                <a:gd name="connsiteY590" fmla="*/ 26533 h 94636"/>
                <a:gd name="connsiteX591" fmla="*/ 77600 w 1259071"/>
                <a:gd name="connsiteY591" fmla="*/ 26533 h 94636"/>
                <a:gd name="connsiteX592" fmla="*/ 868775 w 1259071"/>
                <a:gd name="connsiteY592" fmla="*/ 10702 h 94636"/>
                <a:gd name="connsiteX593" fmla="*/ 872479 w 1259071"/>
                <a:gd name="connsiteY593" fmla="*/ 12205 h 94636"/>
                <a:gd name="connsiteX594" fmla="*/ 873890 w 1259071"/>
                <a:gd name="connsiteY594" fmla="*/ 16008 h 94636"/>
                <a:gd name="connsiteX595" fmla="*/ 872391 w 1259071"/>
                <a:gd name="connsiteY595" fmla="*/ 19812 h 94636"/>
                <a:gd name="connsiteX596" fmla="*/ 868732 w 1259071"/>
                <a:gd name="connsiteY596" fmla="*/ 21384 h 94636"/>
                <a:gd name="connsiteX597" fmla="*/ 865160 w 1259071"/>
                <a:gd name="connsiteY597" fmla="*/ 19812 h 94636"/>
                <a:gd name="connsiteX598" fmla="*/ 863661 w 1259071"/>
                <a:gd name="connsiteY598" fmla="*/ 16008 h 94636"/>
                <a:gd name="connsiteX599" fmla="*/ 865160 w 1259071"/>
                <a:gd name="connsiteY599" fmla="*/ 12205 h 94636"/>
                <a:gd name="connsiteX600" fmla="*/ 868775 w 1259071"/>
                <a:gd name="connsiteY600" fmla="*/ 10702 h 94636"/>
                <a:gd name="connsiteX601" fmla="*/ 564985 w 1259071"/>
                <a:gd name="connsiteY601" fmla="*/ 10171 h 94636"/>
                <a:gd name="connsiteX602" fmla="*/ 568689 w 1259071"/>
                <a:gd name="connsiteY602" fmla="*/ 11674 h 94636"/>
                <a:gd name="connsiteX603" fmla="*/ 570100 w 1259071"/>
                <a:gd name="connsiteY603" fmla="*/ 15477 h 94636"/>
                <a:gd name="connsiteX604" fmla="*/ 568601 w 1259071"/>
                <a:gd name="connsiteY604" fmla="*/ 19281 h 94636"/>
                <a:gd name="connsiteX605" fmla="*/ 564942 w 1259071"/>
                <a:gd name="connsiteY605" fmla="*/ 20853 h 94636"/>
                <a:gd name="connsiteX606" fmla="*/ 561370 w 1259071"/>
                <a:gd name="connsiteY606" fmla="*/ 19281 h 94636"/>
                <a:gd name="connsiteX607" fmla="*/ 559871 w 1259071"/>
                <a:gd name="connsiteY607" fmla="*/ 15477 h 94636"/>
                <a:gd name="connsiteX608" fmla="*/ 561370 w 1259071"/>
                <a:gd name="connsiteY608" fmla="*/ 11674 h 94636"/>
                <a:gd name="connsiteX609" fmla="*/ 564985 w 1259071"/>
                <a:gd name="connsiteY609" fmla="*/ 10171 h 94636"/>
                <a:gd name="connsiteX610" fmla="*/ 199380 w 1259071"/>
                <a:gd name="connsiteY610" fmla="*/ 8049 h 94636"/>
                <a:gd name="connsiteX611" fmla="*/ 203084 w 1259071"/>
                <a:gd name="connsiteY611" fmla="*/ 9552 h 94636"/>
                <a:gd name="connsiteX612" fmla="*/ 204495 w 1259071"/>
                <a:gd name="connsiteY612" fmla="*/ 13355 h 94636"/>
                <a:gd name="connsiteX613" fmla="*/ 202996 w 1259071"/>
                <a:gd name="connsiteY613" fmla="*/ 17159 h 94636"/>
                <a:gd name="connsiteX614" fmla="*/ 199337 w 1259071"/>
                <a:gd name="connsiteY614" fmla="*/ 18731 h 94636"/>
                <a:gd name="connsiteX615" fmla="*/ 195765 w 1259071"/>
                <a:gd name="connsiteY615" fmla="*/ 17159 h 94636"/>
                <a:gd name="connsiteX616" fmla="*/ 194266 w 1259071"/>
                <a:gd name="connsiteY616" fmla="*/ 13355 h 94636"/>
                <a:gd name="connsiteX617" fmla="*/ 195765 w 1259071"/>
                <a:gd name="connsiteY617" fmla="*/ 9552 h 94636"/>
                <a:gd name="connsiteX618" fmla="*/ 199380 w 1259071"/>
                <a:gd name="connsiteY618" fmla="*/ 8049 h 94636"/>
                <a:gd name="connsiteX619" fmla="*/ 5114 w 1259071"/>
                <a:gd name="connsiteY619" fmla="*/ 7783 h 94636"/>
                <a:gd name="connsiteX620" fmla="*/ 8818 w 1259071"/>
                <a:gd name="connsiteY620" fmla="*/ 9286 h 94636"/>
                <a:gd name="connsiteX621" fmla="*/ 10229 w 1259071"/>
                <a:gd name="connsiteY621" fmla="*/ 13089 h 94636"/>
                <a:gd name="connsiteX622" fmla="*/ 8730 w 1259071"/>
                <a:gd name="connsiteY622" fmla="*/ 16893 h 94636"/>
                <a:gd name="connsiteX623" fmla="*/ 5071 w 1259071"/>
                <a:gd name="connsiteY623" fmla="*/ 18465 h 94636"/>
                <a:gd name="connsiteX624" fmla="*/ 1499 w 1259071"/>
                <a:gd name="connsiteY624" fmla="*/ 16893 h 94636"/>
                <a:gd name="connsiteX625" fmla="*/ 0 w 1259071"/>
                <a:gd name="connsiteY625" fmla="*/ 13089 h 94636"/>
                <a:gd name="connsiteX626" fmla="*/ 1499 w 1259071"/>
                <a:gd name="connsiteY626" fmla="*/ 9286 h 94636"/>
                <a:gd name="connsiteX627" fmla="*/ 5114 w 1259071"/>
                <a:gd name="connsiteY627" fmla="*/ 7783 h 94636"/>
                <a:gd name="connsiteX628" fmla="*/ 174073 w 1259071"/>
                <a:gd name="connsiteY628" fmla="*/ 0 h 94636"/>
                <a:gd name="connsiteX629" fmla="*/ 181921 w 1259071"/>
                <a:gd name="connsiteY629" fmla="*/ 0 h 94636"/>
                <a:gd name="connsiteX630" fmla="*/ 181921 w 1259071"/>
                <a:gd name="connsiteY630" fmla="*/ 71376 h 94636"/>
                <a:gd name="connsiteX631" fmla="*/ 174073 w 1259071"/>
                <a:gd name="connsiteY631" fmla="*/ 71376 h 94636"/>
                <a:gd name="connsiteX632" fmla="*/ 152733 w 1259071"/>
                <a:gd name="connsiteY632" fmla="*/ 0 h 94636"/>
                <a:gd name="connsiteX633" fmla="*/ 160581 w 1259071"/>
                <a:gd name="connsiteY633" fmla="*/ 0 h 94636"/>
                <a:gd name="connsiteX634" fmla="*/ 160581 w 1259071"/>
                <a:gd name="connsiteY634" fmla="*/ 71376 h 94636"/>
                <a:gd name="connsiteX635" fmla="*/ 152733 w 1259071"/>
                <a:gd name="connsiteY635" fmla="*/ 71376 h 94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</a:cxnLst>
              <a:rect l="l" t="t" r="r" b="b"/>
              <a:pathLst>
                <a:path w="1259071" h="94636">
                  <a:moveTo>
                    <a:pt x="500348" y="45018"/>
                  </a:moveTo>
                  <a:cubicBezTo>
                    <a:pt x="499556" y="45549"/>
                    <a:pt x="498585" y="46169"/>
                    <a:pt x="497615" y="47053"/>
                  </a:cubicBezTo>
                  <a:cubicBezTo>
                    <a:pt x="496645" y="47938"/>
                    <a:pt x="495763" y="49087"/>
                    <a:pt x="495058" y="50413"/>
                  </a:cubicBezTo>
                  <a:cubicBezTo>
                    <a:pt x="494353" y="51740"/>
                    <a:pt x="494000" y="53421"/>
                    <a:pt x="494000" y="55367"/>
                  </a:cubicBezTo>
                  <a:cubicBezTo>
                    <a:pt x="494000" y="58374"/>
                    <a:pt x="494969" y="61027"/>
                    <a:pt x="496909" y="63238"/>
                  </a:cubicBezTo>
                  <a:lnTo>
                    <a:pt x="505173" y="66589"/>
                  </a:lnTo>
                  <a:lnTo>
                    <a:pt x="505111" y="66599"/>
                  </a:lnTo>
                  <a:lnTo>
                    <a:pt x="505198" y="66599"/>
                  </a:lnTo>
                  <a:lnTo>
                    <a:pt x="505173" y="66589"/>
                  </a:lnTo>
                  <a:lnTo>
                    <a:pt x="509432" y="65891"/>
                  </a:lnTo>
                  <a:cubicBezTo>
                    <a:pt x="510842" y="65361"/>
                    <a:pt x="512165" y="64742"/>
                    <a:pt x="513399" y="64034"/>
                  </a:cubicBezTo>
                  <a:close/>
                  <a:moveTo>
                    <a:pt x="905900" y="36086"/>
                  </a:moveTo>
                  <a:cubicBezTo>
                    <a:pt x="903166" y="36086"/>
                    <a:pt x="900697" y="36793"/>
                    <a:pt x="898405" y="38208"/>
                  </a:cubicBezTo>
                  <a:cubicBezTo>
                    <a:pt x="896199" y="39624"/>
                    <a:pt x="894348" y="41481"/>
                    <a:pt x="893025" y="43869"/>
                  </a:cubicBezTo>
                  <a:cubicBezTo>
                    <a:pt x="891702" y="46257"/>
                    <a:pt x="890997" y="48822"/>
                    <a:pt x="890997" y="51740"/>
                  </a:cubicBezTo>
                  <a:cubicBezTo>
                    <a:pt x="890997" y="54660"/>
                    <a:pt x="891614" y="57225"/>
                    <a:pt x="892936" y="59612"/>
                  </a:cubicBezTo>
                  <a:cubicBezTo>
                    <a:pt x="894260" y="62000"/>
                    <a:pt x="896023" y="63858"/>
                    <a:pt x="898228" y="65273"/>
                  </a:cubicBezTo>
                  <a:cubicBezTo>
                    <a:pt x="900433" y="66688"/>
                    <a:pt x="902902" y="67395"/>
                    <a:pt x="905724" y="67395"/>
                  </a:cubicBezTo>
                  <a:cubicBezTo>
                    <a:pt x="908457" y="67395"/>
                    <a:pt x="910926" y="66688"/>
                    <a:pt x="913219" y="65273"/>
                  </a:cubicBezTo>
                  <a:cubicBezTo>
                    <a:pt x="915423" y="63858"/>
                    <a:pt x="917275" y="62000"/>
                    <a:pt x="918598" y="59612"/>
                  </a:cubicBezTo>
                  <a:cubicBezTo>
                    <a:pt x="919920" y="57225"/>
                    <a:pt x="920626" y="54660"/>
                    <a:pt x="920626" y="51740"/>
                  </a:cubicBezTo>
                  <a:cubicBezTo>
                    <a:pt x="920626" y="48910"/>
                    <a:pt x="920008" y="46257"/>
                    <a:pt x="918686" y="43869"/>
                  </a:cubicBezTo>
                  <a:cubicBezTo>
                    <a:pt x="917364" y="41481"/>
                    <a:pt x="915600" y="39624"/>
                    <a:pt x="913395" y="38208"/>
                  </a:cubicBezTo>
                  <a:cubicBezTo>
                    <a:pt x="911191" y="36793"/>
                    <a:pt x="908722" y="36086"/>
                    <a:pt x="905900" y="36086"/>
                  </a:cubicBezTo>
                  <a:close/>
                  <a:moveTo>
                    <a:pt x="798141" y="35909"/>
                  </a:moveTo>
                  <a:cubicBezTo>
                    <a:pt x="795407" y="35909"/>
                    <a:pt x="792938" y="36617"/>
                    <a:pt x="790733" y="38031"/>
                  </a:cubicBezTo>
                  <a:cubicBezTo>
                    <a:pt x="788528" y="39446"/>
                    <a:pt x="786765" y="41304"/>
                    <a:pt x="785442" y="43692"/>
                  </a:cubicBezTo>
                  <a:cubicBezTo>
                    <a:pt x="784120" y="46080"/>
                    <a:pt x="783502" y="48644"/>
                    <a:pt x="783502" y="51564"/>
                  </a:cubicBezTo>
                  <a:cubicBezTo>
                    <a:pt x="783502" y="54482"/>
                    <a:pt x="784120" y="57047"/>
                    <a:pt x="785442" y="59435"/>
                  </a:cubicBezTo>
                  <a:cubicBezTo>
                    <a:pt x="786765" y="61823"/>
                    <a:pt x="788528" y="63680"/>
                    <a:pt x="790733" y="65096"/>
                  </a:cubicBezTo>
                  <a:cubicBezTo>
                    <a:pt x="792938" y="66511"/>
                    <a:pt x="795407" y="67218"/>
                    <a:pt x="798053" y="67218"/>
                  </a:cubicBezTo>
                  <a:cubicBezTo>
                    <a:pt x="800786" y="67218"/>
                    <a:pt x="803255" y="66511"/>
                    <a:pt x="805460" y="65096"/>
                  </a:cubicBezTo>
                  <a:cubicBezTo>
                    <a:pt x="807664" y="63680"/>
                    <a:pt x="809427" y="61823"/>
                    <a:pt x="810751" y="59435"/>
                  </a:cubicBezTo>
                  <a:cubicBezTo>
                    <a:pt x="812074" y="57047"/>
                    <a:pt x="812690" y="54482"/>
                    <a:pt x="812690" y="51564"/>
                  </a:cubicBezTo>
                  <a:cubicBezTo>
                    <a:pt x="812690" y="48733"/>
                    <a:pt x="812074" y="46080"/>
                    <a:pt x="810751" y="43692"/>
                  </a:cubicBezTo>
                  <a:cubicBezTo>
                    <a:pt x="809427" y="41304"/>
                    <a:pt x="807664" y="39446"/>
                    <a:pt x="805460" y="38031"/>
                  </a:cubicBezTo>
                  <a:cubicBezTo>
                    <a:pt x="803255" y="36617"/>
                    <a:pt x="800786" y="35909"/>
                    <a:pt x="798141" y="35909"/>
                  </a:cubicBezTo>
                  <a:close/>
                  <a:moveTo>
                    <a:pt x="704580" y="35732"/>
                  </a:moveTo>
                  <a:cubicBezTo>
                    <a:pt x="701846" y="35732"/>
                    <a:pt x="699377" y="36439"/>
                    <a:pt x="697084" y="37854"/>
                  </a:cubicBezTo>
                  <a:cubicBezTo>
                    <a:pt x="694879" y="39270"/>
                    <a:pt x="693028" y="41127"/>
                    <a:pt x="691705" y="43515"/>
                  </a:cubicBezTo>
                  <a:cubicBezTo>
                    <a:pt x="690382" y="45903"/>
                    <a:pt x="689677" y="48468"/>
                    <a:pt x="689677" y="51386"/>
                  </a:cubicBezTo>
                  <a:cubicBezTo>
                    <a:pt x="689677" y="54306"/>
                    <a:pt x="690294" y="56871"/>
                    <a:pt x="691616" y="59258"/>
                  </a:cubicBezTo>
                  <a:cubicBezTo>
                    <a:pt x="692940" y="61646"/>
                    <a:pt x="694703" y="63504"/>
                    <a:pt x="696908" y="64919"/>
                  </a:cubicBezTo>
                  <a:cubicBezTo>
                    <a:pt x="699113" y="66334"/>
                    <a:pt x="701582" y="67041"/>
                    <a:pt x="704404" y="67041"/>
                  </a:cubicBezTo>
                  <a:cubicBezTo>
                    <a:pt x="707137" y="67041"/>
                    <a:pt x="709606" y="66334"/>
                    <a:pt x="711899" y="64919"/>
                  </a:cubicBezTo>
                  <a:cubicBezTo>
                    <a:pt x="714103" y="63504"/>
                    <a:pt x="715955" y="61646"/>
                    <a:pt x="717278" y="59258"/>
                  </a:cubicBezTo>
                  <a:cubicBezTo>
                    <a:pt x="718600" y="56871"/>
                    <a:pt x="719306" y="54306"/>
                    <a:pt x="719306" y="51386"/>
                  </a:cubicBezTo>
                  <a:cubicBezTo>
                    <a:pt x="719306" y="48556"/>
                    <a:pt x="718688" y="45903"/>
                    <a:pt x="717366" y="43515"/>
                  </a:cubicBezTo>
                  <a:cubicBezTo>
                    <a:pt x="716043" y="41127"/>
                    <a:pt x="714280" y="39270"/>
                    <a:pt x="712075" y="37854"/>
                  </a:cubicBezTo>
                  <a:cubicBezTo>
                    <a:pt x="709871" y="36439"/>
                    <a:pt x="707402" y="35732"/>
                    <a:pt x="704580" y="35732"/>
                  </a:cubicBezTo>
                  <a:close/>
                  <a:moveTo>
                    <a:pt x="1203163" y="35466"/>
                  </a:moveTo>
                  <a:cubicBezTo>
                    <a:pt x="1199724" y="35466"/>
                    <a:pt x="1196637" y="36616"/>
                    <a:pt x="1194080" y="39092"/>
                  </a:cubicBezTo>
                  <a:lnTo>
                    <a:pt x="1189165" y="47567"/>
                  </a:lnTo>
                  <a:lnTo>
                    <a:pt x="1188965" y="47583"/>
                  </a:lnTo>
                  <a:lnTo>
                    <a:pt x="1189054" y="47760"/>
                  </a:lnTo>
                  <a:lnTo>
                    <a:pt x="1189165" y="47567"/>
                  </a:lnTo>
                  <a:lnTo>
                    <a:pt x="1196725" y="46964"/>
                  </a:lnTo>
                  <a:lnTo>
                    <a:pt x="1210923" y="46964"/>
                  </a:lnTo>
                  <a:cubicBezTo>
                    <a:pt x="1211982" y="46964"/>
                    <a:pt x="1213039" y="46964"/>
                    <a:pt x="1214010" y="47140"/>
                  </a:cubicBezTo>
                  <a:cubicBezTo>
                    <a:pt x="1215067" y="47140"/>
                    <a:pt x="1216038" y="47318"/>
                    <a:pt x="1217096" y="47406"/>
                  </a:cubicBezTo>
                  <a:cubicBezTo>
                    <a:pt x="1216479" y="43957"/>
                    <a:pt x="1214803" y="41038"/>
                    <a:pt x="1212158" y="38827"/>
                  </a:cubicBezTo>
                  <a:cubicBezTo>
                    <a:pt x="1209513" y="36528"/>
                    <a:pt x="1206513" y="35466"/>
                    <a:pt x="1203163" y="35466"/>
                  </a:cubicBezTo>
                  <a:close/>
                  <a:moveTo>
                    <a:pt x="1073006" y="35291"/>
                  </a:moveTo>
                  <a:cubicBezTo>
                    <a:pt x="1069567" y="35291"/>
                    <a:pt x="1066480" y="36440"/>
                    <a:pt x="1063923" y="38917"/>
                  </a:cubicBezTo>
                  <a:lnTo>
                    <a:pt x="1059008" y="47391"/>
                  </a:lnTo>
                  <a:lnTo>
                    <a:pt x="1058808" y="47407"/>
                  </a:lnTo>
                  <a:lnTo>
                    <a:pt x="1058897" y="47584"/>
                  </a:lnTo>
                  <a:lnTo>
                    <a:pt x="1059008" y="47391"/>
                  </a:lnTo>
                  <a:lnTo>
                    <a:pt x="1066568" y="46788"/>
                  </a:lnTo>
                  <a:lnTo>
                    <a:pt x="1080766" y="46788"/>
                  </a:lnTo>
                  <a:cubicBezTo>
                    <a:pt x="1081825" y="46788"/>
                    <a:pt x="1082882" y="46788"/>
                    <a:pt x="1083853" y="46965"/>
                  </a:cubicBezTo>
                  <a:cubicBezTo>
                    <a:pt x="1084911" y="46965"/>
                    <a:pt x="1085881" y="47142"/>
                    <a:pt x="1086939" y="47230"/>
                  </a:cubicBezTo>
                  <a:cubicBezTo>
                    <a:pt x="1086322" y="43781"/>
                    <a:pt x="1084647" y="40862"/>
                    <a:pt x="1082001" y="38651"/>
                  </a:cubicBezTo>
                  <a:cubicBezTo>
                    <a:pt x="1079356" y="36352"/>
                    <a:pt x="1076357" y="35291"/>
                    <a:pt x="1073006" y="35291"/>
                  </a:cubicBezTo>
                  <a:close/>
                  <a:moveTo>
                    <a:pt x="436240" y="33610"/>
                  </a:moveTo>
                  <a:cubicBezTo>
                    <a:pt x="432801" y="33610"/>
                    <a:pt x="429714" y="34759"/>
                    <a:pt x="427157" y="37236"/>
                  </a:cubicBezTo>
                  <a:lnTo>
                    <a:pt x="422243" y="45710"/>
                  </a:lnTo>
                  <a:lnTo>
                    <a:pt x="422042" y="45726"/>
                  </a:lnTo>
                  <a:lnTo>
                    <a:pt x="422131" y="45904"/>
                  </a:lnTo>
                  <a:lnTo>
                    <a:pt x="422243" y="45710"/>
                  </a:lnTo>
                  <a:lnTo>
                    <a:pt x="429802" y="45107"/>
                  </a:lnTo>
                  <a:lnTo>
                    <a:pt x="444000" y="45107"/>
                  </a:lnTo>
                  <a:cubicBezTo>
                    <a:pt x="445059" y="45107"/>
                    <a:pt x="446116" y="45107"/>
                    <a:pt x="447087" y="45284"/>
                  </a:cubicBezTo>
                  <a:cubicBezTo>
                    <a:pt x="448145" y="45284"/>
                    <a:pt x="449115" y="45461"/>
                    <a:pt x="450173" y="45550"/>
                  </a:cubicBezTo>
                  <a:cubicBezTo>
                    <a:pt x="449556" y="42100"/>
                    <a:pt x="447881" y="39182"/>
                    <a:pt x="445235" y="36970"/>
                  </a:cubicBezTo>
                  <a:cubicBezTo>
                    <a:pt x="442590" y="34671"/>
                    <a:pt x="439591" y="33610"/>
                    <a:pt x="436240" y="33610"/>
                  </a:cubicBezTo>
                  <a:close/>
                  <a:moveTo>
                    <a:pt x="236154" y="33520"/>
                  </a:moveTo>
                  <a:cubicBezTo>
                    <a:pt x="233508" y="33520"/>
                    <a:pt x="230951" y="34228"/>
                    <a:pt x="228746" y="35643"/>
                  </a:cubicBezTo>
                  <a:cubicBezTo>
                    <a:pt x="226541" y="37059"/>
                    <a:pt x="224778" y="38916"/>
                    <a:pt x="223455" y="41303"/>
                  </a:cubicBezTo>
                  <a:cubicBezTo>
                    <a:pt x="222133" y="43692"/>
                    <a:pt x="221515" y="46257"/>
                    <a:pt x="221515" y="49176"/>
                  </a:cubicBezTo>
                  <a:cubicBezTo>
                    <a:pt x="221515" y="52094"/>
                    <a:pt x="222133" y="54659"/>
                    <a:pt x="223455" y="57047"/>
                  </a:cubicBezTo>
                  <a:cubicBezTo>
                    <a:pt x="224778" y="59435"/>
                    <a:pt x="226541" y="61293"/>
                    <a:pt x="228746" y="62708"/>
                  </a:cubicBezTo>
                  <a:cubicBezTo>
                    <a:pt x="230951" y="64123"/>
                    <a:pt x="233420" y="64830"/>
                    <a:pt x="236066" y="64830"/>
                  </a:cubicBezTo>
                  <a:cubicBezTo>
                    <a:pt x="238799" y="64830"/>
                    <a:pt x="241268" y="64123"/>
                    <a:pt x="243473" y="62708"/>
                  </a:cubicBezTo>
                  <a:cubicBezTo>
                    <a:pt x="245677" y="61293"/>
                    <a:pt x="247441" y="59435"/>
                    <a:pt x="248764" y="57047"/>
                  </a:cubicBezTo>
                  <a:cubicBezTo>
                    <a:pt x="250086" y="54659"/>
                    <a:pt x="250703" y="52094"/>
                    <a:pt x="250703" y="49176"/>
                  </a:cubicBezTo>
                  <a:cubicBezTo>
                    <a:pt x="250703" y="46346"/>
                    <a:pt x="250086" y="43692"/>
                    <a:pt x="248764" y="41303"/>
                  </a:cubicBezTo>
                  <a:cubicBezTo>
                    <a:pt x="247441" y="38916"/>
                    <a:pt x="245677" y="37059"/>
                    <a:pt x="243473" y="35643"/>
                  </a:cubicBezTo>
                  <a:cubicBezTo>
                    <a:pt x="241268" y="34228"/>
                    <a:pt x="238799" y="33520"/>
                    <a:pt x="236154" y="33520"/>
                  </a:cubicBezTo>
                  <a:close/>
                  <a:moveTo>
                    <a:pt x="289680" y="33344"/>
                  </a:moveTo>
                  <a:cubicBezTo>
                    <a:pt x="286241" y="33344"/>
                    <a:pt x="283154" y="34493"/>
                    <a:pt x="280597" y="36970"/>
                  </a:cubicBezTo>
                  <a:lnTo>
                    <a:pt x="275682" y="45444"/>
                  </a:lnTo>
                  <a:lnTo>
                    <a:pt x="275482" y="45460"/>
                  </a:lnTo>
                  <a:lnTo>
                    <a:pt x="275571" y="45637"/>
                  </a:lnTo>
                  <a:lnTo>
                    <a:pt x="275682" y="45444"/>
                  </a:lnTo>
                  <a:lnTo>
                    <a:pt x="283242" y="44841"/>
                  </a:lnTo>
                  <a:lnTo>
                    <a:pt x="297440" y="44841"/>
                  </a:lnTo>
                  <a:cubicBezTo>
                    <a:pt x="298499" y="44841"/>
                    <a:pt x="299556" y="44841"/>
                    <a:pt x="300527" y="45018"/>
                  </a:cubicBezTo>
                  <a:cubicBezTo>
                    <a:pt x="301585" y="45018"/>
                    <a:pt x="302555" y="45195"/>
                    <a:pt x="303613" y="45283"/>
                  </a:cubicBezTo>
                  <a:cubicBezTo>
                    <a:pt x="302996" y="41834"/>
                    <a:pt x="301321" y="38916"/>
                    <a:pt x="298675" y="36704"/>
                  </a:cubicBezTo>
                  <a:cubicBezTo>
                    <a:pt x="296030" y="34405"/>
                    <a:pt x="293031" y="33344"/>
                    <a:pt x="289680" y="33344"/>
                  </a:cubicBezTo>
                  <a:close/>
                  <a:moveTo>
                    <a:pt x="121075" y="33080"/>
                  </a:moveTo>
                  <a:cubicBezTo>
                    <a:pt x="117636" y="33080"/>
                    <a:pt x="114549" y="34229"/>
                    <a:pt x="111992" y="36706"/>
                  </a:cubicBezTo>
                  <a:lnTo>
                    <a:pt x="107077" y="45180"/>
                  </a:lnTo>
                  <a:lnTo>
                    <a:pt x="106877" y="45196"/>
                  </a:lnTo>
                  <a:lnTo>
                    <a:pt x="106966" y="45373"/>
                  </a:lnTo>
                  <a:lnTo>
                    <a:pt x="107077" y="45180"/>
                  </a:lnTo>
                  <a:lnTo>
                    <a:pt x="114637" y="44577"/>
                  </a:lnTo>
                  <a:lnTo>
                    <a:pt x="128835" y="44577"/>
                  </a:lnTo>
                  <a:cubicBezTo>
                    <a:pt x="129894" y="44577"/>
                    <a:pt x="130951" y="44577"/>
                    <a:pt x="131922" y="44754"/>
                  </a:cubicBezTo>
                  <a:cubicBezTo>
                    <a:pt x="132979" y="44754"/>
                    <a:pt x="133950" y="44931"/>
                    <a:pt x="135008" y="45019"/>
                  </a:cubicBezTo>
                  <a:cubicBezTo>
                    <a:pt x="134391" y="41570"/>
                    <a:pt x="132716" y="38651"/>
                    <a:pt x="130070" y="36440"/>
                  </a:cubicBezTo>
                  <a:cubicBezTo>
                    <a:pt x="127425" y="34141"/>
                    <a:pt x="124426" y="33080"/>
                    <a:pt x="121075" y="33080"/>
                  </a:cubicBezTo>
                  <a:close/>
                  <a:moveTo>
                    <a:pt x="864895" y="29453"/>
                  </a:moveTo>
                  <a:cubicBezTo>
                    <a:pt x="864895" y="29453"/>
                    <a:pt x="872656" y="29453"/>
                    <a:pt x="872656" y="29453"/>
                  </a:cubicBezTo>
                  <a:lnTo>
                    <a:pt x="872656" y="74029"/>
                  </a:lnTo>
                  <a:cubicBezTo>
                    <a:pt x="872656" y="74029"/>
                    <a:pt x="864895" y="74029"/>
                    <a:pt x="864895" y="74029"/>
                  </a:cubicBezTo>
                  <a:close/>
                  <a:moveTo>
                    <a:pt x="730152" y="29186"/>
                  </a:moveTo>
                  <a:lnTo>
                    <a:pt x="738882" y="29186"/>
                  </a:lnTo>
                  <a:cubicBezTo>
                    <a:pt x="738882" y="29186"/>
                    <a:pt x="747524" y="48556"/>
                    <a:pt x="747524" y="48556"/>
                  </a:cubicBezTo>
                  <a:cubicBezTo>
                    <a:pt x="748317" y="50325"/>
                    <a:pt x="749111" y="52006"/>
                    <a:pt x="749817" y="53686"/>
                  </a:cubicBezTo>
                  <a:cubicBezTo>
                    <a:pt x="750522" y="55366"/>
                    <a:pt x="751228" y="57401"/>
                    <a:pt x="751845" y="59877"/>
                  </a:cubicBezTo>
                  <a:cubicBezTo>
                    <a:pt x="752551" y="57489"/>
                    <a:pt x="753256" y="55366"/>
                    <a:pt x="754049" y="53686"/>
                  </a:cubicBezTo>
                  <a:cubicBezTo>
                    <a:pt x="754755" y="52006"/>
                    <a:pt x="755549" y="50325"/>
                    <a:pt x="756342" y="48556"/>
                  </a:cubicBezTo>
                  <a:lnTo>
                    <a:pt x="765161" y="29274"/>
                  </a:lnTo>
                  <a:lnTo>
                    <a:pt x="773362" y="29274"/>
                  </a:lnTo>
                  <a:cubicBezTo>
                    <a:pt x="773362" y="29274"/>
                    <a:pt x="751757" y="76063"/>
                    <a:pt x="751757" y="76063"/>
                  </a:cubicBezTo>
                  <a:lnTo>
                    <a:pt x="751669" y="76063"/>
                  </a:lnTo>
                  <a:close/>
                  <a:moveTo>
                    <a:pt x="561106" y="28922"/>
                  </a:moveTo>
                  <a:cubicBezTo>
                    <a:pt x="561106" y="28922"/>
                    <a:pt x="568866" y="28922"/>
                    <a:pt x="568866" y="28922"/>
                  </a:cubicBezTo>
                  <a:lnTo>
                    <a:pt x="568866" y="73498"/>
                  </a:lnTo>
                  <a:cubicBezTo>
                    <a:pt x="568866" y="73498"/>
                    <a:pt x="561106" y="73498"/>
                    <a:pt x="561106" y="73498"/>
                  </a:cubicBezTo>
                  <a:close/>
                  <a:moveTo>
                    <a:pt x="1257131" y="28744"/>
                  </a:moveTo>
                  <a:lnTo>
                    <a:pt x="1259071" y="36793"/>
                  </a:lnTo>
                  <a:cubicBezTo>
                    <a:pt x="1258189" y="36527"/>
                    <a:pt x="1257131" y="36350"/>
                    <a:pt x="1255985" y="36350"/>
                  </a:cubicBezTo>
                  <a:cubicBezTo>
                    <a:pt x="1252016" y="36350"/>
                    <a:pt x="1248754" y="37677"/>
                    <a:pt x="1246373" y="40331"/>
                  </a:cubicBezTo>
                  <a:cubicBezTo>
                    <a:pt x="1243991" y="42984"/>
                    <a:pt x="1242757" y="46787"/>
                    <a:pt x="1242757" y="51652"/>
                  </a:cubicBezTo>
                  <a:lnTo>
                    <a:pt x="1242757" y="73852"/>
                  </a:lnTo>
                  <a:cubicBezTo>
                    <a:pt x="1242757" y="73852"/>
                    <a:pt x="1234998" y="73852"/>
                    <a:pt x="1234998" y="73852"/>
                  </a:cubicBezTo>
                  <a:lnTo>
                    <a:pt x="1234821" y="73763"/>
                  </a:lnTo>
                  <a:lnTo>
                    <a:pt x="1234821" y="29186"/>
                  </a:lnTo>
                  <a:cubicBezTo>
                    <a:pt x="1234821" y="29186"/>
                    <a:pt x="1242052" y="29186"/>
                    <a:pt x="1242052" y="29186"/>
                  </a:cubicBezTo>
                  <a:lnTo>
                    <a:pt x="1242052" y="37323"/>
                  </a:lnTo>
                  <a:cubicBezTo>
                    <a:pt x="1243551" y="34670"/>
                    <a:pt x="1245579" y="32636"/>
                    <a:pt x="1248137" y="31044"/>
                  </a:cubicBezTo>
                  <a:cubicBezTo>
                    <a:pt x="1250694" y="29452"/>
                    <a:pt x="1253604" y="28744"/>
                    <a:pt x="1257131" y="28744"/>
                  </a:cubicBezTo>
                  <a:close/>
                  <a:moveTo>
                    <a:pt x="960308" y="28744"/>
                  </a:moveTo>
                  <a:cubicBezTo>
                    <a:pt x="963306" y="28744"/>
                    <a:pt x="966128" y="29540"/>
                    <a:pt x="968774" y="31133"/>
                  </a:cubicBezTo>
                  <a:cubicBezTo>
                    <a:pt x="971331" y="32724"/>
                    <a:pt x="973447" y="34935"/>
                    <a:pt x="975034" y="37943"/>
                  </a:cubicBezTo>
                  <a:cubicBezTo>
                    <a:pt x="976622" y="40861"/>
                    <a:pt x="977416" y="44487"/>
                    <a:pt x="977416" y="48733"/>
                  </a:cubicBezTo>
                  <a:lnTo>
                    <a:pt x="977416" y="74382"/>
                  </a:lnTo>
                  <a:cubicBezTo>
                    <a:pt x="977416" y="74382"/>
                    <a:pt x="969656" y="74382"/>
                    <a:pt x="969656" y="74382"/>
                  </a:cubicBezTo>
                  <a:lnTo>
                    <a:pt x="969656" y="49883"/>
                  </a:lnTo>
                  <a:cubicBezTo>
                    <a:pt x="969656" y="46345"/>
                    <a:pt x="968686" y="43249"/>
                    <a:pt x="966658" y="40507"/>
                  </a:cubicBezTo>
                  <a:cubicBezTo>
                    <a:pt x="964629" y="37766"/>
                    <a:pt x="961807" y="36439"/>
                    <a:pt x="958192" y="36439"/>
                  </a:cubicBezTo>
                  <a:cubicBezTo>
                    <a:pt x="955194" y="36439"/>
                    <a:pt x="952548" y="37589"/>
                    <a:pt x="950167" y="39800"/>
                  </a:cubicBezTo>
                  <a:cubicBezTo>
                    <a:pt x="947787" y="42012"/>
                    <a:pt x="946640" y="45284"/>
                    <a:pt x="946640" y="49529"/>
                  </a:cubicBezTo>
                  <a:lnTo>
                    <a:pt x="946640" y="74294"/>
                  </a:lnTo>
                  <a:cubicBezTo>
                    <a:pt x="946640" y="74294"/>
                    <a:pt x="938880" y="74294"/>
                    <a:pt x="938880" y="74294"/>
                  </a:cubicBezTo>
                  <a:lnTo>
                    <a:pt x="938880" y="74117"/>
                  </a:lnTo>
                  <a:lnTo>
                    <a:pt x="938880" y="29540"/>
                  </a:lnTo>
                  <a:cubicBezTo>
                    <a:pt x="938880" y="29540"/>
                    <a:pt x="946111" y="29540"/>
                    <a:pt x="946111" y="29540"/>
                  </a:cubicBezTo>
                  <a:lnTo>
                    <a:pt x="946111" y="36793"/>
                  </a:lnTo>
                  <a:cubicBezTo>
                    <a:pt x="947698" y="34139"/>
                    <a:pt x="949726" y="32194"/>
                    <a:pt x="952195" y="30779"/>
                  </a:cubicBezTo>
                  <a:cubicBezTo>
                    <a:pt x="954664" y="29364"/>
                    <a:pt x="957398" y="28744"/>
                    <a:pt x="960308" y="28744"/>
                  </a:cubicBezTo>
                  <a:close/>
                  <a:moveTo>
                    <a:pt x="905900" y="28656"/>
                  </a:moveTo>
                  <a:cubicBezTo>
                    <a:pt x="910044" y="28656"/>
                    <a:pt x="913836" y="29718"/>
                    <a:pt x="917275" y="31840"/>
                  </a:cubicBezTo>
                  <a:cubicBezTo>
                    <a:pt x="920626" y="33963"/>
                    <a:pt x="923360" y="36705"/>
                    <a:pt x="925388" y="40243"/>
                  </a:cubicBezTo>
                  <a:cubicBezTo>
                    <a:pt x="927416" y="43781"/>
                    <a:pt x="928386" y="47672"/>
                    <a:pt x="928386" y="51918"/>
                  </a:cubicBezTo>
                  <a:cubicBezTo>
                    <a:pt x="928386" y="56163"/>
                    <a:pt x="927328" y="60055"/>
                    <a:pt x="925300" y="63593"/>
                  </a:cubicBezTo>
                  <a:cubicBezTo>
                    <a:pt x="923271" y="67131"/>
                    <a:pt x="920538" y="69873"/>
                    <a:pt x="917187" y="71995"/>
                  </a:cubicBezTo>
                  <a:cubicBezTo>
                    <a:pt x="913836" y="74029"/>
                    <a:pt x="910044" y="75090"/>
                    <a:pt x="905812" y="75090"/>
                  </a:cubicBezTo>
                  <a:lnTo>
                    <a:pt x="905724" y="75002"/>
                  </a:lnTo>
                  <a:cubicBezTo>
                    <a:pt x="901578" y="75002"/>
                    <a:pt x="897787" y="73941"/>
                    <a:pt x="894436" y="71818"/>
                  </a:cubicBezTo>
                  <a:cubicBezTo>
                    <a:pt x="890997" y="69695"/>
                    <a:pt x="888351" y="66953"/>
                    <a:pt x="886323" y="63415"/>
                  </a:cubicBezTo>
                  <a:cubicBezTo>
                    <a:pt x="884295" y="59878"/>
                    <a:pt x="883325" y="55986"/>
                    <a:pt x="883325" y="51740"/>
                  </a:cubicBezTo>
                  <a:cubicBezTo>
                    <a:pt x="883325" y="47407"/>
                    <a:pt x="884383" y="43515"/>
                    <a:pt x="886411" y="40066"/>
                  </a:cubicBezTo>
                  <a:cubicBezTo>
                    <a:pt x="888439" y="36617"/>
                    <a:pt x="891173" y="33786"/>
                    <a:pt x="894612" y="31752"/>
                  </a:cubicBezTo>
                  <a:cubicBezTo>
                    <a:pt x="898052" y="29718"/>
                    <a:pt x="901843" y="28656"/>
                    <a:pt x="905900" y="28656"/>
                  </a:cubicBezTo>
                  <a:close/>
                  <a:moveTo>
                    <a:pt x="797259" y="28656"/>
                  </a:moveTo>
                  <a:cubicBezTo>
                    <a:pt x="800169" y="28656"/>
                    <a:pt x="802991" y="29276"/>
                    <a:pt x="805548" y="30337"/>
                  </a:cubicBezTo>
                  <a:cubicBezTo>
                    <a:pt x="808105" y="31486"/>
                    <a:pt x="810398" y="33078"/>
                    <a:pt x="812249" y="35112"/>
                  </a:cubicBezTo>
                  <a:lnTo>
                    <a:pt x="812249" y="29276"/>
                  </a:lnTo>
                  <a:cubicBezTo>
                    <a:pt x="812249" y="29276"/>
                    <a:pt x="819393" y="29276"/>
                    <a:pt x="819393" y="29276"/>
                  </a:cubicBezTo>
                  <a:lnTo>
                    <a:pt x="819393" y="73852"/>
                  </a:lnTo>
                  <a:cubicBezTo>
                    <a:pt x="819393" y="73852"/>
                    <a:pt x="812162" y="73852"/>
                    <a:pt x="812162" y="73852"/>
                  </a:cubicBezTo>
                  <a:lnTo>
                    <a:pt x="812162" y="68014"/>
                  </a:lnTo>
                  <a:cubicBezTo>
                    <a:pt x="810310" y="69960"/>
                    <a:pt x="808017" y="71552"/>
                    <a:pt x="805460" y="72702"/>
                  </a:cubicBezTo>
                  <a:cubicBezTo>
                    <a:pt x="802902" y="73852"/>
                    <a:pt x="800081" y="74471"/>
                    <a:pt x="797170" y="74471"/>
                  </a:cubicBezTo>
                  <a:lnTo>
                    <a:pt x="797082" y="74471"/>
                  </a:lnTo>
                  <a:cubicBezTo>
                    <a:pt x="793202" y="74471"/>
                    <a:pt x="789675" y="73410"/>
                    <a:pt x="786412" y="71375"/>
                  </a:cubicBezTo>
                  <a:cubicBezTo>
                    <a:pt x="783149" y="69341"/>
                    <a:pt x="780592" y="66511"/>
                    <a:pt x="778740" y="63061"/>
                  </a:cubicBezTo>
                  <a:cubicBezTo>
                    <a:pt x="776801" y="59612"/>
                    <a:pt x="775830" y="55721"/>
                    <a:pt x="775918" y="51564"/>
                  </a:cubicBezTo>
                  <a:cubicBezTo>
                    <a:pt x="775918" y="47318"/>
                    <a:pt x="776889" y="43515"/>
                    <a:pt x="778829" y="40065"/>
                  </a:cubicBezTo>
                  <a:cubicBezTo>
                    <a:pt x="780768" y="36617"/>
                    <a:pt x="783326" y="33875"/>
                    <a:pt x="786589" y="31752"/>
                  </a:cubicBezTo>
                  <a:cubicBezTo>
                    <a:pt x="789852" y="29718"/>
                    <a:pt x="793379" y="28656"/>
                    <a:pt x="797259" y="28656"/>
                  </a:cubicBezTo>
                  <a:close/>
                  <a:moveTo>
                    <a:pt x="704580" y="28302"/>
                  </a:moveTo>
                  <a:cubicBezTo>
                    <a:pt x="708724" y="28302"/>
                    <a:pt x="712516" y="29364"/>
                    <a:pt x="715955" y="31486"/>
                  </a:cubicBezTo>
                  <a:cubicBezTo>
                    <a:pt x="719306" y="33609"/>
                    <a:pt x="722040" y="36351"/>
                    <a:pt x="724068" y="39889"/>
                  </a:cubicBezTo>
                  <a:cubicBezTo>
                    <a:pt x="726096" y="43427"/>
                    <a:pt x="727066" y="47318"/>
                    <a:pt x="727066" y="51564"/>
                  </a:cubicBezTo>
                  <a:cubicBezTo>
                    <a:pt x="727066" y="55809"/>
                    <a:pt x="726008" y="59701"/>
                    <a:pt x="723980" y="63239"/>
                  </a:cubicBezTo>
                  <a:cubicBezTo>
                    <a:pt x="721951" y="66777"/>
                    <a:pt x="719218" y="69518"/>
                    <a:pt x="715867" y="71641"/>
                  </a:cubicBezTo>
                  <a:cubicBezTo>
                    <a:pt x="712516" y="73675"/>
                    <a:pt x="708724" y="74736"/>
                    <a:pt x="704492" y="74736"/>
                  </a:cubicBezTo>
                  <a:lnTo>
                    <a:pt x="704404" y="74648"/>
                  </a:lnTo>
                  <a:cubicBezTo>
                    <a:pt x="700258" y="74648"/>
                    <a:pt x="696466" y="73587"/>
                    <a:pt x="693116" y="71464"/>
                  </a:cubicBezTo>
                  <a:cubicBezTo>
                    <a:pt x="689765" y="69341"/>
                    <a:pt x="687031" y="66599"/>
                    <a:pt x="685003" y="63061"/>
                  </a:cubicBezTo>
                  <a:cubicBezTo>
                    <a:pt x="682975" y="59524"/>
                    <a:pt x="682005" y="55632"/>
                    <a:pt x="682005" y="51386"/>
                  </a:cubicBezTo>
                  <a:cubicBezTo>
                    <a:pt x="682005" y="47053"/>
                    <a:pt x="683063" y="43161"/>
                    <a:pt x="685091" y="39712"/>
                  </a:cubicBezTo>
                  <a:cubicBezTo>
                    <a:pt x="687119" y="36263"/>
                    <a:pt x="689853" y="33432"/>
                    <a:pt x="693292" y="31398"/>
                  </a:cubicBezTo>
                  <a:cubicBezTo>
                    <a:pt x="696731" y="29364"/>
                    <a:pt x="700523" y="28302"/>
                    <a:pt x="704580" y="28302"/>
                  </a:cubicBezTo>
                  <a:close/>
                  <a:moveTo>
                    <a:pt x="1203075" y="28213"/>
                  </a:moveTo>
                  <a:cubicBezTo>
                    <a:pt x="1207044" y="28213"/>
                    <a:pt x="1210659" y="29186"/>
                    <a:pt x="1213922" y="31132"/>
                  </a:cubicBezTo>
                  <a:cubicBezTo>
                    <a:pt x="1217185" y="33078"/>
                    <a:pt x="1219830" y="35731"/>
                    <a:pt x="1221770" y="39092"/>
                  </a:cubicBezTo>
                  <a:cubicBezTo>
                    <a:pt x="1223710" y="42453"/>
                    <a:pt x="1224680" y="46168"/>
                    <a:pt x="1224680" y="50413"/>
                  </a:cubicBezTo>
                  <a:lnTo>
                    <a:pt x="1224680" y="53686"/>
                  </a:lnTo>
                  <a:cubicBezTo>
                    <a:pt x="1224680" y="53686"/>
                    <a:pt x="1196814" y="53686"/>
                    <a:pt x="1196814" y="53686"/>
                  </a:cubicBezTo>
                  <a:cubicBezTo>
                    <a:pt x="1195580" y="53686"/>
                    <a:pt x="1194345" y="53686"/>
                    <a:pt x="1193021" y="53509"/>
                  </a:cubicBezTo>
                  <a:cubicBezTo>
                    <a:pt x="1191699" y="53420"/>
                    <a:pt x="1190465" y="53244"/>
                    <a:pt x="1189230" y="53066"/>
                  </a:cubicBezTo>
                  <a:cubicBezTo>
                    <a:pt x="1189759" y="57046"/>
                    <a:pt x="1191435" y="60319"/>
                    <a:pt x="1194345" y="63061"/>
                  </a:cubicBezTo>
                  <a:cubicBezTo>
                    <a:pt x="1197255" y="65714"/>
                    <a:pt x="1200694" y="67130"/>
                    <a:pt x="1204750" y="67130"/>
                  </a:cubicBezTo>
                  <a:cubicBezTo>
                    <a:pt x="1207484" y="67130"/>
                    <a:pt x="1209953" y="66510"/>
                    <a:pt x="1212334" y="65184"/>
                  </a:cubicBezTo>
                  <a:cubicBezTo>
                    <a:pt x="1214627" y="63857"/>
                    <a:pt x="1216567" y="62177"/>
                    <a:pt x="1217977" y="60054"/>
                  </a:cubicBezTo>
                  <a:lnTo>
                    <a:pt x="1220095" y="69164"/>
                  </a:lnTo>
                  <a:cubicBezTo>
                    <a:pt x="1218066" y="70933"/>
                    <a:pt x="1215685" y="72260"/>
                    <a:pt x="1213039" y="73232"/>
                  </a:cubicBezTo>
                  <a:cubicBezTo>
                    <a:pt x="1210394" y="74205"/>
                    <a:pt x="1207660" y="74647"/>
                    <a:pt x="1204662" y="74647"/>
                  </a:cubicBezTo>
                  <a:cubicBezTo>
                    <a:pt x="1200165" y="74647"/>
                    <a:pt x="1196196" y="73586"/>
                    <a:pt x="1192669" y="71463"/>
                  </a:cubicBezTo>
                  <a:cubicBezTo>
                    <a:pt x="1189142" y="69340"/>
                    <a:pt x="1186408" y="66510"/>
                    <a:pt x="1184380" y="62972"/>
                  </a:cubicBezTo>
                  <a:cubicBezTo>
                    <a:pt x="1182352" y="59346"/>
                    <a:pt x="1181382" y="55366"/>
                    <a:pt x="1181382" y="50944"/>
                  </a:cubicBezTo>
                  <a:cubicBezTo>
                    <a:pt x="1181382" y="46698"/>
                    <a:pt x="1182352" y="42896"/>
                    <a:pt x="1184292" y="39446"/>
                  </a:cubicBezTo>
                  <a:cubicBezTo>
                    <a:pt x="1186232" y="35997"/>
                    <a:pt x="1188877" y="33254"/>
                    <a:pt x="1192140" y="31221"/>
                  </a:cubicBezTo>
                  <a:cubicBezTo>
                    <a:pt x="1195403" y="29186"/>
                    <a:pt x="1199106" y="28213"/>
                    <a:pt x="1203075" y="28213"/>
                  </a:cubicBezTo>
                  <a:close/>
                  <a:moveTo>
                    <a:pt x="1126091" y="28213"/>
                  </a:moveTo>
                  <a:cubicBezTo>
                    <a:pt x="1129089" y="28213"/>
                    <a:pt x="1131911" y="29009"/>
                    <a:pt x="1134557" y="30602"/>
                  </a:cubicBezTo>
                  <a:cubicBezTo>
                    <a:pt x="1137114" y="32193"/>
                    <a:pt x="1139230" y="34405"/>
                    <a:pt x="1140818" y="37412"/>
                  </a:cubicBezTo>
                  <a:cubicBezTo>
                    <a:pt x="1142405" y="40330"/>
                    <a:pt x="1143199" y="43957"/>
                    <a:pt x="1143199" y="48202"/>
                  </a:cubicBezTo>
                  <a:lnTo>
                    <a:pt x="1143199" y="73851"/>
                  </a:lnTo>
                  <a:cubicBezTo>
                    <a:pt x="1143199" y="73851"/>
                    <a:pt x="1135439" y="73851"/>
                    <a:pt x="1135439" y="73851"/>
                  </a:cubicBezTo>
                  <a:lnTo>
                    <a:pt x="1135439" y="49352"/>
                  </a:lnTo>
                  <a:cubicBezTo>
                    <a:pt x="1135439" y="45814"/>
                    <a:pt x="1134469" y="42718"/>
                    <a:pt x="1132441" y="39976"/>
                  </a:cubicBezTo>
                  <a:cubicBezTo>
                    <a:pt x="1130413" y="37235"/>
                    <a:pt x="1127591" y="35908"/>
                    <a:pt x="1123975" y="35908"/>
                  </a:cubicBezTo>
                  <a:cubicBezTo>
                    <a:pt x="1120977" y="35908"/>
                    <a:pt x="1118331" y="37058"/>
                    <a:pt x="1115950" y="39269"/>
                  </a:cubicBezTo>
                  <a:cubicBezTo>
                    <a:pt x="1113570" y="41481"/>
                    <a:pt x="1112423" y="44753"/>
                    <a:pt x="1112423" y="48998"/>
                  </a:cubicBezTo>
                  <a:lnTo>
                    <a:pt x="1112423" y="73763"/>
                  </a:lnTo>
                  <a:cubicBezTo>
                    <a:pt x="1112423" y="73763"/>
                    <a:pt x="1104663" y="73763"/>
                    <a:pt x="1104663" y="73763"/>
                  </a:cubicBezTo>
                  <a:lnTo>
                    <a:pt x="1104663" y="73586"/>
                  </a:lnTo>
                  <a:lnTo>
                    <a:pt x="1104663" y="29009"/>
                  </a:lnTo>
                  <a:cubicBezTo>
                    <a:pt x="1104663" y="29009"/>
                    <a:pt x="1111894" y="29009"/>
                    <a:pt x="1111894" y="29009"/>
                  </a:cubicBezTo>
                  <a:lnTo>
                    <a:pt x="1111894" y="36262"/>
                  </a:lnTo>
                  <a:cubicBezTo>
                    <a:pt x="1113481" y="33608"/>
                    <a:pt x="1115509" y="31663"/>
                    <a:pt x="1117978" y="30248"/>
                  </a:cubicBezTo>
                  <a:cubicBezTo>
                    <a:pt x="1120447" y="28833"/>
                    <a:pt x="1123181" y="28213"/>
                    <a:pt x="1126091" y="28213"/>
                  </a:cubicBezTo>
                  <a:close/>
                  <a:moveTo>
                    <a:pt x="655109" y="28213"/>
                  </a:moveTo>
                  <a:cubicBezTo>
                    <a:pt x="658107" y="28213"/>
                    <a:pt x="660929" y="29009"/>
                    <a:pt x="663575" y="30602"/>
                  </a:cubicBezTo>
                  <a:cubicBezTo>
                    <a:pt x="666132" y="32193"/>
                    <a:pt x="668248" y="34405"/>
                    <a:pt x="669836" y="37412"/>
                  </a:cubicBezTo>
                  <a:cubicBezTo>
                    <a:pt x="671423" y="40330"/>
                    <a:pt x="672217" y="43957"/>
                    <a:pt x="672217" y="48202"/>
                  </a:cubicBezTo>
                  <a:lnTo>
                    <a:pt x="672217" y="73851"/>
                  </a:lnTo>
                  <a:cubicBezTo>
                    <a:pt x="672217" y="73851"/>
                    <a:pt x="664457" y="73851"/>
                    <a:pt x="664457" y="73851"/>
                  </a:cubicBezTo>
                  <a:lnTo>
                    <a:pt x="664457" y="49352"/>
                  </a:lnTo>
                  <a:cubicBezTo>
                    <a:pt x="664457" y="45814"/>
                    <a:pt x="663487" y="42718"/>
                    <a:pt x="661459" y="39976"/>
                  </a:cubicBezTo>
                  <a:cubicBezTo>
                    <a:pt x="659431" y="37235"/>
                    <a:pt x="656609" y="35908"/>
                    <a:pt x="652993" y="35908"/>
                  </a:cubicBezTo>
                  <a:cubicBezTo>
                    <a:pt x="649995" y="35908"/>
                    <a:pt x="647349" y="37058"/>
                    <a:pt x="644968" y="39269"/>
                  </a:cubicBezTo>
                  <a:cubicBezTo>
                    <a:pt x="642588" y="41481"/>
                    <a:pt x="641441" y="44753"/>
                    <a:pt x="641441" y="48998"/>
                  </a:cubicBezTo>
                  <a:lnTo>
                    <a:pt x="641441" y="73763"/>
                  </a:lnTo>
                  <a:cubicBezTo>
                    <a:pt x="641441" y="73763"/>
                    <a:pt x="633681" y="73763"/>
                    <a:pt x="633681" y="73763"/>
                  </a:cubicBezTo>
                  <a:lnTo>
                    <a:pt x="633681" y="73586"/>
                  </a:lnTo>
                  <a:lnTo>
                    <a:pt x="633681" y="29009"/>
                  </a:lnTo>
                  <a:cubicBezTo>
                    <a:pt x="633681" y="29009"/>
                    <a:pt x="640912" y="29009"/>
                    <a:pt x="640912" y="29009"/>
                  </a:cubicBezTo>
                  <a:lnTo>
                    <a:pt x="640912" y="36262"/>
                  </a:lnTo>
                  <a:cubicBezTo>
                    <a:pt x="642499" y="33608"/>
                    <a:pt x="644527" y="31663"/>
                    <a:pt x="646996" y="30248"/>
                  </a:cubicBezTo>
                  <a:cubicBezTo>
                    <a:pt x="649465" y="28833"/>
                    <a:pt x="652199" y="28213"/>
                    <a:pt x="655109" y="28213"/>
                  </a:cubicBezTo>
                  <a:close/>
                  <a:moveTo>
                    <a:pt x="603875" y="28125"/>
                  </a:moveTo>
                  <a:cubicBezTo>
                    <a:pt x="606873" y="28125"/>
                    <a:pt x="609695" y="28921"/>
                    <a:pt x="612341" y="30514"/>
                  </a:cubicBezTo>
                  <a:cubicBezTo>
                    <a:pt x="614898" y="32105"/>
                    <a:pt x="617014" y="34316"/>
                    <a:pt x="618602" y="37324"/>
                  </a:cubicBezTo>
                  <a:cubicBezTo>
                    <a:pt x="620189" y="40242"/>
                    <a:pt x="620983" y="43868"/>
                    <a:pt x="620983" y="48114"/>
                  </a:cubicBezTo>
                  <a:lnTo>
                    <a:pt x="620983" y="73763"/>
                  </a:lnTo>
                  <a:cubicBezTo>
                    <a:pt x="620983" y="73763"/>
                    <a:pt x="613223" y="73763"/>
                    <a:pt x="613223" y="73763"/>
                  </a:cubicBezTo>
                  <a:lnTo>
                    <a:pt x="613223" y="49264"/>
                  </a:lnTo>
                  <a:cubicBezTo>
                    <a:pt x="613223" y="45726"/>
                    <a:pt x="612253" y="42630"/>
                    <a:pt x="610225" y="39888"/>
                  </a:cubicBezTo>
                  <a:cubicBezTo>
                    <a:pt x="608197" y="37146"/>
                    <a:pt x="605375" y="35820"/>
                    <a:pt x="601759" y="35820"/>
                  </a:cubicBezTo>
                  <a:cubicBezTo>
                    <a:pt x="598761" y="35820"/>
                    <a:pt x="596115" y="36970"/>
                    <a:pt x="593734" y="39181"/>
                  </a:cubicBezTo>
                  <a:cubicBezTo>
                    <a:pt x="591354" y="41393"/>
                    <a:pt x="590207" y="44665"/>
                    <a:pt x="590207" y="48910"/>
                  </a:cubicBezTo>
                  <a:lnTo>
                    <a:pt x="590207" y="73675"/>
                  </a:lnTo>
                  <a:cubicBezTo>
                    <a:pt x="590207" y="73675"/>
                    <a:pt x="582447" y="73675"/>
                    <a:pt x="582447" y="73675"/>
                  </a:cubicBezTo>
                  <a:lnTo>
                    <a:pt x="582447" y="73498"/>
                  </a:lnTo>
                  <a:lnTo>
                    <a:pt x="582447" y="28921"/>
                  </a:lnTo>
                  <a:cubicBezTo>
                    <a:pt x="582447" y="28921"/>
                    <a:pt x="589678" y="28921"/>
                    <a:pt x="589678" y="28921"/>
                  </a:cubicBezTo>
                  <a:lnTo>
                    <a:pt x="589678" y="36174"/>
                  </a:lnTo>
                  <a:cubicBezTo>
                    <a:pt x="591265" y="33520"/>
                    <a:pt x="593293" y="31575"/>
                    <a:pt x="595762" y="30160"/>
                  </a:cubicBezTo>
                  <a:cubicBezTo>
                    <a:pt x="598231" y="28745"/>
                    <a:pt x="600965" y="28125"/>
                    <a:pt x="603875" y="28125"/>
                  </a:cubicBezTo>
                  <a:close/>
                  <a:moveTo>
                    <a:pt x="1072918" y="27949"/>
                  </a:moveTo>
                  <a:cubicBezTo>
                    <a:pt x="1076887" y="27949"/>
                    <a:pt x="1080502" y="28922"/>
                    <a:pt x="1083765" y="30868"/>
                  </a:cubicBezTo>
                  <a:cubicBezTo>
                    <a:pt x="1087028" y="32814"/>
                    <a:pt x="1089673" y="35467"/>
                    <a:pt x="1091613" y="38828"/>
                  </a:cubicBezTo>
                  <a:cubicBezTo>
                    <a:pt x="1093553" y="42189"/>
                    <a:pt x="1094523" y="45904"/>
                    <a:pt x="1094523" y="50149"/>
                  </a:cubicBezTo>
                  <a:lnTo>
                    <a:pt x="1094523" y="53422"/>
                  </a:lnTo>
                  <a:cubicBezTo>
                    <a:pt x="1094523" y="53422"/>
                    <a:pt x="1066657" y="53422"/>
                    <a:pt x="1066657" y="53422"/>
                  </a:cubicBezTo>
                  <a:cubicBezTo>
                    <a:pt x="1065423" y="53422"/>
                    <a:pt x="1064188" y="53422"/>
                    <a:pt x="1062865" y="53245"/>
                  </a:cubicBezTo>
                  <a:cubicBezTo>
                    <a:pt x="1061542" y="53156"/>
                    <a:pt x="1060308" y="52980"/>
                    <a:pt x="1059073" y="52802"/>
                  </a:cubicBezTo>
                  <a:cubicBezTo>
                    <a:pt x="1059602" y="56782"/>
                    <a:pt x="1061278" y="60055"/>
                    <a:pt x="1064188" y="62797"/>
                  </a:cubicBezTo>
                  <a:cubicBezTo>
                    <a:pt x="1067098" y="65450"/>
                    <a:pt x="1070537" y="66866"/>
                    <a:pt x="1074593" y="66866"/>
                  </a:cubicBezTo>
                  <a:cubicBezTo>
                    <a:pt x="1077327" y="66866"/>
                    <a:pt x="1079796" y="66246"/>
                    <a:pt x="1082178" y="64920"/>
                  </a:cubicBezTo>
                  <a:cubicBezTo>
                    <a:pt x="1084470" y="63593"/>
                    <a:pt x="1086410" y="61913"/>
                    <a:pt x="1087820" y="59790"/>
                  </a:cubicBezTo>
                  <a:lnTo>
                    <a:pt x="1089938" y="68900"/>
                  </a:lnTo>
                  <a:cubicBezTo>
                    <a:pt x="1087909" y="70669"/>
                    <a:pt x="1085528" y="71996"/>
                    <a:pt x="1082882" y="72968"/>
                  </a:cubicBezTo>
                  <a:cubicBezTo>
                    <a:pt x="1080237" y="73941"/>
                    <a:pt x="1077503" y="74383"/>
                    <a:pt x="1074506" y="74383"/>
                  </a:cubicBezTo>
                  <a:cubicBezTo>
                    <a:pt x="1070008" y="74383"/>
                    <a:pt x="1066039" y="73322"/>
                    <a:pt x="1062512" y="71199"/>
                  </a:cubicBezTo>
                  <a:cubicBezTo>
                    <a:pt x="1058985" y="69076"/>
                    <a:pt x="1056251" y="66246"/>
                    <a:pt x="1054223" y="62708"/>
                  </a:cubicBezTo>
                  <a:cubicBezTo>
                    <a:pt x="1052195" y="59082"/>
                    <a:pt x="1051225" y="55102"/>
                    <a:pt x="1051225" y="50680"/>
                  </a:cubicBezTo>
                  <a:cubicBezTo>
                    <a:pt x="1051225" y="46434"/>
                    <a:pt x="1052195" y="42631"/>
                    <a:pt x="1054135" y="39182"/>
                  </a:cubicBezTo>
                  <a:cubicBezTo>
                    <a:pt x="1056075" y="35733"/>
                    <a:pt x="1058720" y="32990"/>
                    <a:pt x="1061983" y="30956"/>
                  </a:cubicBezTo>
                  <a:cubicBezTo>
                    <a:pt x="1065246" y="28922"/>
                    <a:pt x="1068950" y="27949"/>
                    <a:pt x="1072918" y="27949"/>
                  </a:cubicBezTo>
                  <a:close/>
                  <a:moveTo>
                    <a:pt x="1029003" y="27860"/>
                  </a:moveTo>
                  <a:cubicBezTo>
                    <a:pt x="1032089" y="27860"/>
                    <a:pt x="1034999" y="28479"/>
                    <a:pt x="1037645" y="29629"/>
                  </a:cubicBezTo>
                  <a:cubicBezTo>
                    <a:pt x="1040378" y="30779"/>
                    <a:pt x="1042671" y="32283"/>
                    <a:pt x="1044787" y="34140"/>
                  </a:cubicBezTo>
                  <a:lnTo>
                    <a:pt x="1042406" y="44223"/>
                  </a:lnTo>
                  <a:cubicBezTo>
                    <a:pt x="1041259" y="41746"/>
                    <a:pt x="1039408" y="39623"/>
                    <a:pt x="1037027" y="37943"/>
                  </a:cubicBezTo>
                  <a:cubicBezTo>
                    <a:pt x="1034646" y="36263"/>
                    <a:pt x="1031913" y="35378"/>
                    <a:pt x="1028914" y="35378"/>
                  </a:cubicBezTo>
                  <a:cubicBezTo>
                    <a:pt x="1026181" y="35378"/>
                    <a:pt x="1023623" y="36086"/>
                    <a:pt x="1021419" y="37501"/>
                  </a:cubicBezTo>
                  <a:cubicBezTo>
                    <a:pt x="1019127" y="38916"/>
                    <a:pt x="1017362" y="40773"/>
                    <a:pt x="1016040" y="43161"/>
                  </a:cubicBezTo>
                  <a:cubicBezTo>
                    <a:pt x="1014717" y="45549"/>
                    <a:pt x="1014012" y="48114"/>
                    <a:pt x="1014012" y="51034"/>
                  </a:cubicBezTo>
                  <a:cubicBezTo>
                    <a:pt x="1014012" y="53864"/>
                    <a:pt x="1014629" y="56429"/>
                    <a:pt x="1015952" y="58817"/>
                  </a:cubicBezTo>
                  <a:cubicBezTo>
                    <a:pt x="1017274" y="61204"/>
                    <a:pt x="1019038" y="63062"/>
                    <a:pt x="1021331" y="64477"/>
                  </a:cubicBezTo>
                  <a:cubicBezTo>
                    <a:pt x="1023623" y="65892"/>
                    <a:pt x="1026092" y="66599"/>
                    <a:pt x="1028826" y="66599"/>
                  </a:cubicBezTo>
                  <a:cubicBezTo>
                    <a:pt x="1031824" y="66599"/>
                    <a:pt x="1034558" y="65803"/>
                    <a:pt x="1036939" y="64124"/>
                  </a:cubicBezTo>
                  <a:cubicBezTo>
                    <a:pt x="1039320" y="62531"/>
                    <a:pt x="1041171" y="60408"/>
                    <a:pt x="1042318" y="57844"/>
                  </a:cubicBezTo>
                  <a:lnTo>
                    <a:pt x="1044610" y="67926"/>
                  </a:lnTo>
                  <a:cubicBezTo>
                    <a:pt x="1042583" y="69784"/>
                    <a:pt x="1040202" y="71288"/>
                    <a:pt x="1037468" y="72437"/>
                  </a:cubicBezTo>
                  <a:cubicBezTo>
                    <a:pt x="1034734" y="73587"/>
                    <a:pt x="1031824" y="74118"/>
                    <a:pt x="1028826" y="74118"/>
                  </a:cubicBezTo>
                  <a:lnTo>
                    <a:pt x="1028914" y="74294"/>
                  </a:lnTo>
                  <a:cubicBezTo>
                    <a:pt x="1024770" y="74294"/>
                    <a:pt x="1020978" y="73233"/>
                    <a:pt x="1017539" y="71110"/>
                  </a:cubicBezTo>
                  <a:cubicBezTo>
                    <a:pt x="1014100" y="68987"/>
                    <a:pt x="1011367" y="66245"/>
                    <a:pt x="1009338" y="62708"/>
                  </a:cubicBezTo>
                  <a:cubicBezTo>
                    <a:pt x="1007310" y="59171"/>
                    <a:pt x="1006251" y="55279"/>
                    <a:pt x="1006340" y="51034"/>
                  </a:cubicBezTo>
                  <a:cubicBezTo>
                    <a:pt x="1006340" y="46787"/>
                    <a:pt x="1007398" y="42897"/>
                    <a:pt x="1009426" y="39358"/>
                  </a:cubicBezTo>
                  <a:cubicBezTo>
                    <a:pt x="1011454" y="35821"/>
                    <a:pt x="1014188" y="33079"/>
                    <a:pt x="1017627" y="30956"/>
                  </a:cubicBezTo>
                  <a:cubicBezTo>
                    <a:pt x="1021066" y="28922"/>
                    <a:pt x="1024858" y="27860"/>
                    <a:pt x="1029003" y="27860"/>
                  </a:cubicBezTo>
                  <a:close/>
                  <a:moveTo>
                    <a:pt x="195412" y="26799"/>
                  </a:moveTo>
                  <a:cubicBezTo>
                    <a:pt x="195412" y="26799"/>
                    <a:pt x="203172" y="26799"/>
                    <a:pt x="203172" y="26799"/>
                  </a:cubicBezTo>
                  <a:lnTo>
                    <a:pt x="203172" y="71376"/>
                  </a:lnTo>
                  <a:cubicBezTo>
                    <a:pt x="203172" y="71376"/>
                    <a:pt x="195412" y="71376"/>
                    <a:pt x="195412" y="71376"/>
                  </a:cubicBezTo>
                  <a:close/>
                  <a:moveTo>
                    <a:pt x="1147" y="26533"/>
                  </a:moveTo>
                  <a:cubicBezTo>
                    <a:pt x="1147" y="26533"/>
                    <a:pt x="8907" y="26533"/>
                    <a:pt x="8907" y="26533"/>
                  </a:cubicBezTo>
                  <a:lnTo>
                    <a:pt x="8907" y="71110"/>
                  </a:lnTo>
                  <a:cubicBezTo>
                    <a:pt x="8907" y="71110"/>
                    <a:pt x="1147" y="71110"/>
                    <a:pt x="1147" y="71110"/>
                  </a:cubicBezTo>
                  <a:close/>
                  <a:moveTo>
                    <a:pt x="436152" y="26268"/>
                  </a:moveTo>
                  <a:cubicBezTo>
                    <a:pt x="440121" y="26268"/>
                    <a:pt x="443736" y="27241"/>
                    <a:pt x="446999" y="29187"/>
                  </a:cubicBezTo>
                  <a:cubicBezTo>
                    <a:pt x="450262" y="31133"/>
                    <a:pt x="452907" y="33786"/>
                    <a:pt x="454847" y="37147"/>
                  </a:cubicBezTo>
                  <a:cubicBezTo>
                    <a:pt x="456787" y="40508"/>
                    <a:pt x="457757" y="44223"/>
                    <a:pt x="457757" y="48468"/>
                  </a:cubicBezTo>
                  <a:lnTo>
                    <a:pt x="457757" y="51741"/>
                  </a:lnTo>
                  <a:cubicBezTo>
                    <a:pt x="457757" y="51741"/>
                    <a:pt x="429891" y="51741"/>
                    <a:pt x="429891" y="51741"/>
                  </a:cubicBezTo>
                  <a:cubicBezTo>
                    <a:pt x="428657" y="51741"/>
                    <a:pt x="427422" y="51741"/>
                    <a:pt x="426099" y="51563"/>
                  </a:cubicBezTo>
                  <a:cubicBezTo>
                    <a:pt x="424776" y="51475"/>
                    <a:pt x="423542" y="51299"/>
                    <a:pt x="422307" y="51121"/>
                  </a:cubicBezTo>
                  <a:cubicBezTo>
                    <a:pt x="422836" y="55102"/>
                    <a:pt x="424512" y="58374"/>
                    <a:pt x="427422" y="61116"/>
                  </a:cubicBezTo>
                  <a:cubicBezTo>
                    <a:pt x="430332" y="63769"/>
                    <a:pt x="433771" y="65185"/>
                    <a:pt x="437827" y="65185"/>
                  </a:cubicBezTo>
                  <a:cubicBezTo>
                    <a:pt x="440561" y="65185"/>
                    <a:pt x="443030" y="64565"/>
                    <a:pt x="445412" y="63239"/>
                  </a:cubicBezTo>
                  <a:cubicBezTo>
                    <a:pt x="447704" y="61912"/>
                    <a:pt x="449644" y="60232"/>
                    <a:pt x="451055" y="58109"/>
                  </a:cubicBezTo>
                  <a:lnTo>
                    <a:pt x="453172" y="67219"/>
                  </a:lnTo>
                  <a:cubicBezTo>
                    <a:pt x="451143" y="68988"/>
                    <a:pt x="448762" y="70314"/>
                    <a:pt x="446116" y="71287"/>
                  </a:cubicBezTo>
                  <a:cubicBezTo>
                    <a:pt x="443471" y="72260"/>
                    <a:pt x="440737" y="72702"/>
                    <a:pt x="437739" y="72702"/>
                  </a:cubicBezTo>
                  <a:cubicBezTo>
                    <a:pt x="433242" y="72702"/>
                    <a:pt x="429274" y="71641"/>
                    <a:pt x="425746" y="69518"/>
                  </a:cubicBezTo>
                  <a:cubicBezTo>
                    <a:pt x="422219" y="67395"/>
                    <a:pt x="419485" y="64565"/>
                    <a:pt x="417457" y="61027"/>
                  </a:cubicBezTo>
                  <a:cubicBezTo>
                    <a:pt x="415429" y="57401"/>
                    <a:pt x="414459" y="53421"/>
                    <a:pt x="414459" y="48999"/>
                  </a:cubicBezTo>
                  <a:cubicBezTo>
                    <a:pt x="414459" y="44753"/>
                    <a:pt x="415429" y="40950"/>
                    <a:pt x="417369" y="37501"/>
                  </a:cubicBezTo>
                  <a:cubicBezTo>
                    <a:pt x="419309" y="34052"/>
                    <a:pt x="421954" y="31309"/>
                    <a:pt x="425217" y="29275"/>
                  </a:cubicBezTo>
                  <a:cubicBezTo>
                    <a:pt x="428480" y="27241"/>
                    <a:pt x="432184" y="26268"/>
                    <a:pt x="436152" y="26268"/>
                  </a:cubicBezTo>
                  <a:close/>
                  <a:moveTo>
                    <a:pt x="342765" y="26268"/>
                  </a:moveTo>
                  <a:cubicBezTo>
                    <a:pt x="345763" y="26268"/>
                    <a:pt x="348585" y="27064"/>
                    <a:pt x="351231" y="28656"/>
                  </a:cubicBezTo>
                  <a:cubicBezTo>
                    <a:pt x="353788" y="30248"/>
                    <a:pt x="355904" y="32459"/>
                    <a:pt x="357492" y="35467"/>
                  </a:cubicBezTo>
                  <a:cubicBezTo>
                    <a:pt x="359079" y="38385"/>
                    <a:pt x="359873" y="42011"/>
                    <a:pt x="359873" y="46257"/>
                  </a:cubicBezTo>
                  <a:lnTo>
                    <a:pt x="359873" y="71906"/>
                  </a:lnTo>
                  <a:cubicBezTo>
                    <a:pt x="359873" y="71906"/>
                    <a:pt x="352113" y="71906"/>
                    <a:pt x="352113" y="71906"/>
                  </a:cubicBezTo>
                  <a:lnTo>
                    <a:pt x="352113" y="47407"/>
                  </a:lnTo>
                  <a:cubicBezTo>
                    <a:pt x="352113" y="43869"/>
                    <a:pt x="351143" y="40773"/>
                    <a:pt x="349115" y="38031"/>
                  </a:cubicBezTo>
                  <a:cubicBezTo>
                    <a:pt x="347086" y="35289"/>
                    <a:pt x="344265" y="33963"/>
                    <a:pt x="340649" y="33963"/>
                  </a:cubicBezTo>
                  <a:cubicBezTo>
                    <a:pt x="337651" y="33963"/>
                    <a:pt x="335005" y="35113"/>
                    <a:pt x="332624" y="37324"/>
                  </a:cubicBezTo>
                  <a:cubicBezTo>
                    <a:pt x="330244" y="39536"/>
                    <a:pt x="329097" y="42808"/>
                    <a:pt x="329097" y="47053"/>
                  </a:cubicBezTo>
                  <a:lnTo>
                    <a:pt x="329097" y="71818"/>
                  </a:lnTo>
                  <a:cubicBezTo>
                    <a:pt x="329097" y="71818"/>
                    <a:pt x="321337" y="71818"/>
                    <a:pt x="321337" y="71818"/>
                  </a:cubicBezTo>
                  <a:lnTo>
                    <a:pt x="321337" y="71641"/>
                  </a:lnTo>
                  <a:lnTo>
                    <a:pt x="321337" y="27064"/>
                  </a:lnTo>
                  <a:cubicBezTo>
                    <a:pt x="321337" y="27064"/>
                    <a:pt x="328568" y="27064"/>
                    <a:pt x="328568" y="27064"/>
                  </a:cubicBezTo>
                  <a:lnTo>
                    <a:pt x="328568" y="34317"/>
                  </a:lnTo>
                  <a:cubicBezTo>
                    <a:pt x="330155" y="31663"/>
                    <a:pt x="332183" y="29718"/>
                    <a:pt x="334652" y="28302"/>
                  </a:cubicBezTo>
                  <a:cubicBezTo>
                    <a:pt x="337121" y="26887"/>
                    <a:pt x="339855" y="26268"/>
                    <a:pt x="342765" y="26268"/>
                  </a:cubicBezTo>
                  <a:close/>
                  <a:moveTo>
                    <a:pt x="235272" y="26268"/>
                  </a:moveTo>
                  <a:cubicBezTo>
                    <a:pt x="238182" y="26268"/>
                    <a:pt x="241004" y="26887"/>
                    <a:pt x="243561" y="27948"/>
                  </a:cubicBezTo>
                  <a:cubicBezTo>
                    <a:pt x="246118" y="29099"/>
                    <a:pt x="248411" y="30691"/>
                    <a:pt x="250262" y="32725"/>
                  </a:cubicBezTo>
                  <a:lnTo>
                    <a:pt x="250262" y="26887"/>
                  </a:lnTo>
                  <a:cubicBezTo>
                    <a:pt x="250262" y="26887"/>
                    <a:pt x="257406" y="26887"/>
                    <a:pt x="257406" y="26887"/>
                  </a:cubicBezTo>
                  <a:lnTo>
                    <a:pt x="257406" y="71464"/>
                  </a:lnTo>
                  <a:cubicBezTo>
                    <a:pt x="257406" y="76329"/>
                    <a:pt x="256259" y="80485"/>
                    <a:pt x="254055" y="83935"/>
                  </a:cubicBezTo>
                  <a:cubicBezTo>
                    <a:pt x="251850" y="87384"/>
                    <a:pt x="249028" y="90037"/>
                    <a:pt x="245501" y="91895"/>
                  </a:cubicBezTo>
                  <a:cubicBezTo>
                    <a:pt x="241974" y="93752"/>
                    <a:pt x="238182" y="94636"/>
                    <a:pt x="234125" y="94636"/>
                  </a:cubicBezTo>
                  <a:lnTo>
                    <a:pt x="234038" y="94636"/>
                  </a:lnTo>
                  <a:cubicBezTo>
                    <a:pt x="230775" y="94636"/>
                    <a:pt x="227776" y="94106"/>
                    <a:pt x="225131" y="93133"/>
                  </a:cubicBezTo>
                  <a:cubicBezTo>
                    <a:pt x="222485" y="92160"/>
                    <a:pt x="220105" y="90745"/>
                    <a:pt x="217987" y="89064"/>
                  </a:cubicBezTo>
                  <a:lnTo>
                    <a:pt x="220105" y="79955"/>
                  </a:lnTo>
                  <a:cubicBezTo>
                    <a:pt x="221515" y="82077"/>
                    <a:pt x="223455" y="83846"/>
                    <a:pt x="225748" y="85173"/>
                  </a:cubicBezTo>
                  <a:cubicBezTo>
                    <a:pt x="228129" y="86499"/>
                    <a:pt x="230863" y="87207"/>
                    <a:pt x="233949" y="87207"/>
                  </a:cubicBezTo>
                  <a:cubicBezTo>
                    <a:pt x="238711" y="87207"/>
                    <a:pt x="242591" y="85704"/>
                    <a:pt x="245589" y="82697"/>
                  </a:cubicBezTo>
                  <a:cubicBezTo>
                    <a:pt x="248587" y="79689"/>
                    <a:pt x="250086" y="75798"/>
                    <a:pt x="250086" y="71021"/>
                  </a:cubicBezTo>
                  <a:lnTo>
                    <a:pt x="250086" y="65626"/>
                  </a:lnTo>
                  <a:cubicBezTo>
                    <a:pt x="248234" y="67572"/>
                    <a:pt x="245942" y="69164"/>
                    <a:pt x="243385" y="70314"/>
                  </a:cubicBezTo>
                  <a:cubicBezTo>
                    <a:pt x="240827" y="71464"/>
                    <a:pt x="238005" y="72083"/>
                    <a:pt x="235095" y="72083"/>
                  </a:cubicBezTo>
                  <a:cubicBezTo>
                    <a:pt x="231215" y="72083"/>
                    <a:pt x="227688" y="71021"/>
                    <a:pt x="224425" y="68988"/>
                  </a:cubicBezTo>
                  <a:cubicBezTo>
                    <a:pt x="221162" y="66953"/>
                    <a:pt x="218605" y="64123"/>
                    <a:pt x="216753" y="60673"/>
                  </a:cubicBezTo>
                  <a:cubicBezTo>
                    <a:pt x="214814" y="57225"/>
                    <a:pt x="213843" y="53332"/>
                    <a:pt x="213931" y="49176"/>
                  </a:cubicBezTo>
                  <a:cubicBezTo>
                    <a:pt x="213931" y="44930"/>
                    <a:pt x="214902" y="41127"/>
                    <a:pt x="216842" y="37677"/>
                  </a:cubicBezTo>
                  <a:cubicBezTo>
                    <a:pt x="218781" y="34228"/>
                    <a:pt x="221339" y="31487"/>
                    <a:pt x="224602" y="29364"/>
                  </a:cubicBezTo>
                  <a:cubicBezTo>
                    <a:pt x="227865" y="27329"/>
                    <a:pt x="231391" y="26268"/>
                    <a:pt x="235272" y="26268"/>
                  </a:cubicBezTo>
                  <a:close/>
                  <a:moveTo>
                    <a:pt x="392325" y="26180"/>
                  </a:moveTo>
                  <a:cubicBezTo>
                    <a:pt x="395411" y="26180"/>
                    <a:pt x="398321" y="26799"/>
                    <a:pt x="400967" y="27949"/>
                  </a:cubicBezTo>
                  <a:cubicBezTo>
                    <a:pt x="403700" y="29099"/>
                    <a:pt x="405993" y="30603"/>
                    <a:pt x="408109" y="32460"/>
                  </a:cubicBezTo>
                  <a:lnTo>
                    <a:pt x="405728" y="42543"/>
                  </a:lnTo>
                  <a:cubicBezTo>
                    <a:pt x="404581" y="40066"/>
                    <a:pt x="402730" y="37943"/>
                    <a:pt x="400349" y="36264"/>
                  </a:cubicBezTo>
                  <a:cubicBezTo>
                    <a:pt x="397968" y="34583"/>
                    <a:pt x="395235" y="33698"/>
                    <a:pt x="392236" y="33698"/>
                  </a:cubicBezTo>
                  <a:cubicBezTo>
                    <a:pt x="389503" y="33698"/>
                    <a:pt x="386945" y="34406"/>
                    <a:pt x="384741" y="35821"/>
                  </a:cubicBezTo>
                  <a:cubicBezTo>
                    <a:pt x="382449" y="37236"/>
                    <a:pt x="380684" y="39094"/>
                    <a:pt x="379362" y="41481"/>
                  </a:cubicBezTo>
                  <a:cubicBezTo>
                    <a:pt x="378039" y="43869"/>
                    <a:pt x="377334" y="46434"/>
                    <a:pt x="377334" y="49353"/>
                  </a:cubicBezTo>
                  <a:cubicBezTo>
                    <a:pt x="377334" y="52184"/>
                    <a:pt x="377951" y="54749"/>
                    <a:pt x="379274" y="57137"/>
                  </a:cubicBezTo>
                  <a:cubicBezTo>
                    <a:pt x="380596" y="59524"/>
                    <a:pt x="382360" y="61382"/>
                    <a:pt x="384653" y="62797"/>
                  </a:cubicBezTo>
                  <a:cubicBezTo>
                    <a:pt x="386945" y="64213"/>
                    <a:pt x="389414" y="64920"/>
                    <a:pt x="392148" y="64920"/>
                  </a:cubicBezTo>
                  <a:cubicBezTo>
                    <a:pt x="395146" y="64920"/>
                    <a:pt x="397880" y="64123"/>
                    <a:pt x="400261" y="62444"/>
                  </a:cubicBezTo>
                  <a:cubicBezTo>
                    <a:pt x="402642" y="60851"/>
                    <a:pt x="404494" y="58728"/>
                    <a:pt x="405640" y="56164"/>
                  </a:cubicBezTo>
                  <a:lnTo>
                    <a:pt x="407932" y="66246"/>
                  </a:lnTo>
                  <a:cubicBezTo>
                    <a:pt x="405905" y="68103"/>
                    <a:pt x="403524" y="69608"/>
                    <a:pt x="400790" y="70757"/>
                  </a:cubicBezTo>
                  <a:cubicBezTo>
                    <a:pt x="398056" y="71907"/>
                    <a:pt x="395146" y="72438"/>
                    <a:pt x="392148" y="72438"/>
                  </a:cubicBezTo>
                  <a:lnTo>
                    <a:pt x="392236" y="72614"/>
                  </a:lnTo>
                  <a:cubicBezTo>
                    <a:pt x="388092" y="72614"/>
                    <a:pt x="384300" y="71553"/>
                    <a:pt x="380861" y="69430"/>
                  </a:cubicBezTo>
                  <a:cubicBezTo>
                    <a:pt x="377422" y="67307"/>
                    <a:pt x="374689" y="64566"/>
                    <a:pt x="372660" y="61028"/>
                  </a:cubicBezTo>
                  <a:cubicBezTo>
                    <a:pt x="370632" y="57491"/>
                    <a:pt x="369573" y="53599"/>
                    <a:pt x="369662" y="49353"/>
                  </a:cubicBezTo>
                  <a:cubicBezTo>
                    <a:pt x="369662" y="45108"/>
                    <a:pt x="370720" y="41216"/>
                    <a:pt x="372748" y="37679"/>
                  </a:cubicBezTo>
                  <a:cubicBezTo>
                    <a:pt x="374776" y="34140"/>
                    <a:pt x="377511" y="31399"/>
                    <a:pt x="380949" y="29276"/>
                  </a:cubicBezTo>
                  <a:cubicBezTo>
                    <a:pt x="384388" y="27241"/>
                    <a:pt x="388180" y="26180"/>
                    <a:pt x="392325" y="26180"/>
                  </a:cubicBezTo>
                  <a:close/>
                  <a:moveTo>
                    <a:pt x="289592" y="26002"/>
                  </a:moveTo>
                  <a:cubicBezTo>
                    <a:pt x="293561" y="26002"/>
                    <a:pt x="297087" y="26975"/>
                    <a:pt x="300439" y="28921"/>
                  </a:cubicBezTo>
                  <a:cubicBezTo>
                    <a:pt x="303702" y="30867"/>
                    <a:pt x="306347" y="33520"/>
                    <a:pt x="308287" y="36881"/>
                  </a:cubicBezTo>
                  <a:cubicBezTo>
                    <a:pt x="310227" y="40242"/>
                    <a:pt x="311197" y="43957"/>
                    <a:pt x="311197" y="48202"/>
                  </a:cubicBezTo>
                  <a:lnTo>
                    <a:pt x="311197" y="51475"/>
                  </a:lnTo>
                  <a:cubicBezTo>
                    <a:pt x="311197" y="51475"/>
                    <a:pt x="283331" y="51475"/>
                    <a:pt x="283331" y="51475"/>
                  </a:cubicBezTo>
                  <a:cubicBezTo>
                    <a:pt x="282097" y="51475"/>
                    <a:pt x="280862" y="51475"/>
                    <a:pt x="279539" y="51298"/>
                  </a:cubicBezTo>
                  <a:cubicBezTo>
                    <a:pt x="278216" y="51209"/>
                    <a:pt x="276982" y="51033"/>
                    <a:pt x="275747" y="50855"/>
                  </a:cubicBezTo>
                  <a:cubicBezTo>
                    <a:pt x="276276" y="54835"/>
                    <a:pt x="277952" y="58108"/>
                    <a:pt x="280862" y="60850"/>
                  </a:cubicBezTo>
                  <a:cubicBezTo>
                    <a:pt x="283772" y="63503"/>
                    <a:pt x="287211" y="64919"/>
                    <a:pt x="291267" y="64919"/>
                  </a:cubicBezTo>
                  <a:cubicBezTo>
                    <a:pt x="294001" y="64919"/>
                    <a:pt x="296470" y="64299"/>
                    <a:pt x="298851" y="62973"/>
                  </a:cubicBezTo>
                  <a:cubicBezTo>
                    <a:pt x="301144" y="61646"/>
                    <a:pt x="303084" y="59966"/>
                    <a:pt x="304495" y="57843"/>
                  </a:cubicBezTo>
                  <a:lnTo>
                    <a:pt x="306612" y="66953"/>
                  </a:lnTo>
                  <a:cubicBezTo>
                    <a:pt x="304583" y="68722"/>
                    <a:pt x="302202" y="70049"/>
                    <a:pt x="299556" y="71021"/>
                  </a:cubicBezTo>
                  <a:cubicBezTo>
                    <a:pt x="296911" y="71994"/>
                    <a:pt x="294177" y="72436"/>
                    <a:pt x="291179" y="72436"/>
                  </a:cubicBezTo>
                  <a:cubicBezTo>
                    <a:pt x="286682" y="72436"/>
                    <a:pt x="282714" y="71375"/>
                    <a:pt x="279186" y="69252"/>
                  </a:cubicBezTo>
                  <a:cubicBezTo>
                    <a:pt x="275659" y="67129"/>
                    <a:pt x="272925" y="64299"/>
                    <a:pt x="270897" y="60761"/>
                  </a:cubicBezTo>
                  <a:cubicBezTo>
                    <a:pt x="268869" y="57135"/>
                    <a:pt x="267899" y="53155"/>
                    <a:pt x="267899" y="48733"/>
                  </a:cubicBezTo>
                  <a:cubicBezTo>
                    <a:pt x="267899" y="44487"/>
                    <a:pt x="268869" y="40685"/>
                    <a:pt x="270809" y="37235"/>
                  </a:cubicBezTo>
                  <a:cubicBezTo>
                    <a:pt x="272749" y="33786"/>
                    <a:pt x="275394" y="31043"/>
                    <a:pt x="278657" y="29010"/>
                  </a:cubicBezTo>
                  <a:cubicBezTo>
                    <a:pt x="281920" y="26975"/>
                    <a:pt x="285623" y="26002"/>
                    <a:pt x="289592" y="26002"/>
                  </a:cubicBezTo>
                  <a:close/>
                  <a:moveTo>
                    <a:pt x="120987" y="25738"/>
                  </a:moveTo>
                  <a:cubicBezTo>
                    <a:pt x="124956" y="25738"/>
                    <a:pt x="128571" y="26711"/>
                    <a:pt x="131834" y="28656"/>
                  </a:cubicBezTo>
                  <a:cubicBezTo>
                    <a:pt x="135097" y="30603"/>
                    <a:pt x="137742" y="33256"/>
                    <a:pt x="139682" y="36617"/>
                  </a:cubicBezTo>
                  <a:cubicBezTo>
                    <a:pt x="141622" y="39978"/>
                    <a:pt x="142592" y="43693"/>
                    <a:pt x="142592" y="47938"/>
                  </a:cubicBezTo>
                  <a:lnTo>
                    <a:pt x="142592" y="51211"/>
                  </a:lnTo>
                  <a:cubicBezTo>
                    <a:pt x="142592" y="51211"/>
                    <a:pt x="114726" y="51211"/>
                    <a:pt x="114726" y="51211"/>
                  </a:cubicBezTo>
                  <a:cubicBezTo>
                    <a:pt x="113492" y="51211"/>
                    <a:pt x="112257" y="51211"/>
                    <a:pt x="110934" y="51034"/>
                  </a:cubicBezTo>
                  <a:cubicBezTo>
                    <a:pt x="109611" y="50945"/>
                    <a:pt x="108377" y="50769"/>
                    <a:pt x="107142" y="50591"/>
                  </a:cubicBezTo>
                  <a:cubicBezTo>
                    <a:pt x="107671" y="54571"/>
                    <a:pt x="109347" y="57844"/>
                    <a:pt x="112257" y="60586"/>
                  </a:cubicBezTo>
                  <a:cubicBezTo>
                    <a:pt x="115167" y="63239"/>
                    <a:pt x="118606" y="64655"/>
                    <a:pt x="122662" y="64655"/>
                  </a:cubicBezTo>
                  <a:cubicBezTo>
                    <a:pt x="125396" y="64655"/>
                    <a:pt x="127865" y="64035"/>
                    <a:pt x="130246" y="62709"/>
                  </a:cubicBezTo>
                  <a:cubicBezTo>
                    <a:pt x="132539" y="61382"/>
                    <a:pt x="134479" y="59702"/>
                    <a:pt x="135889" y="57579"/>
                  </a:cubicBezTo>
                  <a:lnTo>
                    <a:pt x="138007" y="66689"/>
                  </a:lnTo>
                  <a:cubicBezTo>
                    <a:pt x="135978" y="68458"/>
                    <a:pt x="133597" y="69785"/>
                    <a:pt x="130951" y="70757"/>
                  </a:cubicBezTo>
                  <a:cubicBezTo>
                    <a:pt x="128306" y="71730"/>
                    <a:pt x="125572" y="72172"/>
                    <a:pt x="122574" y="72172"/>
                  </a:cubicBezTo>
                  <a:cubicBezTo>
                    <a:pt x="118077" y="72172"/>
                    <a:pt x="114108" y="71111"/>
                    <a:pt x="110581" y="68988"/>
                  </a:cubicBezTo>
                  <a:cubicBezTo>
                    <a:pt x="107054" y="66865"/>
                    <a:pt x="104320" y="64035"/>
                    <a:pt x="102292" y="60497"/>
                  </a:cubicBezTo>
                  <a:cubicBezTo>
                    <a:pt x="100264" y="56871"/>
                    <a:pt x="99294" y="52891"/>
                    <a:pt x="99294" y="48469"/>
                  </a:cubicBezTo>
                  <a:cubicBezTo>
                    <a:pt x="99294" y="44223"/>
                    <a:pt x="100264" y="40420"/>
                    <a:pt x="102204" y="36971"/>
                  </a:cubicBezTo>
                  <a:cubicBezTo>
                    <a:pt x="104144" y="33522"/>
                    <a:pt x="106789" y="30779"/>
                    <a:pt x="110052" y="28745"/>
                  </a:cubicBezTo>
                  <a:cubicBezTo>
                    <a:pt x="113315" y="26711"/>
                    <a:pt x="117018" y="25738"/>
                    <a:pt x="120987" y="25738"/>
                  </a:cubicBezTo>
                  <a:close/>
                  <a:moveTo>
                    <a:pt x="43915" y="25738"/>
                  </a:moveTo>
                  <a:cubicBezTo>
                    <a:pt x="46913" y="25738"/>
                    <a:pt x="49735" y="26534"/>
                    <a:pt x="52381" y="28126"/>
                  </a:cubicBezTo>
                  <a:cubicBezTo>
                    <a:pt x="54938" y="29718"/>
                    <a:pt x="57054" y="31929"/>
                    <a:pt x="58642" y="34937"/>
                  </a:cubicBezTo>
                  <a:cubicBezTo>
                    <a:pt x="60229" y="37855"/>
                    <a:pt x="61023" y="41482"/>
                    <a:pt x="61023" y="45726"/>
                  </a:cubicBezTo>
                  <a:lnTo>
                    <a:pt x="61023" y="71376"/>
                  </a:lnTo>
                  <a:cubicBezTo>
                    <a:pt x="61023" y="71376"/>
                    <a:pt x="53263" y="71376"/>
                    <a:pt x="53263" y="71376"/>
                  </a:cubicBezTo>
                  <a:lnTo>
                    <a:pt x="53263" y="46877"/>
                  </a:lnTo>
                  <a:cubicBezTo>
                    <a:pt x="53263" y="43339"/>
                    <a:pt x="52293" y="40243"/>
                    <a:pt x="50265" y="37501"/>
                  </a:cubicBezTo>
                  <a:cubicBezTo>
                    <a:pt x="48236" y="34760"/>
                    <a:pt x="45415" y="33433"/>
                    <a:pt x="41799" y="33433"/>
                  </a:cubicBezTo>
                  <a:cubicBezTo>
                    <a:pt x="38801" y="33433"/>
                    <a:pt x="36155" y="34583"/>
                    <a:pt x="33774" y="36794"/>
                  </a:cubicBezTo>
                  <a:cubicBezTo>
                    <a:pt x="31394" y="39005"/>
                    <a:pt x="30247" y="42278"/>
                    <a:pt x="30247" y="46523"/>
                  </a:cubicBezTo>
                  <a:lnTo>
                    <a:pt x="30247" y="71288"/>
                  </a:lnTo>
                  <a:cubicBezTo>
                    <a:pt x="30247" y="71288"/>
                    <a:pt x="22487" y="71288"/>
                    <a:pt x="22487" y="71288"/>
                  </a:cubicBezTo>
                  <a:lnTo>
                    <a:pt x="22487" y="71111"/>
                  </a:lnTo>
                  <a:lnTo>
                    <a:pt x="22487" y="26534"/>
                  </a:lnTo>
                  <a:cubicBezTo>
                    <a:pt x="22487" y="26534"/>
                    <a:pt x="29718" y="26534"/>
                    <a:pt x="29718" y="26534"/>
                  </a:cubicBezTo>
                  <a:lnTo>
                    <a:pt x="29718" y="33787"/>
                  </a:lnTo>
                  <a:cubicBezTo>
                    <a:pt x="31305" y="31133"/>
                    <a:pt x="33333" y="29188"/>
                    <a:pt x="35802" y="27772"/>
                  </a:cubicBezTo>
                  <a:cubicBezTo>
                    <a:pt x="38271" y="26357"/>
                    <a:pt x="41005" y="25738"/>
                    <a:pt x="43915" y="25738"/>
                  </a:cubicBezTo>
                  <a:close/>
                  <a:moveTo>
                    <a:pt x="504141" y="22110"/>
                  </a:moveTo>
                  <a:cubicBezTo>
                    <a:pt x="502465" y="22110"/>
                    <a:pt x="500966" y="22730"/>
                    <a:pt x="499907" y="23968"/>
                  </a:cubicBezTo>
                  <a:cubicBezTo>
                    <a:pt x="498762" y="25206"/>
                    <a:pt x="498232" y="26621"/>
                    <a:pt x="498232" y="28390"/>
                  </a:cubicBezTo>
                  <a:cubicBezTo>
                    <a:pt x="498232" y="29541"/>
                    <a:pt x="498497" y="30602"/>
                    <a:pt x="499114" y="31575"/>
                  </a:cubicBezTo>
                  <a:cubicBezTo>
                    <a:pt x="499643" y="32548"/>
                    <a:pt x="500348" y="33697"/>
                    <a:pt x="501054" y="34848"/>
                  </a:cubicBezTo>
                  <a:lnTo>
                    <a:pt x="502641" y="37235"/>
                  </a:lnTo>
                  <a:lnTo>
                    <a:pt x="502641" y="37147"/>
                  </a:lnTo>
                  <a:lnTo>
                    <a:pt x="505022" y="35909"/>
                  </a:lnTo>
                  <a:cubicBezTo>
                    <a:pt x="505551" y="35644"/>
                    <a:pt x="506169" y="35202"/>
                    <a:pt x="507051" y="34671"/>
                  </a:cubicBezTo>
                  <a:cubicBezTo>
                    <a:pt x="507844" y="34139"/>
                    <a:pt x="508638" y="33344"/>
                    <a:pt x="509255" y="32282"/>
                  </a:cubicBezTo>
                  <a:cubicBezTo>
                    <a:pt x="509873" y="31221"/>
                    <a:pt x="510226" y="29983"/>
                    <a:pt x="510226" y="28568"/>
                  </a:cubicBezTo>
                  <a:cubicBezTo>
                    <a:pt x="510226" y="26799"/>
                    <a:pt x="509696" y="25294"/>
                    <a:pt x="508461" y="23968"/>
                  </a:cubicBezTo>
                  <a:cubicBezTo>
                    <a:pt x="507315" y="22730"/>
                    <a:pt x="505904" y="22110"/>
                    <a:pt x="504141" y="22110"/>
                  </a:cubicBezTo>
                  <a:close/>
                  <a:moveTo>
                    <a:pt x="868732" y="21384"/>
                  </a:moveTo>
                  <a:lnTo>
                    <a:pt x="868775" y="21403"/>
                  </a:lnTo>
                  <a:lnTo>
                    <a:pt x="868687" y="21403"/>
                  </a:lnTo>
                  <a:close/>
                  <a:moveTo>
                    <a:pt x="564942" y="20853"/>
                  </a:moveTo>
                  <a:lnTo>
                    <a:pt x="564985" y="20872"/>
                  </a:lnTo>
                  <a:lnTo>
                    <a:pt x="564897" y="20872"/>
                  </a:lnTo>
                  <a:close/>
                  <a:moveTo>
                    <a:pt x="199337" y="18731"/>
                  </a:moveTo>
                  <a:lnTo>
                    <a:pt x="199380" y="18750"/>
                  </a:lnTo>
                  <a:lnTo>
                    <a:pt x="199292" y="18750"/>
                  </a:lnTo>
                  <a:close/>
                  <a:moveTo>
                    <a:pt x="5071" y="18465"/>
                  </a:moveTo>
                  <a:lnTo>
                    <a:pt x="5114" y="18484"/>
                  </a:lnTo>
                  <a:lnTo>
                    <a:pt x="5026" y="18484"/>
                  </a:lnTo>
                  <a:close/>
                  <a:moveTo>
                    <a:pt x="504229" y="15920"/>
                  </a:moveTo>
                  <a:cubicBezTo>
                    <a:pt x="506522" y="15920"/>
                    <a:pt x="508549" y="16450"/>
                    <a:pt x="510401" y="17600"/>
                  </a:cubicBezTo>
                  <a:cubicBezTo>
                    <a:pt x="512253" y="18750"/>
                    <a:pt x="513752" y="20253"/>
                    <a:pt x="514899" y="22110"/>
                  </a:cubicBezTo>
                  <a:cubicBezTo>
                    <a:pt x="516045" y="23968"/>
                    <a:pt x="516574" y="26179"/>
                    <a:pt x="516574" y="28479"/>
                  </a:cubicBezTo>
                  <a:cubicBezTo>
                    <a:pt x="516574" y="31045"/>
                    <a:pt x="515957" y="33078"/>
                    <a:pt x="514899" y="34759"/>
                  </a:cubicBezTo>
                  <a:cubicBezTo>
                    <a:pt x="513752" y="36439"/>
                    <a:pt x="512518" y="37678"/>
                    <a:pt x="511107" y="38650"/>
                  </a:cubicBezTo>
                  <a:cubicBezTo>
                    <a:pt x="509696" y="39535"/>
                    <a:pt x="508638" y="40243"/>
                    <a:pt x="507844" y="40685"/>
                  </a:cubicBezTo>
                  <a:lnTo>
                    <a:pt x="505904" y="41746"/>
                  </a:lnTo>
                  <a:lnTo>
                    <a:pt x="518074" y="59435"/>
                  </a:lnTo>
                  <a:cubicBezTo>
                    <a:pt x="520631" y="56251"/>
                    <a:pt x="522130" y="52625"/>
                    <a:pt x="522482" y="48468"/>
                  </a:cubicBezTo>
                  <a:lnTo>
                    <a:pt x="527156" y="55190"/>
                  </a:lnTo>
                  <a:cubicBezTo>
                    <a:pt x="525834" y="58816"/>
                    <a:pt x="523893" y="62000"/>
                    <a:pt x="521336" y="64653"/>
                  </a:cubicBezTo>
                  <a:lnTo>
                    <a:pt x="526275" y="71729"/>
                  </a:lnTo>
                  <a:lnTo>
                    <a:pt x="518778" y="71729"/>
                  </a:lnTo>
                  <a:cubicBezTo>
                    <a:pt x="518778" y="71729"/>
                    <a:pt x="516398" y="68368"/>
                    <a:pt x="516398" y="68368"/>
                  </a:cubicBezTo>
                  <a:cubicBezTo>
                    <a:pt x="514634" y="69783"/>
                    <a:pt x="512783" y="70756"/>
                    <a:pt x="510754" y="71463"/>
                  </a:cubicBezTo>
                  <a:cubicBezTo>
                    <a:pt x="508726" y="72171"/>
                    <a:pt x="506698" y="72437"/>
                    <a:pt x="504670" y="72437"/>
                  </a:cubicBezTo>
                  <a:lnTo>
                    <a:pt x="504758" y="72702"/>
                  </a:lnTo>
                  <a:cubicBezTo>
                    <a:pt x="501407" y="72702"/>
                    <a:pt x="498409" y="71995"/>
                    <a:pt x="495763" y="70490"/>
                  </a:cubicBezTo>
                  <a:cubicBezTo>
                    <a:pt x="493118" y="69075"/>
                    <a:pt x="491090" y="67041"/>
                    <a:pt x="489590" y="64388"/>
                  </a:cubicBezTo>
                  <a:cubicBezTo>
                    <a:pt x="488092" y="61823"/>
                    <a:pt x="487386" y="58816"/>
                    <a:pt x="487386" y="55455"/>
                  </a:cubicBezTo>
                  <a:cubicBezTo>
                    <a:pt x="487386" y="52625"/>
                    <a:pt x="487915" y="50149"/>
                    <a:pt x="488973" y="48202"/>
                  </a:cubicBezTo>
                  <a:cubicBezTo>
                    <a:pt x="490031" y="46257"/>
                    <a:pt x="491355" y="44576"/>
                    <a:pt x="492853" y="43249"/>
                  </a:cubicBezTo>
                  <a:cubicBezTo>
                    <a:pt x="494353" y="41923"/>
                    <a:pt x="495763" y="40950"/>
                    <a:pt x="496997" y="40154"/>
                  </a:cubicBezTo>
                  <a:lnTo>
                    <a:pt x="495852" y="38562"/>
                  </a:lnTo>
                  <a:cubicBezTo>
                    <a:pt x="494881" y="37235"/>
                    <a:pt x="494000" y="35732"/>
                    <a:pt x="493206" y="34139"/>
                  </a:cubicBezTo>
                  <a:cubicBezTo>
                    <a:pt x="492412" y="32548"/>
                    <a:pt x="491971" y="30691"/>
                    <a:pt x="491971" y="28568"/>
                  </a:cubicBezTo>
                  <a:cubicBezTo>
                    <a:pt x="491971" y="26179"/>
                    <a:pt x="492500" y="23968"/>
                    <a:pt x="493647" y="22110"/>
                  </a:cubicBezTo>
                  <a:cubicBezTo>
                    <a:pt x="494705" y="20253"/>
                    <a:pt x="496204" y="18750"/>
                    <a:pt x="498056" y="17600"/>
                  </a:cubicBezTo>
                  <a:cubicBezTo>
                    <a:pt x="499907" y="16450"/>
                    <a:pt x="501936" y="15920"/>
                    <a:pt x="504229" y="15920"/>
                  </a:cubicBezTo>
                  <a:close/>
                  <a:moveTo>
                    <a:pt x="838087" y="14417"/>
                  </a:moveTo>
                  <a:cubicBezTo>
                    <a:pt x="838087" y="14417"/>
                    <a:pt x="845407" y="14417"/>
                    <a:pt x="845407" y="14417"/>
                  </a:cubicBezTo>
                  <a:lnTo>
                    <a:pt x="845407" y="29276"/>
                  </a:lnTo>
                  <a:cubicBezTo>
                    <a:pt x="845407" y="29276"/>
                    <a:pt x="855989" y="29276"/>
                    <a:pt x="855989" y="29276"/>
                  </a:cubicBezTo>
                  <a:lnTo>
                    <a:pt x="855989" y="35998"/>
                  </a:lnTo>
                  <a:cubicBezTo>
                    <a:pt x="855989" y="35998"/>
                    <a:pt x="845583" y="35998"/>
                    <a:pt x="845583" y="35998"/>
                  </a:cubicBezTo>
                  <a:lnTo>
                    <a:pt x="845583" y="73940"/>
                  </a:lnTo>
                  <a:cubicBezTo>
                    <a:pt x="845583" y="73940"/>
                    <a:pt x="837822" y="73940"/>
                    <a:pt x="837822" y="73940"/>
                  </a:cubicBezTo>
                  <a:lnTo>
                    <a:pt x="837822" y="35998"/>
                  </a:lnTo>
                  <a:cubicBezTo>
                    <a:pt x="837822" y="35998"/>
                    <a:pt x="828211" y="35998"/>
                    <a:pt x="828211" y="35998"/>
                  </a:cubicBezTo>
                  <a:lnTo>
                    <a:pt x="828211" y="29276"/>
                  </a:lnTo>
                  <a:cubicBezTo>
                    <a:pt x="828211" y="29276"/>
                    <a:pt x="838087" y="29276"/>
                    <a:pt x="838087" y="29276"/>
                  </a:cubicBezTo>
                  <a:close/>
                  <a:moveTo>
                    <a:pt x="1159689" y="14151"/>
                  </a:moveTo>
                  <a:cubicBezTo>
                    <a:pt x="1159689" y="14151"/>
                    <a:pt x="1167009" y="14151"/>
                    <a:pt x="1167009" y="14151"/>
                  </a:cubicBezTo>
                  <a:lnTo>
                    <a:pt x="1167009" y="29010"/>
                  </a:lnTo>
                  <a:cubicBezTo>
                    <a:pt x="1167009" y="29010"/>
                    <a:pt x="1177591" y="29010"/>
                    <a:pt x="1177591" y="29010"/>
                  </a:cubicBezTo>
                  <a:lnTo>
                    <a:pt x="1177591" y="35732"/>
                  </a:lnTo>
                  <a:cubicBezTo>
                    <a:pt x="1177591" y="35732"/>
                    <a:pt x="1167185" y="35732"/>
                    <a:pt x="1167185" y="35732"/>
                  </a:cubicBezTo>
                  <a:lnTo>
                    <a:pt x="1167185" y="73674"/>
                  </a:lnTo>
                  <a:cubicBezTo>
                    <a:pt x="1167185" y="73674"/>
                    <a:pt x="1159424" y="73674"/>
                    <a:pt x="1159424" y="73674"/>
                  </a:cubicBezTo>
                  <a:lnTo>
                    <a:pt x="1159424" y="35732"/>
                  </a:lnTo>
                  <a:cubicBezTo>
                    <a:pt x="1159424" y="35732"/>
                    <a:pt x="1149813" y="35732"/>
                    <a:pt x="1149813" y="35732"/>
                  </a:cubicBezTo>
                  <a:lnTo>
                    <a:pt x="1149813" y="29010"/>
                  </a:lnTo>
                  <a:cubicBezTo>
                    <a:pt x="1149813" y="29010"/>
                    <a:pt x="1159689" y="29010"/>
                    <a:pt x="1159689" y="29010"/>
                  </a:cubicBezTo>
                  <a:close/>
                  <a:moveTo>
                    <a:pt x="77600" y="11675"/>
                  </a:moveTo>
                  <a:cubicBezTo>
                    <a:pt x="77600" y="11675"/>
                    <a:pt x="84920" y="11675"/>
                    <a:pt x="84920" y="11675"/>
                  </a:cubicBezTo>
                  <a:lnTo>
                    <a:pt x="84920" y="26533"/>
                  </a:lnTo>
                  <a:cubicBezTo>
                    <a:pt x="84920" y="26533"/>
                    <a:pt x="95502" y="26533"/>
                    <a:pt x="95502" y="26533"/>
                  </a:cubicBezTo>
                  <a:lnTo>
                    <a:pt x="95502" y="33256"/>
                  </a:lnTo>
                  <a:cubicBezTo>
                    <a:pt x="95502" y="33256"/>
                    <a:pt x="85096" y="33256"/>
                    <a:pt x="85096" y="33256"/>
                  </a:cubicBezTo>
                  <a:lnTo>
                    <a:pt x="85096" y="71198"/>
                  </a:lnTo>
                  <a:cubicBezTo>
                    <a:pt x="85096" y="71198"/>
                    <a:pt x="77335" y="71198"/>
                    <a:pt x="77335" y="71198"/>
                  </a:cubicBezTo>
                  <a:lnTo>
                    <a:pt x="77335" y="33256"/>
                  </a:lnTo>
                  <a:cubicBezTo>
                    <a:pt x="77335" y="33256"/>
                    <a:pt x="67724" y="33256"/>
                    <a:pt x="67724" y="33256"/>
                  </a:cubicBezTo>
                  <a:lnTo>
                    <a:pt x="67724" y="26533"/>
                  </a:lnTo>
                  <a:cubicBezTo>
                    <a:pt x="67724" y="26533"/>
                    <a:pt x="77600" y="26533"/>
                    <a:pt x="77600" y="26533"/>
                  </a:cubicBezTo>
                  <a:close/>
                  <a:moveTo>
                    <a:pt x="868775" y="10702"/>
                  </a:moveTo>
                  <a:cubicBezTo>
                    <a:pt x="870275" y="10702"/>
                    <a:pt x="871509" y="11232"/>
                    <a:pt x="872479" y="12205"/>
                  </a:cubicBezTo>
                  <a:cubicBezTo>
                    <a:pt x="873449" y="13266"/>
                    <a:pt x="873978" y="14505"/>
                    <a:pt x="873890" y="16008"/>
                  </a:cubicBezTo>
                  <a:cubicBezTo>
                    <a:pt x="873890" y="17512"/>
                    <a:pt x="873360" y="18751"/>
                    <a:pt x="872391" y="19812"/>
                  </a:cubicBezTo>
                  <a:lnTo>
                    <a:pt x="868732" y="21384"/>
                  </a:lnTo>
                  <a:lnTo>
                    <a:pt x="865160" y="19812"/>
                  </a:lnTo>
                  <a:cubicBezTo>
                    <a:pt x="864190" y="18751"/>
                    <a:pt x="863661" y="17512"/>
                    <a:pt x="863661" y="16008"/>
                  </a:cubicBezTo>
                  <a:cubicBezTo>
                    <a:pt x="863661" y="14505"/>
                    <a:pt x="864190" y="13178"/>
                    <a:pt x="865160" y="12205"/>
                  </a:cubicBezTo>
                  <a:cubicBezTo>
                    <a:pt x="866130" y="11232"/>
                    <a:pt x="867364" y="10702"/>
                    <a:pt x="868775" y="10702"/>
                  </a:cubicBezTo>
                  <a:close/>
                  <a:moveTo>
                    <a:pt x="564985" y="10171"/>
                  </a:moveTo>
                  <a:cubicBezTo>
                    <a:pt x="566485" y="10171"/>
                    <a:pt x="567719" y="10701"/>
                    <a:pt x="568689" y="11674"/>
                  </a:cubicBezTo>
                  <a:cubicBezTo>
                    <a:pt x="569660" y="12735"/>
                    <a:pt x="570100" y="13974"/>
                    <a:pt x="570100" y="15477"/>
                  </a:cubicBezTo>
                  <a:cubicBezTo>
                    <a:pt x="570100" y="16981"/>
                    <a:pt x="569571" y="18220"/>
                    <a:pt x="568601" y="19281"/>
                  </a:cubicBezTo>
                  <a:lnTo>
                    <a:pt x="564942" y="20853"/>
                  </a:lnTo>
                  <a:lnTo>
                    <a:pt x="561370" y="19281"/>
                  </a:lnTo>
                  <a:cubicBezTo>
                    <a:pt x="560400" y="18220"/>
                    <a:pt x="559871" y="16981"/>
                    <a:pt x="559871" y="15477"/>
                  </a:cubicBezTo>
                  <a:cubicBezTo>
                    <a:pt x="559871" y="13974"/>
                    <a:pt x="560400" y="12647"/>
                    <a:pt x="561370" y="11674"/>
                  </a:cubicBezTo>
                  <a:cubicBezTo>
                    <a:pt x="562340" y="10701"/>
                    <a:pt x="563575" y="10171"/>
                    <a:pt x="564985" y="10171"/>
                  </a:cubicBezTo>
                  <a:close/>
                  <a:moveTo>
                    <a:pt x="199380" y="8049"/>
                  </a:moveTo>
                  <a:cubicBezTo>
                    <a:pt x="200880" y="8049"/>
                    <a:pt x="202114" y="8579"/>
                    <a:pt x="203084" y="9552"/>
                  </a:cubicBezTo>
                  <a:cubicBezTo>
                    <a:pt x="204054" y="10613"/>
                    <a:pt x="204583" y="11852"/>
                    <a:pt x="204495" y="13355"/>
                  </a:cubicBezTo>
                  <a:cubicBezTo>
                    <a:pt x="204495" y="14859"/>
                    <a:pt x="203965" y="16098"/>
                    <a:pt x="202996" y="17159"/>
                  </a:cubicBezTo>
                  <a:lnTo>
                    <a:pt x="199337" y="18731"/>
                  </a:lnTo>
                  <a:lnTo>
                    <a:pt x="195765" y="17159"/>
                  </a:lnTo>
                  <a:cubicBezTo>
                    <a:pt x="194795" y="16098"/>
                    <a:pt x="194266" y="14859"/>
                    <a:pt x="194266" y="13355"/>
                  </a:cubicBezTo>
                  <a:cubicBezTo>
                    <a:pt x="194266" y="11852"/>
                    <a:pt x="194795" y="10525"/>
                    <a:pt x="195765" y="9552"/>
                  </a:cubicBezTo>
                  <a:cubicBezTo>
                    <a:pt x="196735" y="8579"/>
                    <a:pt x="197970" y="8049"/>
                    <a:pt x="199380" y="8049"/>
                  </a:cubicBezTo>
                  <a:close/>
                  <a:moveTo>
                    <a:pt x="5114" y="7783"/>
                  </a:moveTo>
                  <a:cubicBezTo>
                    <a:pt x="6614" y="7783"/>
                    <a:pt x="7848" y="8313"/>
                    <a:pt x="8818" y="9286"/>
                  </a:cubicBezTo>
                  <a:cubicBezTo>
                    <a:pt x="9788" y="10347"/>
                    <a:pt x="10229" y="11586"/>
                    <a:pt x="10229" y="13089"/>
                  </a:cubicBezTo>
                  <a:cubicBezTo>
                    <a:pt x="10229" y="14593"/>
                    <a:pt x="9700" y="15832"/>
                    <a:pt x="8730" y="16893"/>
                  </a:cubicBezTo>
                  <a:lnTo>
                    <a:pt x="5071" y="18465"/>
                  </a:lnTo>
                  <a:lnTo>
                    <a:pt x="1499" y="16893"/>
                  </a:lnTo>
                  <a:cubicBezTo>
                    <a:pt x="529" y="15832"/>
                    <a:pt x="0" y="14593"/>
                    <a:pt x="0" y="13089"/>
                  </a:cubicBezTo>
                  <a:cubicBezTo>
                    <a:pt x="0" y="11586"/>
                    <a:pt x="529" y="10259"/>
                    <a:pt x="1499" y="9286"/>
                  </a:cubicBezTo>
                  <a:cubicBezTo>
                    <a:pt x="2469" y="8313"/>
                    <a:pt x="3704" y="7783"/>
                    <a:pt x="5114" y="7783"/>
                  </a:cubicBezTo>
                  <a:close/>
                  <a:moveTo>
                    <a:pt x="174073" y="0"/>
                  </a:moveTo>
                  <a:cubicBezTo>
                    <a:pt x="174073" y="0"/>
                    <a:pt x="181921" y="0"/>
                    <a:pt x="181921" y="0"/>
                  </a:cubicBezTo>
                  <a:lnTo>
                    <a:pt x="181921" y="71376"/>
                  </a:lnTo>
                  <a:cubicBezTo>
                    <a:pt x="181921" y="71376"/>
                    <a:pt x="174073" y="71376"/>
                    <a:pt x="174073" y="71376"/>
                  </a:cubicBezTo>
                  <a:close/>
                  <a:moveTo>
                    <a:pt x="152733" y="0"/>
                  </a:moveTo>
                  <a:cubicBezTo>
                    <a:pt x="152733" y="0"/>
                    <a:pt x="160581" y="0"/>
                    <a:pt x="160581" y="0"/>
                  </a:cubicBezTo>
                  <a:lnTo>
                    <a:pt x="160581" y="71376"/>
                  </a:lnTo>
                  <a:cubicBezTo>
                    <a:pt x="160581" y="71376"/>
                    <a:pt x="152733" y="71376"/>
                    <a:pt x="152733" y="71376"/>
                  </a:cubicBezTo>
                  <a:close/>
                </a:path>
              </a:pathLst>
            </a:custGeom>
            <a:grpFill/>
            <a:ln w="9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9F16FE-984E-4C8C-9ED1-962309321781}"/>
                </a:ext>
              </a:extLst>
            </p:cNvPr>
            <p:cNvSpPr/>
            <p:nvPr userDrawn="1"/>
          </p:nvSpPr>
          <p:spPr>
            <a:xfrm rot="5400000">
              <a:off x="7353790" y="4931255"/>
              <a:ext cx="108000" cy="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Gráfico 1">
              <a:extLst>
                <a:ext uri="{FF2B5EF4-FFF2-40B4-BE49-F238E27FC236}">
                  <a16:creationId xmlns:a16="http://schemas.microsoft.com/office/drawing/2014/main" id="{50D938C6-AB83-4F34-84A8-C37582DBD4D7}"/>
                </a:ext>
              </a:extLst>
            </p:cNvPr>
            <p:cNvSpPr/>
            <p:nvPr/>
          </p:nvSpPr>
          <p:spPr>
            <a:xfrm>
              <a:off x="7294503" y="4887538"/>
              <a:ext cx="68148" cy="94636"/>
            </a:xfrm>
            <a:custGeom>
              <a:avLst/>
              <a:gdLst>
                <a:gd name="connsiteX0" fmla="*/ 100826 w 120479"/>
                <a:gd name="connsiteY0" fmla="*/ 67247 h 167306"/>
                <a:gd name="connsiteX1" fmla="*/ 80069 w 120479"/>
                <a:gd name="connsiteY1" fmla="*/ 61466 h 167306"/>
                <a:gd name="connsiteX2" fmla="*/ 96849 w 120479"/>
                <a:gd name="connsiteY2" fmla="*/ 46657 h 167306"/>
                <a:gd name="connsiteX3" fmla="*/ 98990 w 120479"/>
                <a:gd name="connsiteY3" fmla="*/ 8922 h 167306"/>
                <a:gd name="connsiteX4" fmla="*/ 60766 w 120479"/>
                <a:gd name="connsiteY4" fmla="*/ 6808 h 167306"/>
                <a:gd name="connsiteX5" fmla="*/ 9245 w 120479"/>
                <a:gd name="connsiteY5" fmla="*/ 52276 h 167306"/>
                <a:gd name="connsiteX6" fmla="*/ 264 w 120479"/>
                <a:gd name="connsiteY6" fmla="*/ 70819 h 167306"/>
                <a:gd name="connsiteX7" fmla="*/ 19615 w 120479"/>
                <a:gd name="connsiteY7" fmla="*/ 100158 h 167306"/>
                <a:gd name="connsiteX8" fmla="*/ 40012 w 120479"/>
                <a:gd name="connsiteY8" fmla="*/ 105840 h 167306"/>
                <a:gd name="connsiteX9" fmla="*/ 23118 w 120479"/>
                <a:gd name="connsiteY9" fmla="*/ 120752 h 167306"/>
                <a:gd name="connsiteX10" fmla="*/ 20977 w 120479"/>
                <a:gd name="connsiteY10" fmla="*/ 158487 h 167306"/>
                <a:gd name="connsiteX11" fmla="*/ 20977 w 120479"/>
                <a:gd name="connsiteY11" fmla="*/ 158487 h 167306"/>
                <a:gd name="connsiteX12" fmla="*/ 59202 w 120479"/>
                <a:gd name="connsiteY12" fmla="*/ 160601 h 167306"/>
                <a:gd name="connsiteX13" fmla="*/ 110722 w 120479"/>
                <a:gd name="connsiteY13" fmla="*/ 115133 h 167306"/>
                <a:gd name="connsiteX14" fmla="*/ 118935 w 120479"/>
                <a:gd name="connsiteY14" fmla="*/ 101722 h 167306"/>
                <a:gd name="connsiteX15" fmla="*/ 119532 w 120479"/>
                <a:gd name="connsiteY15" fmla="*/ 100228 h 167306"/>
                <a:gd name="connsiteX16" fmla="*/ 119532 w 120479"/>
                <a:gd name="connsiteY16" fmla="*/ 100228 h 167306"/>
                <a:gd name="connsiteX17" fmla="*/ 100829 w 120479"/>
                <a:gd name="connsiteY17" fmla="*/ 67250 h 167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479" h="167306">
                  <a:moveTo>
                    <a:pt x="100826" y="67247"/>
                  </a:moveTo>
                  <a:lnTo>
                    <a:pt x="80069" y="61466"/>
                  </a:lnTo>
                  <a:lnTo>
                    <a:pt x="96849" y="46657"/>
                  </a:lnTo>
                  <a:cubicBezTo>
                    <a:pt x="107994" y="36821"/>
                    <a:pt x="108954" y="19928"/>
                    <a:pt x="98990" y="8922"/>
                  </a:cubicBezTo>
                  <a:cubicBezTo>
                    <a:pt x="89026" y="-2080"/>
                    <a:pt x="71911" y="-3028"/>
                    <a:pt x="60766" y="6808"/>
                  </a:cubicBezTo>
                  <a:lnTo>
                    <a:pt x="9245" y="52276"/>
                  </a:lnTo>
                  <a:cubicBezTo>
                    <a:pt x="3640" y="57222"/>
                    <a:pt x="623" y="63951"/>
                    <a:pt x="264" y="70819"/>
                  </a:cubicBezTo>
                  <a:cubicBezTo>
                    <a:pt x="-1551" y="83825"/>
                    <a:pt x="6453" y="96491"/>
                    <a:pt x="19615" y="100158"/>
                  </a:cubicBezTo>
                  <a:lnTo>
                    <a:pt x="40012" y="105840"/>
                  </a:lnTo>
                  <a:lnTo>
                    <a:pt x="23118" y="120752"/>
                  </a:lnTo>
                  <a:cubicBezTo>
                    <a:pt x="11973" y="130588"/>
                    <a:pt x="11013" y="147485"/>
                    <a:pt x="20977" y="158487"/>
                  </a:cubicBezTo>
                  <a:lnTo>
                    <a:pt x="20977" y="158487"/>
                  </a:lnTo>
                  <a:cubicBezTo>
                    <a:pt x="30941" y="169489"/>
                    <a:pt x="48053" y="170437"/>
                    <a:pt x="59202" y="160601"/>
                  </a:cubicBezTo>
                  <a:lnTo>
                    <a:pt x="110722" y="115133"/>
                  </a:lnTo>
                  <a:cubicBezTo>
                    <a:pt x="114917" y="111433"/>
                    <a:pt x="117663" y="106731"/>
                    <a:pt x="118935" y="101722"/>
                  </a:cubicBezTo>
                  <a:cubicBezTo>
                    <a:pt x="119116" y="101212"/>
                    <a:pt x="119381" y="100755"/>
                    <a:pt x="119532" y="100228"/>
                  </a:cubicBezTo>
                  <a:lnTo>
                    <a:pt x="119532" y="100228"/>
                  </a:lnTo>
                  <a:cubicBezTo>
                    <a:pt x="123593" y="86022"/>
                    <a:pt x="115219" y="71259"/>
                    <a:pt x="100829" y="67250"/>
                  </a:cubicBezTo>
                  <a:close/>
                </a:path>
              </a:pathLst>
            </a:custGeom>
            <a:grpFill/>
            <a:ln w="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38149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FBF42-AB7E-07BE-CACA-B78ACB0CB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10027"/>
            <a:ext cx="7886700" cy="86172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C23A7B-EE5F-ABE7-725B-FE2FDF975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992327"/>
            <a:ext cx="2573944" cy="6510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E185AAA-C76E-BE2A-45D4-9D2AD3F7E3A9}"/>
              </a:ext>
            </a:extLst>
          </p:cNvPr>
          <p:cNvCxnSpPr>
            <a:cxnSpLocks/>
          </p:cNvCxnSpPr>
          <p:nvPr userDrawn="1"/>
        </p:nvCxnSpPr>
        <p:spPr>
          <a:xfrm>
            <a:off x="623888" y="2778808"/>
            <a:ext cx="78137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159E01E-9E67-C756-F60A-711EA1E2AAB8}"/>
              </a:ext>
            </a:extLst>
          </p:cNvPr>
          <p:cNvCxnSpPr>
            <a:cxnSpLocks/>
          </p:cNvCxnSpPr>
          <p:nvPr userDrawn="1"/>
        </p:nvCxnSpPr>
        <p:spPr>
          <a:xfrm>
            <a:off x="623888" y="4105810"/>
            <a:ext cx="78137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47320F7B-EC0E-1A67-FD69-6F1E0DD4CE70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243798" y="2992327"/>
            <a:ext cx="2573944" cy="6510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575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6DFB-A299-4A0D-98D4-088508F67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BA8F6-13F4-471B-B504-CB2E54544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000" y="1152000"/>
            <a:ext cx="4068000" cy="3528000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pt-BR" noProof="0"/>
              <a:t>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6BF49-EFDC-4D4A-AC14-A73D7CD5C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08000" y="1152000"/>
            <a:ext cx="4068000" cy="3528000"/>
          </a:xfrm>
        </p:spPr>
        <p:txBody>
          <a:bodyPr vert="horz" lIns="72000" tIns="36000" rIns="72000" bIns="36000" rtlCol="0">
            <a:noAutofit/>
          </a:bodyPr>
          <a:lstStyle>
            <a:lvl1pPr>
              <a:defRPr lang="pt-BR" noProof="0" smtClean="0"/>
            </a:lvl1pPr>
            <a:lvl2pPr>
              <a:defRPr lang="pt-BR" noProof="0" smtClean="0"/>
            </a:lvl2pPr>
            <a:lvl3pPr>
              <a:defRPr lang="pt-BR" noProof="0" smtClean="0"/>
            </a:lvl3pPr>
            <a:lvl4pPr>
              <a:defRPr lang="pt-BR" noProof="0" smtClean="0"/>
            </a:lvl4pPr>
            <a:lvl5pPr>
              <a:defRPr lang="pt-BR" noProof="0"/>
            </a:lvl5pPr>
          </a:lstStyle>
          <a:p>
            <a:pPr lvl="0">
              <a:spcAft>
                <a:spcPts val="400"/>
              </a:spcAft>
            </a:pPr>
            <a:r>
              <a:rPr lang="pt-BR" noProof="0" dirty="0" err="1"/>
              <a:t>Edit</a:t>
            </a:r>
            <a:r>
              <a:rPr lang="pt-BR" noProof="0" dirty="0"/>
              <a:t> Master </a:t>
            </a:r>
            <a:r>
              <a:rPr lang="pt-BR" noProof="0" dirty="0" err="1"/>
              <a:t>text</a:t>
            </a:r>
            <a:r>
              <a:rPr lang="pt-BR" noProof="0" dirty="0"/>
              <a:t> </a:t>
            </a:r>
            <a:r>
              <a:rPr lang="pt-BR" noProof="0" dirty="0" err="1"/>
              <a:t>styles</a:t>
            </a:r>
            <a:endParaRPr lang="pt-BR" noProof="0" dirty="0"/>
          </a:p>
          <a:p>
            <a:pPr lvl="1">
              <a:spcAft>
                <a:spcPts val="400"/>
              </a:spcAft>
            </a:pPr>
            <a:r>
              <a:rPr lang="pt-BR" noProof="0" dirty="0" err="1"/>
              <a:t>Second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2">
              <a:spcAft>
                <a:spcPts val="400"/>
              </a:spcAft>
            </a:pPr>
            <a:r>
              <a:rPr lang="pt-BR" noProof="0" dirty="0" err="1"/>
              <a:t>Third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3">
              <a:spcAft>
                <a:spcPts val="400"/>
              </a:spcAft>
            </a:pPr>
            <a:r>
              <a:rPr lang="pt-BR" noProof="0" dirty="0" err="1"/>
              <a:t>Fourth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4">
              <a:spcAft>
                <a:spcPts val="400"/>
              </a:spcAft>
            </a:pPr>
            <a:r>
              <a:rPr lang="pt-BR" noProof="0" dirty="0" err="1"/>
              <a:t>Fifth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4981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ABF24-0061-4E5F-A537-56D9A8FA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60000"/>
            <a:ext cx="8208000" cy="720000"/>
          </a:xfrm>
        </p:spPr>
        <p:txBody>
          <a:bodyPr/>
          <a:lstStyle/>
          <a:p>
            <a:r>
              <a:rPr lang="pt-BR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EEAB1-1DA6-4F63-A5A2-66E45506B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152000"/>
            <a:ext cx="4068000" cy="6480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noProof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C46EB-8FD6-4CED-A6DF-0800BE221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999" y="1800000"/>
            <a:ext cx="4068000" cy="2880000"/>
          </a:xfrm>
        </p:spPr>
        <p:txBody>
          <a:bodyPr/>
          <a:lstStyle>
            <a:lvl1pPr>
              <a:spcAft>
                <a:spcPts val="400"/>
              </a:spcAft>
              <a:defRPr sz="1050"/>
            </a:lvl1pPr>
            <a:lvl2pPr>
              <a:spcAft>
                <a:spcPts val="400"/>
              </a:spcAft>
              <a:defRPr sz="1000"/>
            </a:lvl2pPr>
            <a:lvl3pPr>
              <a:spcAft>
                <a:spcPts val="400"/>
              </a:spcAft>
              <a:defRPr sz="900"/>
            </a:lvl3pPr>
            <a:lvl4pPr>
              <a:spcAft>
                <a:spcPts val="400"/>
              </a:spcAft>
              <a:defRPr sz="900"/>
            </a:lvl4pPr>
            <a:lvl5pPr>
              <a:spcAft>
                <a:spcPts val="400"/>
              </a:spcAft>
              <a:defRPr sz="800"/>
            </a:lvl5pPr>
          </a:lstStyle>
          <a:p>
            <a:pPr lvl="0"/>
            <a:r>
              <a:rPr lang="pt-BR" noProof="0" dirty="0" err="1"/>
              <a:t>Edit</a:t>
            </a:r>
            <a:r>
              <a:rPr lang="pt-BR" noProof="0" dirty="0"/>
              <a:t> Master </a:t>
            </a:r>
            <a:r>
              <a:rPr lang="pt-BR" noProof="0" dirty="0" err="1"/>
              <a:t>text</a:t>
            </a:r>
            <a:r>
              <a:rPr lang="pt-BR" noProof="0" dirty="0"/>
              <a:t> </a:t>
            </a:r>
            <a:r>
              <a:rPr lang="pt-BR" noProof="0" dirty="0" err="1"/>
              <a:t>styles</a:t>
            </a:r>
            <a:endParaRPr lang="pt-BR" noProof="0" dirty="0"/>
          </a:p>
          <a:p>
            <a:pPr lvl="1"/>
            <a:r>
              <a:rPr lang="pt-BR" noProof="0" dirty="0" err="1"/>
              <a:t>Second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2"/>
            <a:r>
              <a:rPr lang="pt-BR" noProof="0" dirty="0" err="1"/>
              <a:t>Third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3"/>
            <a:r>
              <a:rPr lang="pt-BR" noProof="0" dirty="0" err="1"/>
              <a:t>Fourth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4"/>
            <a:r>
              <a:rPr lang="pt-BR" noProof="0" dirty="0" err="1"/>
              <a:t>Fifth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F1811-5FB7-4130-94D8-2E82CF63E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08000" y="1152000"/>
            <a:ext cx="4068000" cy="619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noProof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800050-498E-43CA-9B1A-B2EB36B16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08000" y="1800000"/>
            <a:ext cx="4068000" cy="2880000"/>
          </a:xfrm>
        </p:spPr>
        <p:txBody>
          <a:bodyPr/>
          <a:lstStyle>
            <a:lvl1pPr>
              <a:spcAft>
                <a:spcPts val="400"/>
              </a:spcAft>
              <a:defRPr sz="1050"/>
            </a:lvl1pPr>
            <a:lvl2pPr>
              <a:spcAft>
                <a:spcPts val="400"/>
              </a:spcAft>
              <a:defRPr sz="1000"/>
            </a:lvl2pPr>
            <a:lvl3pPr>
              <a:spcAft>
                <a:spcPts val="400"/>
              </a:spcAft>
              <a:defRPr sz="900"/>
            </a:lvl3pPr>
            <a:lvl4pPr>
              <a:spcAft>
                <a:spcPts val="400"/>
              </a:spcAft>
              <a:defRPr sz="900"/>
            </a:lvl4pPr>
            <a:lvl5pPr>
              <a:spcAft>
                <a:spcPts val="400"/>
              </a:spcAft>
              <a:defRPr sz="800"/>
            </a:lvl5pPr>
          </a:lstStyle>
          <a:p>
            <a:pPr lvl="0"/>
            <a:r>
              <a:rPr lang="pt-BR" noProof="0"/>
              <a:t>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35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7FFD1-9AAF-4C29-BDA0-215C41CD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360000"/>
            <a:ext cx="3420000" cy="1080000"/>
          </a:xfrm>
        </p:spPr>
        <p:txBody>
          <a:bodyPr anchor="b"/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C8E7C-5A18-4D17-8383-6F1F53832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000" y="359999"/>
            <a:ext cx="4680000" cy="4320000"/>
          </a:xfrm>
        </p:spPr>
        <p:txBody>
          <a:bodyPr/>
          <a:lstStyle>
            <a:lvl1pPr>
              <a:spcAft>
                <a:spcPts val="400"/>
              </a:spcAft>
              <a:defRPr sz="1200"/>
            </a:lvl1pPr>
            <a:lvl2pPr>
              <a:spcAft>
                <a:spcPts val="400"/>
              </a:spcAft>
              <a:defRPr sz="1100"/>
            </a:lvl2pPr>
            <a:lvl3pPr>
              <a:spcAft>
                <a:spcPts val="400"/>
              </a:spcAft>
              <a:defRPr sz="1050"/>
            </a:lvl3pPr>
            <a:lvl4pPr>
              <a:spcAft>
                <a:spcPts val="400"/>
              </a:spcAft>
              <a:defRPr sz="1000"/>
            </a:lvl4pPr>
            <a:lvl5pPr>
              <a:spcAft>
                <a:spcPts val="400"/>
              </a:spcAft>
              <a:defRPr sz="1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D36BF-2950-4C78-B258-319597D09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7999" y="1584000"/>
            <a:ext cx="3420000" cy="3096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2211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 com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495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79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-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C18F9F1D-8C8A-474A-8C28-565B7B8373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117219" y="2409750"/>
            <a:ext cx="1596002" cy="324000"/>
          </a:xfrm>
          <a:custGeom>
            <a:avLst/>
            <a:gdLst>
              <a:gd name="connsiteX0" fmla="*/ 0 w 6241143"/>
              <a:gd name="connsiteY0" fmla="*/ 0 h 1266999"/>
              <a:gd name="connsiteX1" fmla="*/ 6241143 w 6241143"/>
              <a:gd name="connsiteY1" fmla="*/ 0 h 1266999"/>
              <a:gd name="connsiteX2" fmla="*/ 6241143 w 6241143"/>
              <a:gd name="connsiteY2" fmla="*/ 1266999 h 1266999"/>
              <a:gd name="connsiteX3" fmla="*/ 0 w 6241143"/>
              <a:gd name="connsiteY3" fmla="*/ 1266999 h 1266999"/>
              <a:gd name="connsiteX4" fmla="*/ 0 w 6241143"/>
              <a:gd name="connsiteY4" fmla="*/ 0 h 126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41143" h="1266999">
                <a:moveTo>
                  <a:pt x="0" y="0"/>
                </a:moveTo>
                <a:lnTo>
                  <a:pt x="6241143" y="0"/>
                </a:lnTo>
                <a:lnTo>
                  <a:pt x="6241143" y="1266999"/>
                </a:lnTo>
                <a:lnTo>
                  <a:pt x="0" y="126699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755ECFA-B12B-47C0-A04F-38D286D899AE}"/>
              </a:ext>
            </a:extLst>
          </p:cNvPr>
          <p:cNvSpPr/>
          <p:nvPr userDrawn="1"/>
        </p:nvSpPr>
        <p:spPr>
          <a:xfrm>
            <a:off x="5873930" y="-29028"/>
            <a:ext cx="3299098" cy="5201556"/>
          </a:xfrm>
          <a:custGeom>
            <a:avLst/>
            <a:gdLst>
              <a:gd name="connsiteX0" fmla="*/ 2055066 w 3299098"/>
              <a:gd name="connsiteY0" fmla="*/ 0 h 5201556"/>
              <a:gd name="connsiteX1" fmla="*/ 3285528 w 3299098"/>
              <a:gd name="connsiteY1" fmla="*/ 0 h 5201556"/>
              <a:gd name="connsiteX2" fmla="*/ 3299098 w 3299098"/>
              <a:gd name="connsiteY2" fmla="*/ 13373 h 5201556"/>
              <a:gd name="connsiteX3" fmla="*/ 3299098 w 3299098"/>
              <a:gd name="connsiteY3" fmla="*/ 1330268 h 5201556"/>
              <a:gd name="connsiteX4" fmla="*/ 3282024 w 3299098"/>
              <a:gd name="connsiteY4" fmla="*/ 1346940 h 5201556"/>
              <a:gd name="connsiteX5" fmla="*/ 2713332 w 3299098"/>
              <a:gd name="connsiteY5" fmla="*/ 1848834 h 5201556"/>
              <a:gd name="connsiteX6" fmla="*/ 3299098 w 3299098"/>
              <a:gd name="connsiteY6" fmla="*/ 2011975 h 5201556"/>
              <a:gd name="connsiteX7" fmla="*/ 3299098 w 3299098"/>
              <a:gd name="connsiteY7" fmla="*/ 4067547 h 5201556"/>
              <a:gd name="connsiteX8" fmla="*/ 2014152 w 3299098"/>
              <a:gd name="connsiteY8" fmla="*/ 5201556 h 5201556"/>
              <a:gd name="connsiteX9" fmla="*/ 775339 w 3299098"/>
              <a:gd name="connsiteY9" fmla="*/ 5201556 h 5201556"/>
              <a:gd name="connsiteX10" fmla="*/ 710643 w 3299098"/>
              <a:gd name="connsiteY10" fmla="*/ 5136991 h 5201556"/>
              <a:gd name="connsiteX11" fmla="*/ 783204 w 3299098"/>
              <a:gd name="connsiteY11" fmla="*/ 3858107 h 5201556"/>
              <a:gd name="connsiteX12" fmla="*/ 1355759 w 3299098"/>
              <a:gd name="connsiteY12" fmla="*/ 3352722 h 5201556"/>
              <a:gd name="connsiteX13" fmla="*/ 664483 w 3299098"/>
              <a:gd name="connsiteY13" fmla="*/ 3160152 h 5201556"/>
              <a:gd name="connsiteX14" fmla="*/ 8657 w 3299098"/>
              <a:gd name="connsiteY14" fmla="*/ 2165819 h 5201556"/>
              <a:gd name="connsiteX15" fmla="*/ 313033 w 3299098"/>
              <a:gd name="connsiteY15" fmla="*/ 1537374 h 5201556"/>
              <a:gd name="connsiteX16" fmla="*/ 2055066 w 3299098"/>
              <a:gd name="connsiteY16" fmla="*/ 0 h 5201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99098" h="5201556">
                <a:moveTo>
                  <a:pt x="2055066" y="0"/>
                </a:moveTo>
                <a:lnTo>
                  <a:pt x="3285528" y="0"/>
                </a:lnTo>
                <a:lnTo>
                  <a:pt x="3299098" y="13373"/>
                </a:lnTo>
                <a:lnTo>
                  <a:pt x="3299098" y="1330268"/>
                </a:lnTo>
                <a:lnTo>
                  <a:pt x="3282024" y="1346940"/>
                </a:lnTo>
                <a:lnTo>
                  <a:pt x="2713332" y="1848834"/>
                </a:lnTo>
                <a:lnTo>
                  <a:pt x="3299098" y="2011975"/>
                </a:lnTo>
                <a:lnTo>
                  <a:pt x="3299098" y="4067547"/>
                </a:lnTo>
                <a:lnTo>
                  <a:pt x="2014152" y="5201556"/>
                </a:lnTo>
                <a:lnTo>
                  <a:pt x="775339" y="5201556"/>
                </a:lnTo>
                <a:lnTo>
                  <a:pt x="710643" y="5136991"/>
                </a:lnTo>
                <a:cubicBezTo>
                  <a:pt x="372952" y="4764120"/>
                  <a:pt x="405488" y="4191461"/>
                  <a:pt x="783204" y="3858107"/>
                </a:cubicBezTo>
                <a:lnTo>
                  <a:pt x="1355759" y="3352722"/>
                </a:lnTo>
                <a:lnTo>
                  <a:pt x="664483" y="3160152"/>
                </a:lnTo>
                <a:cubicBezTo>
                  <a:pt x="218409" y="3035873"/>
                  <a:pt x="-52855" y="2606607"/>
                  <a:pt x="8657" y="2165819"/>
                </a:cubicBezTo>
                <a:cubicBezTo>
                  <a:pt x="20824" y="1933054"/>
                  <a:pt x="123074" y="1705000"/>
                  <a:pt x="313033" y="1537374"/>
                </a:cubicBezTo>
                <a:lnTo>
                  <a:pt x="2055066" y="0"/>
                </a:lnTo>
                <a:close/>
              </a:path>
            </a:pathLst>
          </a:custGeom>
          <a:noFill/>
          <a:ln w="3175" cap="flat">
            <a:solidFill>
              <a:schemeClr val="bg2">
                <a:lumMod val="40000"/>
                <a:lumOff val="6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6D8A991B-F1D4-4B49-BA3F-8AC0C79CB0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3075" y="1765300"/>
            <a:ext cx="5492295" cy="638175"/>
          </a:xfrm>
        </p:spPr>
        <p:txBody>
          <a:bodyPr anchor="ctr"/>
          <a:lstStyle>
            <a:lvl1pPr marL="0" indent="0">
              <a:buNone/>
              <a:defRPr sz="3600" b="0"/>
            </a:lvl1pPr>
          </a:lstStyle>
          <a:p>
            <a:pPr lvl="0"/>
            <a:r>
              <a:rPr lang="en-US" dirty="0"/>
              <a:t>Edit Master text styles</a:t>
            </a:r>
            <a:endParaRPr lang="pt-BR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73FCF329-306C-4368-A28E-5EEC842788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3075" y="2598738"/>
            <a:ext cx="5500688" cy="803231"/>
          </a:xfrm>
        </p:spPr>
        <p:txBody>
          <a:bodyPr/>
          <a:lstStyle>
            <a:lvl1pPr marL="0" indent="0">
              <a:buNone/>
              <a:defRPr sz="2000"/>
            </a:lvl1pPr>
            <a:lvl2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05D78C-C8F0-4F40-B7D5-2F9767F1F71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3028" y="563697"/>
            <a:ext cx="2160000" cy="506232"/>
            <a:chOff x="3881689" y="514662"/>
            <a:chExt cx="1380690" cy="32358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A540C9-D6FD-40CA-9EB0-41202A8F7617}"/>
                </a:ext>
              </a:extLst>
            </p:cNvPr>
            <p:cNvSpPr/>
            <p:nvPr/>
          </p:nvSpPr>
          <p:spPr>
            <a:xfrm>
              <a:off x="4615910" y="527367"/>
              <a:ext cx="646469" cy="310883"/>
            </a:xfrm>
            <a:custGeom>
              <a:avLst/>
              <a:gdLst>
                <a:gd name="connsiteX0" fmla="*/ 240324 w 646469"/>
                <a:gd name="connsiteY0" fmla="*/ 263132 h 310883"/>
                <a:gd name="connsiteX1" fmla="*/ 229194 w 646469"/>
                <a:gd name="connsiteY1" fmla="*/ 267496 h 310883"/>
                <a:gd name="connsiteX2" fmla="*/ 223093 w 646469"/>
                <a:gd name="connsiteY2" fmla="*/ 278017 h 310883"/>
                <a:gd name="connsiteX3" fmla="*/ 223084 w 646469"/>
                <a:gd name="connsiteY3" fmla="*/ 278018 h 310883"/>
                <a:gd name="connsiteX4" fmla="*/ 223093 w 646469"/>
                <a:gd name="connsiteY4" fmla="*/ 278018 h 310883"/>
                <a:gd name="connsiteX5" fmla="*/ 223093 w 646469"/>
                <a:gd name="connsiteY5" fmla="*/ 278017 h 310883"/>
                <a:gd name="connsiteX6" fmla="*/ 232555 w 646469"/>
                <a:gd name="connsiteY6" fmla="*/ 277221 h 310883"/>
                <a:gd name="connsiteX7" fmla="*/ 249851 w 646469"/>
                <a:gd name="connsiteY7" fmla="*/ 277253 h 310883"/>
                <a:gd name="connsiteX8" fmla="*/ 253631 w 646469"/>
                <a:gd name="connsiteY8" fmla="*/ 277398 h 310883"/>
                <a:gd name="connsiteX9" fmla="*/ 257411 w 646469"/>
                <a:gd name="connsiteY9" fmla="*/ 277720 h 310883"/>
                <a:gd name="connsiteX10" fmla="*/ 251350 w 646469"/>
                <a:gd name="connsiteY10" fmla="*/ 267262 h 310883"/>
                <a:gd name="connsiteX11" fmla="*/ 240324 w 646469"/>
                <a:gd name="connsiteY11" fmla="*/ 263132 h 310883"/>
                <a:gd name="connsiteX12" fmla="*/ 81298 w 646469"/>
                <a:gd name="connsiteY12" fmla="*/ 262850 h 310883"/>
                <a:gd name="connsiteX13" fmla="*/ 70168 w 646469"/>
                <a:gd name="connsiteY13" fmla="*/ 267214 h 310883"/>
                <a:gd name="connsiteX14" fmla="*/ 64067 w 646469"/>
                <a:gd name="connsiteY14" fmla="*/ 277736 h 310883"/>
                <a:gd name="connsiteX15" fmla="*/ 64059 w 646469"/>
                <a:gd name="connsiteY15" fmla="*/ 277744 h 310883"/>
                <a:gd name="connsiteX16" fmla="*/ 73529 w 646469"/>
                <a:gd name="connsiteY16" fmla="*/ 276947 h 310883"/>
                <a:gd name="connsiteX17" fmla="*/ 90825 w 646469"/>
                <a:gd name="connsiteY17" fmla="*/ 276979 h 310883"/>
                <a:gd name="connsiteX18" fmla="*/ 94605 w 646469"/>
                <a:gd name="connsiteY18" fmla="*/ 277124 h 310883"/>
                <a:gd name="connsiteX19" fmla="*/ 98385 w 646469"/>
                <a:gd name="connsiteY19" fmla="*/ 277446 h 310883"/>
                <a:gd name="connsiteX20" fmla="*/ 92324 w 646469"/>
                <a:gd name="connsiteY20" fmla="*/ 266988 h 310883"/>
                <a:gd name="connsiteX21" fmla="*/ 81298 w 646469"/>
                <a:gd name="connsiteY21" fmla="*/ 262850 h 310883"/>
                <a:gd name="connsiteX22" fmla="*/ 306197 w 646469"/>
                <a:gd name="connsiteY22" fmla="*/ 255105 h 310883"/>
                <a:gd name="connsiteX23" fmla="*/ 308527 w 646469"/>
                <a:gd name="connsiteY23" fmla="*/ 264879 h 310883"/>
                <a:gd name="connsiteX24" fmla="*/ 304706 w 646469"/>
                <a:gd name="connsiteY24" fmla="*/ 264331 h 310883"/>
                <a:gd name="connsiteX25" fmla="*/ 292963 w 646469"/>
                <a:gd name="connsiteY25" fmla="*/ 269146 h 310883"/>
                <a:gd name="connsiteX26" fmla="*/ 288506 w 646469"/>
                <a:gd name="connsiteY26" fmla="*/ 282929 h 310883"/>
                <a:gd name="connsiteX27" fmla="*/ 288458 w 646469"/>
                <a:gd name="connsiteY27" fmla="*/ 309884 h 310883"/>
                <a:gd name="connsiteX28" fmla="*/ 279075 w 646469"/>
                <a:gd name="connsiteY28" fmla="*/ 309868 h 310883"/>
                <a:gd name="connsiteX29" fmla="*/ 279075 w 646469"/>
                <a:gd name="connsiteY29" fmla="*/ 309860 h 310883"/>
                <a:gd name="connsiteX30" fmla="*/ 279172 w 646469"/>
                <a:gd name="connsiteY30" fmla="*/ 255596 h 310883"/>
                <a:gd name="connsiteX31" fmla="*/ 287862 w 646469"/>
                <a:gd name="connsiteY31" fmla="*/ 255612 h 310883"/>
                <a:gd name="connsiteX32" fmla="*/ 287845 w 646469"/>
                <a:gd name="connsiteY32" fmla="*/ 265563 h 310883"/>
                <a:gd name="connsiteX33" fmla="*/ 295244 w 646469"/>
                <a:gd name="connsiteY33" fmla="*/ 257931 h 310883"/>
                <a:gd name="connsiteX34" fmla="*/ 306197 w 646469"/>
                <a:gd name="connsiteY34" fmla="*/ 255105 h 310883"/>
                <a:gd name="connsiteX35" fmla="*/ 240340 w 646469"/>
                <a:gd name="connsiteY35" fmla="*/ 254445 h 310883"/>
                <a:gd name="connsiteX36" fmla="*/ 253542 w 646469"/>
                <a:gd name="connsiteY36" fmla="*/ 258044 h 310883"/>
                <a:gd name="connsiteX37" fmla="*/ 263085 w 646469"/>
                <a:gd name="connsiteY37" fmla="*/ 267689 h 310883"/>
                <a:gd name="connsiteX38" fmla="*/ 266623 w 646469"/>
                <a:gd name="connsiteY38" fmla="*/ 281440 h 310883"/>
                <a:gd name="connsiteX39" fmla="*/ 266623 w 646469"/>
                <a:gd name="connsiteY39" fmla="*/ 285417 h 310883"/>
                <a:gd name="connsiteX40" fmla="*/ 232555 w 646469"/>
                <a:gd name="connsiteY40" fmla="*/ 285361 h 310883"/>
                <a:gd name="connsiteX41" fmla="*/ 227953 w 646469"/>
                <a:gd name="connsiteY41" fmla="*/ 285176 h 310883"/>
                <a:gd name="connsiteX42" fmla="*/ 223350 w 646469"/>
                <a:gd name="connsiteY42" fmla="*/ 284628 h 310883"/>
                <a:gd name="connsiteX43" fmla="*/ 229629 w 646469"/>
                <a:gd name="connsiteY43" fmla="*/ 296761 h 310883"/>
                <a:gd name="connsiteX44" fmla="*/ 242347 w 646469"/>
                <a:gd name="connsiteY44" fmla="*/ 301664 h 310883"/>
                <a:gd name="connsiteX45" fmla="*/ 251559 w 646469"/>
                <a:gd name="connsiteY45" fmla="*/ 299329 h 310883"/>
                <a:gd name="connsiteX46" fmla="*/ 258434 w 646469"/>
                <a:gd name="connsiteY46" fmla="*/ 293098 h 310883"/>
                <a:gd name="connsiteX47" fmla="*/ 261021 w 646469"/>
                <a:gd name="connsiteY47" fmla="*/ 304224 h 310883"/>
                <a:gd name="connsiteX48" fmla="*/ 252454 w 646469"/>
                <a:gd name="connsiteY48" fmla="*/ 309136 h 310883"/>
                <a:gd name="connsiteX49" fmla="*/ 242242 w 646469"/>
                <a:gd name="connsiteY49" fmla="*/ 310883 h 310883"/>
                <a:gd name="connsiteX50" fmla="*/ 242234 w 646469"/>
                <a:gd name="connsiteY50" fmla="*/ 310883 h 310883"/>
                <a:gd name="connsiteX51" fmla="*/ 227598 w 646469"/>
                <a:gd name="connsiteY51" fmla="*/ 307058 h 310883"/>
                <a:gd name="connsiteX52" fmla="*/ 217451 w 646469"/>
                <a:gd name="connsiteY52" fmla="*/ 296689 h 310883"/>
                <a:gd name="connsiteX53" fmla="*/ 213784 w 646469"/>
                <a:gd name="connsiteY53" fmla="*/ 282076 h 310883"/>
                <a:gd name="connsiteX54" fmla="*/ 217370 w 646469"/>
                <a:gd name="connsiteY54" fmla="*/ 268107 h 310883"/>
                <a:gd name="connsiteX55" fmla="*/ 226993 w 646469"/>
                <a:gd name="connsiteY55" fmla="*/ 258132 h 310883"/>
                <a:gd name="connsiteX56" fmla="*/ 240340 w 646469"/>
                <a:gd name="connsiteY56" fmla="*/ 254445 h 310883"/>
                <a:gd name="connsiteX57" fmla="*/ 146131 w 646469"/>
                <a:gd name="connsiteY57" fmla="*/ 254292 h 310883"/>
                <a:gd name="connsiteX58" fmla="*/ 156423 w 646469"/>
                <a:gd name="connsiteY58" fmla="*/ 257158 h 310883"/>
                <a:gd name="connsiteX59" fmla="*/ 164096 w 646469"/>
                <a:gd name="connsiteY59" fmla="*/ 265402 h 310883"/>
                <a:gd name="connsiteX60" fmla="*/ 167029 w 646469"/>
                <a:gd name="connsiteY60" fmla="*/ 278477 h 310883"/>
                <a:gd name="connsiteX61" fmla="*/ 166973 w 646469"/>
                <a:gd name="connsiteY61" fmla="*/ 309675 h 310883"/>
                <a:gd name="connsiteX62" fmla="*/ 157583 w 646469"/>
                <a:gd name="connsiteY62" fmla="*/ 309659 h 310883"/>
                <a:gd name="connsiteX63" fmla="*/ 157632 w 646469"/>
                <a:gd name="connsiteY63" fmla="*/ 279814 h 310883"/>
                <a:gd name="connsiteX64" fmla="*/ 153957 w 646469"/>
                <a:gd name="connsiteY64" fmla="*/ 268454 h 310883"/>
                <a:gd name="connsiteX65" fmla="*/ 143584 w 646469"/>
                <a:gd name="connsiteY65" fmla="*/ 263510 h 310883"/>
                <a:gd name="connsiteX66" fmla="*/ 133799 w 646469"/>
                <a:gd name="connsiteY66" fmla="*/ 267608 h 310883"/>
                <a:gd name="connsiteX67" fmla="*/ 129479 w 646469"/>
                <a:gd name="connsiteY67" fmla="*/ 279492 h 310883"/>
                <a:gd name="connsiteX68" fmla="*/ 129431 w 646469"/>
                <a:gd name="connsiteY68" fmla="*/ 309611 h 310883"/>
                <a:gd name="connsiteX69" fmla="*/ 120049 w 646469"/>
                <a:gd name="connsiteY69" fmla="*/ 309595 h 310883"/>
                <a:gd name="connsiteX70" fmla="*/ 120049 w 646469"/>
                <a:gd name="connsiteY70" fmla="*/ 309586 h 310883"/>
                <a:gd name="connsiteX71" fmla="*/ 120146 w 646469"/>
                <a:gd name="connsiteY71" fmla="*/ 255322 h 310883"/>
                <a:gd name="connsiteX72" fmla="*/ 128834 w 646469"/>
                <a:gd name="connsiteY72" fmla="*/ 255339 h 310883"/>
                <a:gd name="connsiteX73" fmla="*/ 128818 w 646469"/>
                <a:gd name="connsiteY73" fmla="*/ 264114 h 310883"/>
                <a:gd name="connsiteX74" fmla="*/ 136266 w 646469"/>
                <a:gd name="connsiteY74" fmla="*/ 256804 h 310883"/>
                <a:gd name="connsiteX75" fmla="*/ 146131 w 646469"/>
                <a:gd name="connsiteY75" fmla="*/ 254292 h 310883"/>
                <a:gd name="connsiteX76" fmla="*/ 81306 w 646469"/>
                <a:gd name="connsiteY76" fmla="*/ 254171 h 310883"/>
                <a:gd name="connsiteX77" fmla="*/ 94508 w 646469"/>
                <a:gd name="connsiteY77" fmla="*/ 257770 h 310883"/>
                <a:gd name="connsiteX78" fmla="*/ 104051 w 646469"/>
                <a:gd name="connsiteY78" fmla="*/ 267415 h 310883"/>
                <a:gd name="connsiteX79" fmla="*/ 107589 w 646469"/>
                <a:gd name="connsiteY79" fmla="*/ 281166 h 310883"/>
                <a:gd name="connsiteX80" fmla="*/ 107589 w 646469"/>
                <a:gd name="connsiteY80" fmla="*/ 285143 h 310883"/>
                <a:gd name="connsiteX81" fmla="*/ 73521 w 646469"/>
                <a:gd name="connsiteY81" fmla="*/ 285087 h 310883"/>
                <a:gd name="connsiteX82" fmla="*/ 68918 w 646469"/>
                <a:gd name="connsiteY82" fmla="*/ 284902 h 310883"/>
                <a:gd name="connsiteX83" fmla="*/ 64316 w 646469"/>
                <a:gd name="connsiteY83" fmla="*/ 284354 h 310883"/>
                <a:gd name="connsiteX84" fmla="*/ 70595 w 646469"/>
                <a:gd name="connsiteY84" fmla="*/ 296487 h 310883"/>
                <a:gd name="connsiteX85" fmla="*/ 83321 w 646469"/>
                <a:gd name="connsiteY85" fmla="*/ 301390 h 310883"/>
                <a:gd name="connsiteX86" fmla="*/ 92533 w 646469"/>
                <a:gd name="connsiteY86" fmla="*/ 299055 h 310883"/>
                <a:gd name="connsiteX87" fmla="*/ 99408 w 646469"/>
                <a:gd name="connsiteY87" fmla="*/ 292824 h 310883"/>
                <a:gd name="connsiteX88" fmla="*/ 101996 w 646469"/>
                <a:gd name="connsiteY88" fmla="*/ 303950 h 310883"/>
                <a:gd name="connsiteX89" fmla="*/ 93428 w 646469"/>
                <a:gd name="connsiteY89" fmla="*/ 308862 h 310883"/>
                <a:gd name="connsiteX90" fmla="*/ 83216 w 646469"/>
                <a:gd name="connsiteY90" fmla="*/ 310609 h 310883"/>
                <a:gd name="connsiteX91" fmla="*/ 83200 w 646469"/>
                <a:gd name="connsiteY91" fmla="*/ 310609 h 310883"/>
                <a:gd name="connsiteX92" fmla="*/ 68564 w 646469"/>
                <a:gd name="connsiteY92" fmla="*/ 306784 h 310883"/>
                <a:gd name="connsiteX93" fmla="*/ 58417 w 646469"/>
                <a:gd name="connsiteY93" fmla="*/ 296415 h 310883"/>
                <a:gd name="connsiteX94" fmla="*/ 54750 w 646469"/>
                <a:gd name="connsiteY94" fmla="*/ 281802 h 310883"/>
                <a:gd name="connsiteX95" fmla="*/ 58336 w 646469"/>
                <a:gd name="connsiteY95" fmla="*/ 267833 h 310883"/>
                <a:gd name="connsiteX96" fmla="*/ 67959 w 646469"/>
                <a:gd name="connsiteY96" fmla="*/ 257858 h 310883"/>
                <a:gd name="connsiteX97" fmla="*/ 81306 w 646469"/>
                <a:gd name="connsiteY97" fmla="*/ 254171 h 310883"/>
                <a:gd name="connsiteX98" fmla="*/ 27685 w 646469"/>
                <a:gd name="connsiteY98" fmla="*/ 254083 h 310883"/>
                <a:gd name="connsiteX99" fmla="*/ 38283 w 646469"/>
                <a:gd name="connsiteY99" fmla="*/ 256184 h 310883"/>
                <a:gd name="connsiteX100" fmla="*/ 46963 w 646469"/>
                <a:gd name="connsiteY100" fmla="*/ 261715 h 310883"/>
                <a:gd name="connsiteX101" fmla="*/ 44078 w 646469"/>
                <a:gd name="connsiteY101" fmla="*/ 274009 h 310883"/>
                <a:gd name="connsiteX102" fmla="*/ 37534 w 646469"/>
                <a:gd name="connsiteY102" fmla="*/ 266401 h 310883"/>
                <a:gd name="connsiteX103" fmla="*/ 27588 w 646469"/>
                <a:gd name="connsiteY103" fmla="*/ 263309 h 310883"/>
                <a:gd name="connsiteX104" fmla="*/ 18416 w 646469"/>
                <a:gd name="connsiteY104" fmla="*/ 265870 h 310883"/>
                <a:gd name="connsiteX105" fmla="*/ 11847 w 646469"/>
                <a:gd name="connsiteY105" fmla="*/ 272729 h 310883"/>
                <a:gd name="connsiteX106" fmla="*/ 9397 w 646469"/>
                <a:gd name="connsiteY106" fmla="*/ 282270 h 310883"/>
                <a:gd name="connsiteX107" fmla="*/ 11815 w 646469"/>
                <a:gd name="connsiteY107" fmla="*/ 291770 h 310883"/>
                <a:gd name="connsiteX108" fmla="*/ 18368 w 646469"/>
                <a:gd name="connsiteY108" fmla="*/ 298702 h 310883"/>
                <a:gd name="connsiteX109" fmla="*/ 27531 w 646469"/>
                <a:gd name="connsiteY109" fmla="*/ 301294 h 310883"/>
                <a:gd name="connsiteX110" fmla="*/ 37485 w 646469"/>
                <a:gd name="connsiteY110" fmla="*/ 298323 h 310883"/>
                <a:gd name="connsiteX111" fmla="*/ 44062 w 646469"/>
                <a:gd name="connsiteY111" fmla="*/ 290651 h 310883"/>
                <a:gd name="connsiteX112" fmla="*/ 46907 w 646469"/>
                <a:gd name="connsiteY112" fmla="*/ 302953 h 310883"/>
                <a:gd name="connsiteX113" fmla="*/ 38211 w 646469"/>
                <a:gd name="connsiteY113" fmla="*/ 308452 h 310883"/>
                <a:gd name="connsiteX114" fmla="*/ 27604 w 646469"/>
                <a:gd name="connsiteY114" fmla="*/ 310513 h 310883"/>
                <a:gd name="connsiteX115" fmla="*/ 27588 w 646469"/>
                <a:gd name="connsiteY115" fmla="*/ 310513 h 310883"/>
                <a:gd name="connsiteX116" fmla="*/ 13693 w 646469"/>
                <a:gd name="connsiteY116" fmla="*/ 306688 h 310883"/>
                <a:gd name="connsiteX117" fmla="*/ 3715 w 646469"/>
                <a:gd name="connsiteY117" fmla="*/ 296456 h 310883"/>
                <a:gd name="connsiteX118" fmla="*/ 0 w 646469"/>
                <a:gd name="connsiteY118" fmla="*/ 282253 h 310883"/>
                <a:gd name="connsiteX119" fmla="*/ 3763 w 646469"/>
                <a:gd name="connsiteY119" fmla="*/ 268059 h 310883"/>
                <a:gd name="connsiteX120" fmla="*/ 13774 w 646469"/>
                <a:gd name="connsiteY120" fmla="*/ 257859 h 310883"/>
                <a:gd name="connsiteX121" fmla="*/ 27685 w 646469"/>
                <a:gd name="connsiteY121" fmla="*/ 254083 h 310883"/>
                <a:gd name="connsiteX122" fmla="*/ 187355 w 646469"/>
                <a:gd name="connsiteY122" fmla="*/ 237345 h 310883"/>
                <a:gd name="connsiteX123" fmla="*/ 196221 w 646469"/>
                <a:gd name="connsiteY123" fmla="*/ 237361 h 310883"/>
                <a:gd name="connsiteX124" fmla="*/ 196189 w 646469"/>
                <a:gd name="connsiteY124" fmla="*/ 255452 h 310883"/>
                <a:gd name="connsiteX125" fmla="*/ 209142 w 646469"/>
                <a:gd name="connsiteY125" fmla="*/ 255476 h 310883"/>
                <a:gd name="connsiteX126" fmla="*/ 209126 w 646469"/>
                <a:gd name="connsiteY126" fmla="*/ 263615 h 310883"/>
                <a:gd name="connsiteX127" fmla="*/ 196439 w 646469"/>
                <a:gd name="connsiteY127" fmla="*/ 263591 h 310883"/>
                <a:gd name="connsiteX128" fmla="*/ 196358 w 646469"/>
                <a:gd name="connsiteY128" fmla="*/ 309717 h 310883"/>
                <a:gd name="connsiteX129" fmla="*/ 186968 w 646469"/>
                <a:gd name="connsiteY129" fmla="*/ 309701 h 310883"/>
                <a:gd name="connsiteX130" fmla="*/ 186960 w 646469"/>
                <a:gd name="connsiteY130" fmla="*/ 309701 h 310883"/>
                <a:gd name="connsiteX131" fmla="*/ 187041 w 646469"/>
                <a:gd name="connsiteY131" fmla="*/ 263575 h 310883"/>
                <a:gd name="connsiteX132" fmla="*/ 175225 w 646469"/>
                <a:gd name="connsiteY132" fmla="*/ 263551 h 310883"/>
                <a:gd name="connsiteX133" fmla="*/ 175242 w 646469"/>
                <a:gd name="connsiteY133" fmla="*/ 255411 h 310883"/>
                <a:gd name="connsiteX134" fmla="*/ 187323 w 646469"/>
                <a:gd name="connsiteY134" fmla="*/ 255436 h 310883"/>
                <a:gd name="connsiteX135" fmla="*/ 424827 w 646469"/>
                <a:gd name="connsiteY135" fmla="*/ 157961 h 310883"/>
                <a:gd name="connsiteX136" fmla="*/ 415696 w 646469"/>
                <a:gd name="connsiteY136" fmla="*/ 160522 h 310883"/>
                <a:gd name="connsiteX137" fmla="*/ 409166 w 646469"/>
                <a:gd name="connsiteY137" fmla="*/ 167381 h 310883"/>
                <a:gd name="connsiteX138" fmla="*/ 406716 w 646469"/>
                <a:gd name="connsiteY138" fmla="*/ 176922 h 310883"/>
                <a:gd name="connsiteX139" fmla="*/ 409134 w 646469"/>
                <a:gd name="connsiteY139" fmla="*/ 186470 h 310883"/>
                <a:gd name="connsiteX140" fmla="*/ 415639 w 646469"/>
                <a:gd name="connsiteY140" fmla="*/ 193354 h 310883"/>
                <a:gd name="connsiteX141" fmla="*/ 424763 w 646469"/>
                <a:gd name="connsiteY141" fmla="*/ 195946 h 310883"/>
                <a:gd name="connsiteX142" fmla="*/ 433894 w 646469"/>
                <a:gd name="connsiteY142" fmla="*/ 193386 h 310883"/>
                <a:gd name="connsiteX143" fmla="*/ 440423 w 646469"/>
                <a:gd name="connsiteY143" fmla="*/ 186526 h 310883"/>
                <a:gd name="connsiteX144" fmla="*/ 442873 w 646469"/>
                <a:gd name="connsiteY144" fmla="*/ 176986 h 310883"/>
                <a:gd name="connsiteX145" fmla="*/ 440455 w 646469"/>
                <a:gd name="connsiteY145" fmla="*/ 167437 h 310883"/>
                <a:gd name="connsiteX146" fmla="*/ 433951 w 646469"/>
                <a:gd name="connsiteY146" fmla="*/ 160554 h 310883"/>
                <a:gd name="connsiteX147" fmla="*/ 424827 w 646469"/>
                <a:gd name="connsiteY147" fmla="*/ 157961 h 310883"/>
                <a:gd name="connsiteX148" fmla="*/ 293349 w 646469"/>
                <a:gd name="connsiteY148" fmla="*/ 157736 h 310883"/>
                <a:gd name="connsiteX149" fmla="*/ 284347 w 646469"/>
                <a:gd name="connsiteY149" fmla="*/ 160296 h 310883"/>
                <a:gd name="connsiteX150" fmla="*/ 277907 w 646469"/>
                <a:gd name="connsiteY150" fmla="*/ 167156 h 310883"/>
                <a:gd name="connsiteX151" fmla="*/ 275497 w 646469"/>
                <a:gd name="connsiteY151" fmla="*/ 176696 h 310883"/>
                <a:gd name="connsiteX152" fmla="*/ 277867 w 646469"/>
                <a:gd name="connsiteY152" fmla="*/ 186245 h 310883"/>
                <a:gd name="connsiteX153" fmla="*/ 284282 w 646469"/>
                <a:gd name="connsiteY153" fmla="*/ 193128 h 310883"/>
                <a:gd name="connsiteX154" fmla="*/ 293269 w 646469"/>
                <a:gd name="connsiteY154" fmla="*/ 195721 h 310883"/>
                <a:gd name="connsiteX155" fmla="*/ 293285 w 646469"/>
                <a:gd name="connsiteY155" fmla="*/ 195721 h 310883"/>
                <a:gd name="connsiteX156" fmla="*/ 302279 w 646469"/>
                <a:gd name="connsiteY156" fmla="*/ 193161 h 310883"/>
                <a:gd name="connsiteX157" fmla="*/ 308719 w 646469"/>
                <a:gd name="connsiteY157" fmla="*/ 186301 h 310883"/>
                <a:gd name="connsiteX158" fmla="*/ 311121 w 646469"/>
                <a:gd name="connsiteY158" fmla="*/ 176761 h 310883"/>
                <a:gd name="connsiteX159" fmla="*/ 308751 w 646469"/>
                <a:gd name="connsiteY159" fmla="*/ 167212 h 310883"/>
                <a:gd name="connsiteX160" fmla="*/ 302336 w 646469"/>
                <a:gd name="connsiteY160" fmla="*/ 160329 h 310883"/>
                <a:gd name="connsiteX161" fmla="*/ 293349 w 646469"/>
                <a:gd name="connsiteY161" fmla="*/ 157736 h 310883"/>
                <a:gd name="connsiteX162" fmla="*/ 178893 w 646469"/>
                <a:gd name="connsiteY162" fmla="*/ 157534 h 310883"/>
                <a:gd name="connsiteX163" fmla="*/ 169761 w 646469"/>
                <a:gd name="connsiteY163" fmla="*/ 160095 h 310883"/>
                <a:gd name="connsiteX164" fmla="*/ 163233 w 646469"/>
                <a:gd name="connsiteY164" fmla="*/ 166954 h 310883"/>
                <a:gd name="connsiteX165" fmla="*/ 160783 w 646469"/>
                <a:gd name="connsiteY165" fmla="*/ 176495 h 310883"/>
                <a:gd name="connsiteX166" fmla="*/ 163201 w 646469"/>
                <a:gd name="connsiteY166" fmla="*/ 186043 h 310883"/>
                <a:gd name="connsiteX167" fmla="*/ 169705 w 646469"/>
                <a:gd name="connsiteY167" fmla="*/ 192927 h 310883"/>
                <a:gd name="connsiteX168" fmla="*/ 178829 w 646469"/>
                <a:gd name="connsiteY168" fmla="*/ 195519 h 310883"/>
                <a:gd name="connsiteX169" fmla="*/ 187960 w 646469"/>
                <a:gd name="connsiteY169" fmla="*/ 192959 h 310883"/>
                <a:gd name="connsiteX170" fmla="*/ 194490 w 646469"/>
                <a:gd name="connsiteY170" fmla="*/ 186099 h 310883"/>
                <a:gd name="connsiteX171" fmla="*/ 196940 w 646469"/>
                <a:gd name="connsiteY171" fmla="*/ 176559 h 310883"/>
                <a:gd name="connsiteX172" fmla="*/ 194522 w 646469"/>
                <a:gd name="connsiteY172" fmla="*/ 167010 h 310883"/>
                <a:gd name="connsiteX173" fmla="*/ 188017 w 646469"/>
                <a:gd name="connsiteY173" fmla="*/ 160127 h 310883"/>
                <a:gd name="connsiteX174" fmla="*/ 178893 w 646469"/>
                <a:gd name="connsiteY174" fmla="*/ 157534 h 310883"/>
                <a:gd name="connsiteX175" fmla="*/ 374961 w 646469"/>
                <a:gd name="connsiteY175" fmla="*/ 149741 h 310883"/>
                <a:gd name="connsiteX176" fmla="*/ 384342 w 646469"/>
                <a:gd name="connsiteY176" fmla="*/ 149757 h 310883"/>
                <a:gd name="connsiteX177" fmla="*/ 384246 w 646469"/>
                <a:gd name="connsiteY177" fmla="*/ 204022 h 310883"/>
                <a:gd name="connsiteX178" fmla="*/ 374864 w 646469"/>
                <a:gd name="connsiteY178" fmla="*/ 204005 h 310883"/>
                <a:gd name="connsiteX179" fmla="*/ 210366 w 646469"/>
                <a:gd name="connsiteY179" fmla="*/ 149451 h 310883"/>
                <a:gd name="connsiteX180" fmla="*/ 221054 w 646469"/>
                <a:gd name="connsiteY180" fmla="*/ 149467 h 310883"/>
                <a:gd name="connsiteX181" fmla="*/ 231612 w 646469"/>
                <a:gd name="connsiteY181" fmla="*/ 173000 h 310883"/>
                <a:gd name="connsiteX182" fmla="*/ 234384 w 646469"/>
                <a:gd name="connsiteY182" fmla="*/ 179248 h 310883"/>
                <a:gd name="connsiteX183" fmla="*/ 236891 w 646469"/>
                <a:gd name="connsiteY183" fmla="*/ 186760 h 310883"/>
                <a:gd name="connsiteX184" fmla="*/ 239559 w 646469"/>
                <a:gd name="connsiteY184" fmla="*/ 179216 h 310883"/>
                <a:gd name="connsiteX185" fmla="*/ 242307 w 646469"/>
                <a:gd name="connsiteY185" fmla="*/ 173024 h 310883"/>
                <a:gd name="connsiteX186" fmla="*/ 253035 w 646469"/>
                <a:gd name="connsiteY186" fmla="*/ 149531 h 310883"/>
                <a:gd name="connsiteX187" fmla="*/ 263029 w 646469"/>
                <a:gd name="connsiteY187" fmla="*/ 149547 h 310883"/>
                <a:gd name="connsiteX188" fmla="*/ 236601 w 646469"/>
                <a:gd name="connsiteY188" fmla="*/ 206477 h 310883"/>
                <a:gd name="connsiteX189" fmla="*/ 3901 w 646469"/>
                <a:gd name="connsiteY189" fmla="*/ 149088 h 310883"/>
                <a:gd name="connsiteX190" fmla="*/ 13282 w 646469"/>
                <a:gd name="connsiteY190" fmla="*/ 149104 h 310883"/>
                <a:gd name="connsiteX191" fmla="*/ 13186 w 646469"/>
                <a:gd name="connsiteY191" fmla="*/ 203368 h 310883"/>
                <a:gd name="connsiteX192" fmla="*/ 3804 w 646469"/>
                <a:gd name="connsiteY192" fmla="*/ 203352 h 310883"/>
                <a:gd name="connsiteX193" fmla="*/ 292148 w 646469"/>
                <a:gd name="connsiteY193" fmla="*/ 148872 h 310883"/>
                <a:gd name="connsiteX194" fmla="*/ 302271 w 646469"/>
                <a:gd name="connsiteY194" fmla="*/ 150973 h 310883"/>
                <a:gd name="connsiteX195" fmla="*/ 310476 w 646469"/>
                <a:gd name="connsiteY195" fmla="*/ 156778 h 310883"/>
                <a:gd name="connsiteX196" fmla="*/ 310476 w 646469"/>
                <a:gd name="connsiteY196" fmla="*/ 149637 h 310883"/>
                <a:gd name="connsiteX197" fmla="*/ 319181 w 646469"/>
                <a:gd name="connsiteY197" fmla="*/ 149653 h 310883"/>
                <a:gd name="connsiteX198" fmla="*/ 319084 w 646469"/>
                <a:gd name="connsiteY198" fmla="*/ 203917 h 310883"/>
                <a:gd name="connsiteX199" fmla="*/ 310395 w 646469"/>
                <a:gd name="connsiteY199" fmla="*/ 203901 h 310883"/>
                <a:gd name="connsiteX200" fmla="*/ 310412 w 646469"/>
                <a:gd name="connsiteY200" fmla="*/ 196759 h 310883"/>
                <a:gd name="connsiteX201" fmla="*/ 302191 w 646469"/>
                <a:gd name="connsiteY201" fmla="*/ 202492 h 310883"/>
                <a:gd name="connsiteX202" fmla="*/ 292060 w 646469"/>
                <a:gd name="connsiteY202" fmla="*/ 204601 h 310883"/>
                <a:gd name="connsiteX203" fmla="*/ 292052 w 646469"/>
                <a:gd name="connsiteY203" fmla="*/ 204585 h 310883"/>
                <a:gd name="connsiteX204" fmla="*/ 279027 w 646469"/>
                <a:gd name="connsiteY204" fmla="*/ 200809 h 310883"/>
                <a:gd name="connsiteX205" fmla="*/ 269613 w 646469"/>
                <a:gd name="connsiteY205" fmla="*/ 190705 h 310883"/>
                <a:gd name="connsiteX206" fmla="*/ 266116 w 646469"/>
                <a:gd name="connsiteY206" fmla="*/ 176680 h 310883"/>
                <a:gd name="connsiteX207" fmla="*/ 269662 w 646469"/>
                <a:gd name="connsiteY207" fmla="*/ 162671 h 310883"/>
                <a:gd name="connsiteX208" fmla="*/ 279108 w 646469"/>
                <a:gd name="connsiteY208" fmla="*/ 152600 h 310883"/>
                <a:gd name="connsiteX209" fmla="*/ 292148 w 646469"/>
                <a:gd name="connsiteY209" fmla="*/ 148872 h 310883"/>
                <a:gd name="connsiteX210" fmla="*/ 491312 w 646469"/>
                <a:gd name="connsiteY210" fmla="*/ 148863 h 310883"/>
                <a:gd name="connsiteX211" fmla="*/ 501604 w 646469"/>
                <a:gd name="connsiteY211" fmla="*/ 151729 h 310883"/>
                <a:gd name="connsiteX212" fmla="*/ 509285 w 646469"/>
                <a:gd name="connsiteY212" fmla="*/ 159973 h 310883"/>
                <a:gd name="connsiteX213" fmla="*/ 512219 w 646469"/>
                <a:gd name="connsiteY213" fmla="*/ 173048 h 310883"/>
                <a:gd name="connsiteX214" fmla="*/ 512162 w 646469"/>
                <a:gd name="connsiteY214" fmla="*/ 204246 h 310883"/>
                <a:gd name="connsiteX215" fmla="*/ 502773 w 646469"/>
                <a:gd name="connsiteY215" fmla="*/ 204230 h 310883"/>
                <a:gd name="connsiteX216" fmla="*/ 502821 w 646469"/>
                <a:gd name="connsiteY216" fmla="*/ 174385 h 310883"/>
                <a:gd name="connsiteX217" fmla="*/ 499146 w 646469"/>
                <a:gd name="connsiteY217" fmla="*/ 163025 h 310883"/>
                <a:gd name="connsiteX218" fmla="*/ 488773 w 646469"/>
                <a:gd name="connsiteY218" fmla="*/ 158081 h 310883"/>
                <a:gd name="connsiteX219" fmla="*/ 478988 w 646469"/>
                <a:gd name="connsiteY219" fmla="*/ 162179 h 310883"/>
                <a:gd name="connsiteX220" fmla="*/ 474668 w 646469"/>
                <a:gd name="connsiteY220" fmla="*/ 174063 h 310883"/>
                <a:gd name="connsiteX221" fmla="*/ 474620 w 646469"/>
                <a:gd name="connsiteY221" fmla="*/ 204182 h 310883"/>
                <a:gd name="connsiteX222" fmla="*/ 465238 w 646469"/>
                <a:gd name="connsiteY222" fmla="*/ 204166 h 310883"/>
                <a:gd name="connsiteX223" fmla="*/ 465238 w 646469"/>
                <a:gd name="connsiteY223" fmla="*/ 204157 h 310883"/>
                <a:gd name="connsiteX224" fmla="*/ 465335 w 646469"/>
                <a:gd name="connsiteY224" fmla="*/ 149893 h 310883"/>
                <a:gd name="connsiteX225" fmla="*/ 474024 w 646469"/>
                <a:gd name="connsiteY225" fmla="*/ 149910 h 310883"/>
                <a:gd name="connsiteX226" fmla="*/ 474007 w 646469"/>
                <a:gd name="connsiteY226" fmla="*/ 158685 h 310883"/>
                <a:gd name="connsiteX227" fmla="*/ 481447 w 646469"/>
                <a:gd name="connsiteY227" fmla="*/ 151375 h 310883"/>
                <a:gd name="connsiteX228" fmla="*/ 491312 w 646469"/>
                <a:gd name="connsiteY228" fmla="*/ 148863 h 310883"/>
                <a:gd name="connsiteX229" fmla="*/ 424843 w 646469"/>
                <a:gd name="connsiteY229" fmla="*/ 148743 h 310883"/>
                <a:gd name="connsiteX230" fmla="*/ 438698 w 646469"/>
                <a:gd name="connsiteY230" fmla="*/ 152567 h 310883"/>
                <a:gd name="connsiteX231" fmla="*/ 448587 w 646469"/>
                <a:gd name="connsiteY231" fmla="*/ 162760 h 310883"/>
                <a:gd name="connsiteX232" fmla="*/ 452254 w 646469"/>
                <a:gd name="connsiteY232" fmla="*/ 177010 h 310883"/>
                <a:gd name="connsiteX233" fmla="*/ 448539 w 646469"/>
                <a:gd name="connsiteY233" fmla="*/ 191204 h 310883"/>
                <a:gd name="connsiteX234" fmla="*/ 438617 w 646469"/>
                <a:gd name="connsiteY234" fmla="*/ 201405 h 310883"/>
                <a:gd name="connsiteX235" fmla="*/ 424755 w 646469"/>
                <a:gd name="connsiteY235" fmla="*/ 205181 h 310883"/>
                <a:gd name="connsiteX236" fmla="*/ 424747 w 646469"/>
                <a:gd name="connsiteY236" fmla="*/ 205173 h 310883"/>
                <a:gd name="connsiteX237" fmla="*/ 410932 w 646469"/>
                <a:gd name="connsiteY237" fmla="*/ 201348 h 310883"/>
                <a:gd name="connsiteX238" fmla="*/ 401002 w 646469"/>
                <a:gd name="connsiteY238" fmla="*/ 191116 h 310883"/>
                <a:gd name="connsiteX239" fmla="*/ 397335 w 646469"/>
                <a:gd name="connsiteY239" fmla="*/ 176913 h 310883"/>
                <a:gd name="connsiteX240" fmla="*/ 401050 w 646469"/>
                <a:gd name="connsiteY240" fmla="*/ 162679 h 310883"/>
                <a:gd name="connsiteX241" fmla="*/ 411021 w 646469"/>
                <a:gd name="connsiteY241" fmla="*/ 152519 h 310883"/>
                <a:gd name="connsiteX242" fmla="*/ 424843 w 646469"/>
                <a:gd name="connsiteY242" fmla="*/ 148743 h 310883"/>
                <a:gd name="connsiteX243" fmla="*/ 178917 w 646469"/>
                <a:gd name="connsiteY243" fmla="*/ 148316 h 310883"/>
                <a:gd name="connsiteX244" fmla="*/ 192773 w 646469"/>
                <a:gd name="connsiteY244" fmla="*/ 152140 h 310883"/>
                <a:gd name="connsiteX245" fmla="*/ 202662 w 646469"/>
                <a:gd name="connsiteY245" fmla="*/ 162333 h 310883"/>
                <a:gd name="connsiteX246" fmla="*/ 206329 w 646469"/>
                <a:gd name="connsiteY246" fmla="*/ 176583 h 310883"/>
                <a:gd name="connsiteX247" fmla="*/ 202614 w 646469"/>
                <a:gd name="connsiteY247" fmla="*/ 190777 h 310883"/>
                <a:gd name="connsiteX248" fmla="*/ 192692 w 646469"/>
                <a:gd name="connsiteY248" fmla="*/ 200978 h 310883"/>
                <a:gd name="connsiteX249" fmla="*/ 178821 w 646469"/>
                <a:gd name="connsiteY249" fmla="*/ 204754 h 310883"/>
                <a:gd name="connsiteX250" fmla="*/ 178821 w 646469"/>
                <a:gd name="connsiteY250" fmla="*/ 204746 h 310883"/>
                <a:gd name="connsiteX251" fmla="*/ 165006 w 646469"/>
                <a:gd name="connsiteY251" fmla="*/ 200921 h 310883"/>
                <a:gd name="connsiteX252" fmla="*/ 155077 w 646469"/>
                <a:gd name="connsiteY252" fmla="*/ 190689 h 310883"/>
                <a:gd name="connsiteX253" fmla="*/ 151410 w 646469"/>
                <a:gd name="connsiteY253" fmla="*/ 176486 h 310883"/>
                <a:gd name="connsiteX254" fmla="*/ 155125 w 646469"/>
                <a:gd name="connsiteY254" fmla="*/ 162252 h 310883"/>
                <a:gd name="connsiteX255" fmla="*/ 165095 w 646469"/>
                <a:gd name="connsiteY255" fmla="*/ 152092 h 310883"/>
                <a:gd name="connsiteX256" fmla="*/ 178917 w 646469"/>
                <a:gd name="connsiteY256" fmla="*/ 148316 h 310883"/>
                <a:gd name="connsiteX257" fmla="*/ 118510 w 646469"/>
                <a:gd name="connsiteY257" fmla="*/ 148219 h 310883"/>
                <a:gd name="connsiteX258" fmla="*/ 128802 w 646469"/>
                <a:gd name="connsiteY258" fmla="*/ 151085 h 310883"/>
                <a:gd name="connsiteX259" fmla="*/ 136475 w 646469"/>
                <a:gd name="connsiteY259" fmla="*/ 159329 h 310883"/>
                <a:gd name="connsiteX260" fmla="*/ 139408 w 646469"/>
                <a:gd name="connsiteY260" fmla="*/ 172404 h 310883"/>
                <a:gd name="connsiteX261" fmla="*/ 139352 w 646469"/>
                <a:gd name="connsiteY261" fmla="*/ 203602 h 310883"/>
                <a:gd name="connsiteX262" fmla="*/ 129962 w 646469"/>
                <a:gd name="connsiteY262" fmla="*/ 203586 h 310883"/>
                <a:gd name="connsiteX263" fmla="*/ 130011 w 646469"/>
                <a:gd name="connsiteY263" fmla="*/ 173741 h 310883"/>
                <a:gd name="connsiteX264" fmla="*/ 126336 w 646469"/>
                <a:gd name="connsiteY264" fmla="*/ 162381 h 310883"/>
                <a:gd name="connsiteX265" fmla="*/ 115963 w 646469"/>
                <a:gd name="connsiteY265" fmla="*/ 157437 h 310883"/>
                <a:gd name="connsiteX266" fmla="*/ 106178 w 646469"/>
                <a:gd name="connsiteY266" fmla="*/ 161535 h 310883"/>
                <a:gd name="connsiteX267" fmla="*/ 101858 w 646469"/>
                <a:gd name="connsiteY267" fmla="*/ 173419 h 310883"/>
                <a:gd name="connsiteX268" fmla="*/ 101810 w 646469"/>
                <a:gd name="connsiteY268" fmla="*/ 203538 h 310883"/>
                <a:gd name="connsiteX269" fmla="*/ 92428 w 646469"/>
                <a:gd name="connsiteY269" fmla="*/ 203522 h 310883"/>
                <a:gd name="connsiteX270" fmla="*/ 92437 w 646469"/>
                <a:gd name="connsiteY270" fmla="*/ 203513 h 310883"/>
                <a:gd name="connsiteX271" fmla="*/ 92533 w 646469"/>
                <a:gd name="connsiteY271" fmla="*/ 149249 h 310883"/>
                <a:gd name="connsiteX272" fmla="*/ 101222 w 646469"/>
                <a:gd name="connsiteY272" fmla="*/ 149266 h 310883"/>
                <a:gd name="connsiteX273" fmla="*/ 101206 w 646469"/>
                <a:gd name="connsiteY273" fmla="*/ 158041 h 310883"/>
                <a:gd name="connsiteX274" fmla="*/ 108645 w 646469"/>
                <a:gd name="connsiteY274" fmla="*/ 150731 h 310883"/>
                <a:gd name="connsiteX275" fmla="*/ 118510 w 646469"/>
                <a:gd name="connsiteY275" fmla="*/ 148219 h 310883"/>
                <a:gd name="connsiteX276" fmla="*/ 55951 w 646469"/>
                <a:gd name="connsiteY276" fmla="*/ 148107 h 310883"/>
                <a:gd name="connsiteX277" fmla="*/ 66243 w 646469"/>
                <a:gd name="connsiteY277" fmla="*/ 150973 h 310883"/>
                <a:gd name="connsiteX278" fmla="*/ 73916 w 646469"/>
                <a:gd name="connsiteY278" fmla="*/ 159217 h 310883"/>
                <a:gd name="connsiteX279" fmla="*/ 76850 w 646469"/>
                <a:gd name="connsiteY279" fmla="*/ 172292 h 310883"/>
                <a:gd name="connsiteX280" fmla="*/ 76793 w 646469"/>
                <a:gd name="connsiteY280" fmla="*/ 203490 h 310883"/>
                <a:gd name="connsiteX281" fmla="*/ 67412 w 646469"/>
                <a:gd name="connsiteY281" fmla="*/ 203474 h 310883"/>
                <a:gd name="connsiteX282" fmla="*/ 67460 w 646469"/>
                <a:gd name="connsiteY282" fmla="*/ 173629 h 310883"/>
                <a:gd name="connsiteX283" fmla="*/ 63785 w 646469"/>
                <a:gd name="connsiteY283" fmla="*/ 162269 h 310883"/>
                <a:gd name="connsiteX284" fmla="*/ 53412 w 646469"/>
                <a:gd name="connsiteY284" fmla="*/ 157325 h 310883"/>
                <a:gd name="connsiteX285" fmla="*/ 43627 w 646469"/>
                <a:gd name="connsiteY285" fmla="*/ 161423 h 310883"/>
                <a:gd name="connsiteX286" fmla="*/ 39307 w 646469"/>
                <a:gd name="connsiteY286" fmla="*/ 173307 h 310883"/>
                <a:gd name="connsiteX287" fmla="*/ 39259 w 646469"/>
                <a:gd name="connsiteY287" fmla="*/ 203426 h 310883"/>
                <a:gd name="connsiteX288" fmla="*/ 29878 w 646469"/>
                <a:gd name="connsiteY288" fmla="*/ 203410 h 310883"/>
                <a:gd name="connsiteX289" fmla="*/ 29869 w 646469"/>
                <a:gd name="connsiteY289" fmla="*/ 203401 h 310883"/>
                <a:gd name="connsiteX290" fmla="*/ 29966 w 646469"/>
                <a:gd name="connsiteY290" fmla="*/ 149137 h 310883"/>
                <a:gd name="connsiteX291" fmla="*/ 38655 w 646469"/>
                <a:gd name="connsiteY291" fmla="*/ 149154 h 310883"/>
                <a:gd name="connsiteX292" fmla="*/ 38638 w 646469"/>
                <a:gd name="connsiteY292" fmla="*/ 157929 h 310883"/>
                <a:gd name="connsiteX293" fmla="*/ 46086 w 646469"/>
                <a:gd name="connsiteY293" fmla="*/ 150619 h 310883"/>
                <a:gd name="connsiteX294" fmla="*/ 55951 w 646469"/>
                <a:gd name="connsiteY294" fmla="*/ 148107 h 310883"/>
                <a:gd name="connsiteX295" fmla="*/ 8604 w 646469"/>
                <a:gd name="connsiteY295" fmla="*/ 139328 h 310883"/>
                <a:gd name="connsiteX296" fmla="*/ 8608 w 646469"/>
                <a:gd name="connsiteY296" fmla="*/ 139330 h 310883"/>
                <a:gd name="connsiteX297" fmla="*/ 8600 w 646469"/>
                <a:gd name="connsiteY297" fmla="*/ 139330 h 310883"/>
                <a:gd name="connsiteX298" fmla="*/ 342240 w 646469"/>
                <a:gd name="connsiteY298" fmla="*/ 131586 h 310883"/>
                <a:gd name="connsiteX299" fmla="*/ 351106 w 646469"/>
                <a:gd name="connsiteY299" fmla="*/ 131602 h 310883"/>
                <a:gd name="connsiteX300" fmla="*/ 351074 w 646469"/>
                <a:gd name="connsiteY300" fmla="*/ 149693 h 310883"/>
                <a:gd name="connsiteX301" fmla="*/ 364026 w 646469"/>
                <a:gd name="connsiteY301" fmla="*/ 149717 h 310883"/>
                <a:gd name="connsiteX302" fmla="*/ 364010 w 646469"/>
                <a:gd name="connsiteY302" fmla="*/ 157856 h 310883"/>
                <a:gd name="connsiteX303" fmla="*/ 351324 w 646469"/>
                <a:gd name="connsiteY303" fmla="*/ 157832 h 310883"/>
                <a:gd name="connsiteX304" fmla="*/ 351243 w 646469"/>
                <a:gd name="connsiteY304" fmla="*/ 203958 h 310883"/>
                <a:gd name="connsiteX305" fmla="*/ 341861 w 646469"/>
                <a:gd name="connsiteY305" fmla="*/ 203942 h 310883"/>
                <a:gd name="connsiteX306" fmla="*/ 341845 w 646469"/>
                <a:gd name="connsiteY306" fmla="*/ 203942 h 310883"/>
                <a:gd name="connsiteX307" fmla="*/ 341926 w 646469"/>
                <a:gd name="connsiteY307" fmla="*/ 157816 h 310883"/>
                <a:gd name="connsiteX308" fmla="*/ 330109 w 646469"/>
                <a:gd name="connsiteY308" fmla="*/ 157792 h 310883"/>
                <a:gd name="connsiteX309" fmla="*/ 330126 w 646469"/>
                <a:gd name="connsiteY309" fmla="*/ 149652 h 310883"/>
                <a:gd name="connsiteX310" fmla="*/ 342208 w 646469"/>
                <a:gd name="connsiteY310" fmla="*/ 149677 h 310883"/>
                <a:gd name="connsiteX311" fmla="*/ 379692 w 646469"/>
                <a:gd name="connsiteY311" fmla="*/ 126957 h 310883"/>
                <a:gd name="connsiteX312" fmla="*/ 384165 w 646469"/>
                <a:gd name="connsiteY312" fmla="*/ 128817 h 310883"/>
                <a:gd name="connsiteX313" fmla="*/ 385938 w 646469"/>
                <a:gd name="connsiteY313" fmla="*/ 133478 h 310883"/>
                <a:gd name="connsiteX314" fmla="*/ 384149 w 646469"/>
                <a:gd name="connsiteY314" fmla="*/ 138083 h 310883"/>
                <a:gd name="connsiteX315" fmla="*/ 379668 w 646469"/>
                <a:gd name="connsiteY315" fmla="*/ 139975 h 310883"/>
                <a:gd name="connsiteX316" fmla="*/ 375243 w 646469"/>
                <a:gd name="connsiteY316" fmla="*/ 138067 h 310883"/>
                <a:gd name="connsiteX317" fmla="*/ 373430 w 646469"/>
                <a:gd name="connsiteY317" fmla="*/ 133454 h 310883"/>
                <a:gd name="connsiteX318" fmla="*/ 375259 w 646469"/>
                <a:gd name="connsiteY318" fmla="*/ 128801 h 310883"/>
                <a:gd name="connsiteX319" fmla="*/ 379692 w 646469"/>
                <a:gd name="connsiteY319" fmla="*/ 126957 h 310883"/>
                <a:gd name="connsiteX320" fmla="*/ 8624 w 646469"/>
                <a:gd name="connsiteY320" fmla="*/ 126312 h 310883"/>
                <a:gd name="connsiteX321" fmla="*/ 13097 w 646469"/>
                <a:gd name="connsiteY321" fmla="*/ 128172 h 310883"/>
                <a:gd name="connsiteX322" fmla="*/ 14870 w 646469"/>
                <a:gd name="connsiteY322" fmla="*/ 132833 h 310883"/>
                <a:gd name="connsiteX323" fmla="*/ 13081 w 646469"/>
                <a:gd name="connsiteY323" fmla="*/ 137438 h 310883"/>
                <a:gd name="connsiteX324" fmla="*/ 8604 w 646469"/>
                <a:gd name="connsiteY324" fmla="*/ 139328 h 310883"/>
                <a:gd name="connsiteX325" fmla="*/ 4175 w 646469"/>
                <a:gd name="connsiteY325" fmla="*/ 137422 h 310883"/>
                <a:gd name="connsiteX326" fmla="*/ 2362 w 646469"/>
                <a:gd name="connsiteY326" fmla="*/ 132809 h 310883"/>
                <a:gd name="connsiteX327" fmla="*/ 4191 w 646469"/>
                <a:gd name="connsiteY327" fmla="*/ 128156 h 310883"/>
                <a:gd name="connsiteX328" fmla="*/ 8624 w 646469"/>
                <a:gd name="connsiteY328" fmla="*/ 126312 h 310883"/>
                <a:gd name="connsiteX329" fmla="*/ 613585 w 646469"/>
                <a:gd name="connsiteY329" fmla="*/ 54650 h 310883"/>
                <a:gd name="connsiteX330" fmla="*/ 610289 w 646469"/>
                <a:gd name="connsiteY330" fmla="*/ 57138 h 310883"/>
                <a:gd name="connsiteX331" fmla="*/ 607170 w 646469"/>
                <a:gd name="connsiteY331" fmla="*/ 61228 h 310883"/>
                <a:gd name="connsiteX332" fmla="*/ 605832 w 646469"/>
                <a:gd name="connsiteY332" fmla="*/ 67291 h 310883"/>
                <a:gd name="connsiteX333" fmla="*/ 609394 w 646469"/>
                <a:gd name="connsiteY333" fmla="*/ 76904 h 310883"/>
                <a:gd name="connsiteX334" fmla="*/ 619469 w 646469"/>
                <a:gd name="connsiteY334" fmla="*/ 81018 h 310883"/>
                <a:gd name="connsiteX335" fmla="*/ 619477 w 646469"/>
                <a:gd name="connsiteY335" fmla="*/ 81018 h 310883"/>
                <a:gd name="connsiteX336" fmla="*/ 624732 w 646469"/>
                <a:gd name="connsiteY336" fmla="*/ 80132 h 310883"/>
                <a:gd name="connsiteX337" fmla="*/ 629568 w 646469"/>
                <a:gd name="connsiteY337" fmla="*/ 77830 h 310883"/>
                <a:gd name="connsiteX338" fmla="*/ 290947 w 646469"/>
                <a:gd name="connsiteY338" fmla="*/ 40875 h 310883"/>
                <a:gd name="connsiteX339" fmla="*/ 281952 w 646469"/>
                <a:gd name="connsiteY339" fmla="*/ 43435 h 310883"/>
                <a:gd name="connsiteX340" fmla="*/ 275512 w 646469"/>
                <a:gd name="connsiteY340" fmla="*/ 50295 h 310883"/>
                <a:gd name="connsiteX341" fmla="*/ 273102 w 646469"/>
                <a:gd name="connsiteY341" fmla="*/ 59835 h 310883"/>
                <a:gd name="connsiteX342" fmla="*/ 275472 w 646469"/>
                <a:gd name="connsiteY342" fmla="*/ 69384 h 310883"/>
                <a:gd name="connsiteX343" fmla="*/ 281887 w 646469"/>
                <a:gd name="connsiteY343" fmla="*/ 76268 h 310883"/>
                <a:gd name="connsiteX344" fmla="*/ 290870 w 646469"/>
                <a:gd name="connsiteY344" fmla="*/ 78859 h 310883"/>
                <a:gd name="connsiteX345" fmla="*/ 290866 w 646469"/>
                <a:gd name="connsiteY345" fmla="*/ 78861 h 310883"/>
                <a:gd name="connsiteX346" fmla="*/ 290874 w 646469"/>
                <a:gd name="connsiteY346" fmla="*/ 78861 h 310883"/>
                <a:gd name="connsiteX347" fmla="*/ 290870 w 646469"/>
                <a:gd name="connsiteY347" fmla="*/ 78859 h 310883"/>
                <a:gd name="connsiteX348" fmla="*/ 299869 w 646469"/>
                <a:gd name="connsiteY348" fmla="*/ 76301 h 310883"/>
                <a:gd name="connsiteX349" fmla="*/ 306308 w 646469"/>
                <a:gd name="connsiteY349" fmla="*/ 69440 h 310883"/>
                <a:gd name="connsiteX350" fmla="*/ 308718 w 646469"/>
                <a:gd name="connsiteY350" fmla="*/ 59900 h 310883"/>
                <a:gd name="connsiteX351" fmla="*/ 306349 w 646469"/>
                <a:gd name="connsiteY351" fmla="*/ 50351 h 310883"/>
                <a:gd name="connsiteX352" fmla="*/ 299933 w 646469"/>
                <a:gd name="connsiteY352" fmla="*/ 43468 h 310883"/>
                <a:gd name="connsiteX353" fmla="*/ 290947 w 646469"/>
                <a:gd name="connsiteY353" fmla="*/ 40875 h 310883"/>
                <a:gd name="connsiteX354" fmla="*/ 535301 w 646469"/>
                <a:gd name="connsiteY354" fmla="*/ 40754 h 310883"/>
                <a:gd name="connsiteX355" fmla="*/ 524171 w 646469"/>
                <a:gd name="connsiteY355" fmla="*/ 45118 h 310883"/>
                <a:gd name="connsiteX356" fmla="*/ 518070 w 646469"/>
                <a:gd name="connsiteY356" fmla="*/ 55640 h 310883"/>
                <a:gd name="connsiteX357" fmla="*/ 518061 w 646469"/>
                <a:gd name="connsiteY357" fmla="*/ 55648 h 310883"/>
                <a:gd name="connsiteX358" fmla="*/ 527532 w 646469"/>
                <a:gd name="connsiteY358" fmla="*/ 54851 h 310883"/>
                <a:gd name="connsiteX359" fmla="*/ 544828 w 646469"/>
                <a:gd name="connsiteY359" fmla="*/ 54883 h 310883"/>
                <a:gd name="connsiteX360" fmla="*/ 548608 w 646469"/>
                <a:gd name="connsiteY360" fmla="*/ 55028 h 310883"/>
                <a:gd name="connsiteX361" fmla="*/ 552388 w 646469"/>
                <a:gd name="connsiteY361" fmla="*/ 55350 h 310883"/>
                <a:gd name="connsiteX362" fmla="*/ 546327 w 646469"/>
                <a:gd name="connsiteY362" fmla="*/ 44892 h 310883"/>
                <a:gd name="connsiteX363" fmla="*/ 535301 w 646469"/>
                <a:gd name="connsiteY363" fmla="*/ 40754 h 310883"/>
                <a:gd name="connsiteX364" fmla="*/ 356287 w 646469"/>
                <a:gd name="connsiteY364" fmla="*/ 40448 h 310883"/>
                <a:gd name="connsiteX365" fmla="*/ 345157 w 646469"/>
                <a:gd name="connsiteY365" fmla="*/ 44812 h 310883"/>
                <a:gd name="connsiteX366" fmla="*/ 339056 w 646469"/>
                <a:gd name="connsiteY366" fmla="*/ 55334 h 310883"/>
                <a:gd name="connsiteX367" fmla="*/ 348526 w 646469"/>
                <a:gd name="connsiteY367" fmla="*/ 54537 h 310883"/>
                <a:gd name="connsiteX368" fmla="*/ 365822 w 646469"/>
                <a:gd name="connsiteY368" fmla="*/ 54569 h 310883"/>
                <a:gd name="connsiteX369" fmla="*/ 369602 w 646469"/>
                <a:gd name="connsiteY369" fmla="*/ 54714 h 310883"/>
                <a:gd name="connsiteX370" fmla="*/ 373382 w 646469"/>
                <a:gd name="connsiteY370" fmla="*/ 55036 h 310883"/>
                <a:gd name="connsiteX371" fmla="*/ 367313 w 646469"/>
                <a:gd name="connsiteY371" fmla="*/ 44578 h 310883"/>
                <a:gd name="connsiteX372" fmla="*/ 356287 w 646469"/>
                <a:gd name="connsiteY372" fmla="*/ 40448 h 310883"/>
                <a:gd name="connsiteX373" fmla="*/ 150345 w 646469"/>
                <a:gd name="connsiteY373" fmla="*/ 40086 h 310883"/>
                <a:gd name="connsiteX374" fmla="*/ 139215 w 646469"/>
                <a:gd name="connsiteY374" fmla="*/ 44450 h 310883"/>
                <a:gd name="connsiteX375" fmla="*/ 133114 w 646469"/>
                <a:gd name="connsiteY375" fmla="*/ 54972 h 310883"/>
                <a:gd name="connsiteX376" fmla="*/ 133106 w 646469"/>
                <a:gd name="connsiteY376" fmla="*/ 54980 h 310883"/>
                <a:gd name="connsiteX377" fmla="*/ 142576 w 646469"/>
                <a:gd name="connsiteY377" fmla="*/ 54183 h 310883"/>
                <a:gd name="connsiteX378" fmla="*/ 159872 w 646469"/>
                <a:gd name="connsiteY378" fmla="*/ 54215 h 310883"/>
                <a:gd name="connsiteX379" fmla="*/ 163652 w 646469"/>
                <a:gd name="connsiteY379" fmla="*/ 54360 h 310883"/>
                <a:gd name="connsiteX380" fmla="*/ 167432 w 646469"/>
                <a:gd name="connsiteY380" fmla="*/ 54682 h 310883"/>
                <a:gd name="connsiteX381" fmla="*/ 161371 w 646469"/>
                <a:gd name="connsiteY381" fmla="*/ 44224 h 310883"/>
                <a:gd name="connsiteX382" fmla="*/ 150345 w 646469"/>
                <a:gd name="connsiteY382" fmla="*/ 40086 h 310883"/>
                <a:gd name="connsiteX383" fmla="*/ 241332 w 646469"/>
                <a:gd name="connsiteY383" fmla="*/ 32646 h 310883"/>
                <a:gd name="connsiteX384" fmla="*/ 250713 w 646469"/>
                <a:gd name="connsiteY384" fmla="*/ 32662 h 310883"/>
                <a:gd name="connsiteX385" fmla="*/ 250617 w 646469"/>
                <a:gd name="connsiteY385" fmla="*/ 86926 h 310883"/>
                <a:gd name="connsiteX386" fmla="*/ 241235 w 646469"/>
                <a:gd name="connsiteY386" fmla="*/ 86910 h 310883"/>
                <a:gd name="connsiteX387" fmla="*/ 4094 w 646469"/>
                <a:gd name="connsiteY387" fmla="*/ 32236 h 310883"/>
                <a:gd name="connsiteX388" fmla="*/ 13475 w 646469"/>
                <a:gd name="connsiteY388" fmla="*/ 32252 h 310883"/>
                <a:gd name="connsiteX389" fmla="*/ 13379 w 646469"/>
                <a:gd name="connsiteY389" fmla="*/ 86516 h 310883"/>
                <a:gd name="connsiteX390" fmla="*/ 3997 w 646469"/>
                <a:gd name="connsiteY390" fmla="*/ 86500 h 310883"/>
                <a:gd name="connsiteX391" fmla="*/ 535317 w 646469"/>
                <a:gd name="connsiteY391" fmla="*/ 32075 h 310883"/>
                <a:gd name="connsiteX392" fmla="*/ 548519 w 646469"/>
                <a:gd name="connsiteY392" fmla="*/ 35674 h 310883"/>
                <a:gd name="connsiteX393" fmla="*/ 558062 w 646469"/>
                <a:gd name="connsiteY393" fmla="*/ 45319 h 310883"/>
                <a:gd name="connsiteX394" fmla="*/ 561600 w 646469"/>
                <a:gd name="connsiteY394" fmla="*/ 59070 h 310883"/>
                <a:gd name="connsiteX395" fmla="*/ 561600 w 646469"/>
                <a:gd name="connsiteY395" fmla="*/ 63047 h 310883"/>
                <a:gd name="connsiteX396" fmla="*/ 527532 w 646469"/>
                <a:gd name="connsiteY396" fmla="*/ 62991 h 310883"/>
                <a:gd name="connsiteX397" fmla="*/ 522930 w 646469"/>
                <a:gd name="connsiteY397" fmla="*/ 62806 h 310883"/>
                <a:gd name="connsiteX398" fmla="*/ 518327 w 646469"/>
                <a:gd name="connsiteY398" fmla="*/ 62258 h 310883"/>
                <a:gd name="connsiteX399" fmla="*/ 524606 w 646469"/>
                <a:gd name="connsiteY399" fmla="*/ 74391 h 310883"/>
                <a:gd name="connsiteX400" fmla="*/ 537324 w 646469"/>
                <a:gd name="connsiteY400" fmla="*/ 79294 h 310883"/>
                <a:gd name="connsiteX401" fmla="*/ 546536 w 646469"/>
                <a:gd name="connsiteY401" fmla="*/ 76959 h 310883"/>
                <a:gd name="connsiteX402" fmla="*/ 553411 w 646469"/>
                <a:gd name="connsiteY402" fmla="*/ 70728 h 310883"/>
                <a:gd name="connsiteX403" fmla="*/ 555998 w 646469"/>
                <a:gd name="connsiteY403" fmla="*/ 81854 h 310883"/>
                <a:gd name="connsiteX404" fmla="*/ 547431 w 646469"/>
                <a:gd name="connsiteY404" fmla="*/ 86766 h 310883"/>
                <a:gd name="connsiteX405" fmla="*/ 537219 w 646469"/>
                <a:gd name="connsiteY405" fmla="*/ 88513 h 310883"/>
                <a:gd name="connsiteX406" fmla="*/ 537211 w 646469"/>
                <a:gd name="connsiteY406" fmla="*/ 88513 h 310883"/>
                <a:gd name="connsiteX407" fmla="*/ 522575 w 646469"/>
                <a:gd name="connsiteY407" fmla="*/ 84688 h 310883"/>
                <a:gd name="connsiteX408" fmla="*/ 512428 w 646469"/>
                <a:gd name="connsiteY408" fmla="*/ 74319 h 310883"/>
                <a:gd name="connsiteX409" fmla="*/ 508761 w 646469"/>
                <a:gd name="connsiteY409" fmla="*/ 59706 h 310883"/>
                <a:gd name="connsiteX410" fmla="*/ 512347 w 646469"/>
                <a:gd name="connsiteY410" fmla="*/ 45737 h 310883"/>
                <a:gd name="connsiteX411" fmla="*/ 521970 w 646469"/>
                <a:gd name="connsiteY411" fmla="*/ 35762 h 310883"/>
                <a:gd name="connsiteX412" fmla="*/ 535317 w 646469"/>
                <a:gd name="connsiteY412" fmla="*/ 32075 h 310883"/>
                <a:gd name="connsiteX413" fmla="*/ 289705 w 646469"/>
                <a:gd name="connsiteY413" fmla="*/ 32011 h 310883"/>
                <a:gd name="connsiteX414" fmla="*/ 299828 w 646469"/>
                <a:gd name="connsiteY414" fmla="*/ 34112 h 310883"/>
                <a:gd name="connsiteX415" fmla="*/ 308033 w 646469"/>
                <a:gd name="connsiteY415" fmla="*/ 39917 h 310883"/>
                <a:gd name="connsiteX416" fmla="*/ 308049 w 646469"/>
                <a:gd name="connsiteY416" fmla="*/ 32776 h 310883"/>
                <a:gd name="connsiteX417" fmla="*/ 316738 w 646469"/>
                <a:gd name="connsiteY417" fmla="*/ 32792 h 310883"/>
                <a:gd name="connsiteX418" fmla="*/ 316641 w 646469"/>
                <a:gd name="connsiteY418" fmla="*/ 87057 h 310883"/>
                <a:gd name="connsiteX419" fmla="*/ 312659 w 646469"/>
                <a:gd name="connsiteY419" fmla="*/ 102241 h 310883"/>
                <a:gd name="connsiteX420" fmla="*/ 302254 w 646469"/>
                <a:gd name="connsiteY420" fmla="*/ 111902 h 310883"/>
                <a:gd name="connsiteX421" fmla="*/ 288343 w 646469"/>
                <a:gd name="connsiteY421" fmla="*/ 115227 h 310883"/>
                <a:gd name="connsiteX422" fmla="*/ 288367 w 646469"/>
                <a:gd name="connsiteY422" fmla="*/ 115211 h 310883"/>
                <a:gd name="connsiteX423" fmla="*/ 277463 w 646469"/>
                <a:gd name="connsiteY423" fmla="*/ 113384 h 310883"/>
                <a:gd name="connsiteX424" fmla="*/ 268734 w 646469"/>
                <a:gd name="connsiteY424" fmla="*/ 108392 h 310883"/>
                <a:gd name="connsiteX425" fmla="*/ 271362 w 646469"/>
                <a:gd name="connsiteY425" fmla="*/ 97362 h 310883"/>
                <a:gd name="connsiteX426" fmla="*/ 278301 w 646469"/>
                <a:gd name="connsiteY426" fmla="*/ 103706 h 310883"/>
                <a:gd name="connsiteX427" fmla="*/ 288287 w 646469"/>
                <a:gd name="connsiteY427" fmla="*/ 106162 h 310883"/>
                <a:gd name="connsiteX428" fmla="*/ 302504 w 646469"/>
                <a:gd name="connsiteY428" fmla="*/ 100671 h 310883"/>
                <a:gd name="connsiteX429" fmla="*/ 307961 w 646469"/>
                <a:gd name="connsiteY429" fmla="*/ 86485 h 310883"/>
                <a:gd name="connsiteX430" fmla="*/ 307961 w 646469"/>
                <a:gd name="connsiteY430" fmla="*/ 79883 h 310883"/>
                <a:gd name="connsiteX431" fmla="*/ 299748 w 646469"/>
                <a:gd name="connsiteY431" fmla="*/ 85616 h 310883"/>
                <a:gd name="connsiteX432" fmla="*/ 289617 w 646469"/>
                <a:gd name="connsiteY432" fmla="*/ 87725 h 310883"/>
                <a:gd name="connsiteX433" fmla="*/ 276584 w 646469"/>
                <a:gd name="connsiteY433" fmla="*/ 83949 h 310883"/>
                <a:gd name="connsiteX434" fmla="*/ 267170 w 646469"/>
                <a:gd name="connsiteY434" fmla="*/ 73844 h 310883"/>
                <a:gd name="connsiteX435" fmla="*/ 263673 w 646469"/>
                <a:gd name="connsiteY435" fmla="*/ 59819 h 310883"/>
                <a:gd name="connsiteX436" fmla="*/ 267219 w 646469"/>
                <a:gd name="connsiteY436" fmla="*/ 45810 h 310883"/>
                <a:gd name="connsiteX437" fmla="*/ 276665 w 646469"/>
                <a:gd name="connsiteY437" fmla="*/ 35738 h 310883"/>
                <a:gd name="connsiteX438" fmla="*/ 289705 w 646469"/>
                <a:gd name="connsiteY438" fmla="*/ 32011 h 310883"/>
                <a:gd name="connsiteX439" fmla="*/ 481696 w 646469"/>
                <a:gd name="connsiteY439" fmla="*/ 31986 h 310883"/>
                <a:gd name="connsiteX440" fmla="*/ 492294 w 646469"/>
                <a:gd name="connsiteY440" fmla="*/ 34087 h 310883"/>
                <a:gd name="connsiteX441" fmla="*/ 500974 w 646469"/>
                <a:gd name="connsiteY441" fmla="*/ 39618 h 310883"/>
                <a:gd name="connsiteX442" fmla="*/ 498089 w 646469"/>
                <a:gd name="connsiteY442" fmla="*/ 51912 h 310883"/>
                <a:gd name="connsiteX443" fmla="*/ 491545 w 646469"/>
                <a:gd name="connsiteY443" fmla="*/ 44304 h 310883"/>
                <a:gd name="connsiteX444" fmla="*/ 481599 w 646469"/>
                <a:gd name="connsiteY444" fmla="*/ 41212 h 310883"/>
                <a:gd name="connsiteX445" fmla="*/ 472427 w 646469"/>
                <a:gd name="connsiteY445" fmla="*/ 43773 h 310883"/>
                <a:gd name="connsiteX446" fmla="*/ 465850 w 646469"/>
                <a:gd name="connsiteY446" fmla="*/ 50632 h 310883"/>
                <a:gd name="connsiteX447" fmla="*/ 463400 w 646469"/>
                <a:gd name="connsiteY447" fmla="*/ 60173 h 310883"/>
                <a:gd name="connsiteX448" fmla="*/ 465818 w 646469"/>
                <a:gd name="connsiteY448" fmla="*/ 69673 h 310883"/>
                <a:gd name="connsiteX449" fmla="*/ 472370 w 646469"/>
                <a:gd name="connsiteY449" fmla="*/ 76605 h 310883"/>
                <a:gd name="connsiteX450" fmla="*/ 481534 w 646469"/>
                <a:gd name="connsiteY450" fmla="*/ 79197 h 310883"/>
                <a:gd name="connsiteX451" fmla="*/ 491488 w 646469"/>
                <a:gd name="connsiteY451" fmla="*/ 76226 h 310883"/>
                <a:gd name="connsiteX452" fmla="*/ 498065 w 646469"/>
                <a:gd name="connsiteY452" fmla="*/ 68554 h 310883"/>
                <a:gd name="connsiteX453" fmla="*/ 500910 w 646469"/>
                <a:gd name="connsiteY453" fmla="*/ 80856 h 310883"/>
                <a:gd name="connsiteX454" fmla="*/ 492213 w 646469"/>
                <a:gd name="connsiteY454" fmla="*/ 86355 h 310883"/>
                <a:gd name="connsiteX455" fmla="*/ 481607 w 646469"/>
                <a:gd name="connsiteY455" fmla="*/ 88416 h 310883"/>
                <a:gd name="connsiteX456" fmla="*/ 481599 w 646469"/>
                <a:gd name="connsiteY456" fmla="*/ 88416 h 310883"/>
                <a:gd name="connsiteX457" fmla="*/ 467704 w 646469"/>
                <a:gd name="connsiteY457" fmla="*/ 84591 h 310883"/>
                <a:gd name="connsiteX458" fmla="*/ 457726 w 646469"/>
                <a:gd name="connsiteY458" fmla="*/ 74359 h 310883"/>
                <a:gd name="connsiteX459" fmla="*/ 454011 w 646469"/>
                <a:gd name="connsiteY459" fmla="*/ 60156 h 310883"/>
                <a:gd name="connsiteX460" fmla="*/ 457774 w 646469"/>
                <a:gd name="connsiteY460" fmla="*/ 45962 h 310883"/>
                <a:gd name="connsiteX461" fmla="*/ 467785 w 646469"/>
                <a:gd name="connsiteY461" fmla="*/ 35762 h 310883"/>
                <a:gd name="connsiteX462" fmla="*/ 481696 w 646469"/>
                <a:gd name="connsiteY462" fmla="*/ 31986 h 310883"/>
                <a:gd name="connsiteX463" fmla="*/ 421128 w 646469"/>
                <a:gd name="connsiteY463" fmla="*/ 31882 h 310883"/>
                <a:gd name="connsiteX464" fmla="*/ 431420 w 646469"/>
                <a:gd name="connsiteY464" fmla="*/ 34748 h 310883"/>
                <a:gd name="connsiteX465" fmla="*/ 439093 w 646469"/>
                <a:gd name="connsiteY465" fmla="*/ 42992 h 310883"/>
                <a:gd name="connsiteX466" fmla="*/ 442027 w 646469"/>
                <a:gd name="connsiteY466" fmla="*/ 56067 h 310883"/>
                <a:gd name="connsiteX467" fmla="*/ 441970 w 646469"/>
                <a:gd name="connsiteY467" fmla="*/ 87265 h 310883"/>
                <a:gd name="connsiteX468" fmla="*/ 432580 w 646469"/>
                <a:gd name="connsiteY468" fmla="*/ 87249 h 310883"/>
                <a:gd name="connsiteX469" fmla="*/ 432629 w 646469"/>
                <a:gd name="connsiteY469" fmla="*/ 57404 h 310883"/>
                <a:gd name="connsiteX470" fmla="*/ 428954 w 646469"/>
                <a:gd name="connsiteY470" fmla="*/ 46044 h 310883"/>
                <a:gd name="connsiteX471" fmla="*/ 418581 w 646469"/>
                <a:gd name="connsiteY471" fmla="*/ 41100 h 310883"/>
                <a:gd name="connsiteX472" fmla="*/ 408796 w 646469"/>
                <a:gd name="connsiteY472" fmla="*/ 45198 h 310883"/>
                <a:gd name="connsiteX473" fmla="*/ 404476 w 646469"/>
                <a:gd name="connsiteY473" fmla="*/ 57082 h 310883"/>
                <a:gd name="connsiteX474" fmla="*/ 404428 w 646469"/>
                <a:gd name="connsiteY474" fmla="*/ 87201 h 310883"/>
                <a:gd name="connsiteX475" fmla="*/ 395046 w 646469"/>
                <a:gd name="connsiteY475" fmla="*/ 87185 h 310883"/>
                <a:gd name="connsiteX476" fmla="*/ 395046 w 646469"/>
                <a:gd name="connsiteY476" fmla="*/ 87176 h 310883"/>
                <a:gd name="connsiteX477" fmla="*/ 395143 w 646469"/>
                <a:gd name="connsiteY477" fmla="*/ 32912 h 310883"/>
                <a:gd name="connsiteX478" fmla="*/ 403832 w 646469"/>
                <a:gd name="connsiteY478" fmla="*/ 32929 h 310883"/>
                <a:gd name="connsiteX479" fmla="*/ 403815 w 646469"/>
                <a:gd name="connsiteY479" fmla="*/ 41704 h 310883"/>
                <a:gd name="connsiteX480" fmla="*/ 411263 w 646469"/>
                <a:gd name="connsiteY480" fmla="*/ 34394 h 310883"/>
                <a:gd name="connsiteX481" fmla="*/ 421128 w 646469"/>
                <a:gd name="connsiteY481" fmla="*/ 31882 h 310883"/>
                <a:gd name="connsiteX482" fmla="*/ 356303 w 646469"/>
                <a:gd name="connsiteY482" fmla="*/ 31761 h 310883"/>
                <a:gd name="connsiteX483" fmla="*/ 369505 w 646469"/>
                <a:gd name="connsiteY483" fmla="*/ 35360 h 310883"/>
                <a:gd name="connsiteX484" fmla="*/ 379048 w 646469"/>
                <a:gd name="connsiteY484" fmla="*/ 45005 h 310883"/>
                <a:gd name="connsiteX485" fmla="*/ 382586 w 646469"/>
                <a:gd name="connsiteY485" fmla="*/ 58756 h 310883"/>
                <a:gd name="connsiteX486" fmla="*/ 382586 w 646469"/>
                <a:gd name="connsiteY486" fmla="*/ 62733 h 310883"/>
                <a:gd name="connsiteX487" fmla="*/ 348518 w 646469"/>
                <a:gd name="connsiteY487" fmla="*/ 62677 h 310883"/>
                <a:gd name="connsiteX488" fmla="*/ 343915 w 646469"/>
                <a:gd name="connsiteY488" fmla="*/ 62492 h 310883"/>
                <a:gd name="connsiteX489" fmla="*/ 339313 w 646469"/>
                <a:gd name="connsiteY489" fmla="*/ 61944 h 310883"/>
                <a:gd name="connsiteX490" fmla="*/ 345592 w 646469"/>
                <a:gd name="connsiteY490" fmla="*/ 74077 h 310883"/>
                <a:gd name="connsiteX491" fmla="*/ 358318 w 646469"/>
                <a:gd name="connsiteY491" fmla="*/ 78980 h 310883"/>
                <a:gd name="connsiteX492" fmla="*/ 367530 w 646469"/>
                <a:gd name="connsiteY492" fmla="*/ 76645 h 310883"/>
                <a:gd name="connsiteX493" fmla="*/ 374405 w 646469"/>
                <a:gd name="connsiteY493" fmla="*/ 70414 h 310883"/>
                <a:gd name="connsiteX494" fmla="*/ 376992 w 646469"/>
                <a:gd name="connsiteY494" fmla="*/ 81540 h 310883"/>
                <a:gd name="connsiteX495" fmla="*/ 368425 w 646469"/>
                <a:gd name="connsiteY495" fmla="*/ 86452 h 310883"/>
                <a:gd name="connsiteX496" fmla="*/ 358213 w 646469"/>
                <a:gd name="connsiteY496" fmla="*/ 88199 h 310883"/>
                <a:gd name="connsiteX497" fmla="*/ 358197 w 646469"/>
                <a:gd name="connsiteY497" fmla="*/ 88199 h 310883"/>
                <a:gd name="connsiteX498" fmla="*/ 343561 w 646469"/>
                <a:gd name="connsiteY498" fmla="*/ 84374 h 310883"/>
                <a:gd name="connsiteX499" fmla="*/ 333414 w 646469"/>
                <a:gd name="connsiteY499" fmla="*/ 74005 h 310883"/>
                <a:gd name="connsiteX500" fmla="*/ 329747 w 646469"/>
                <a:gd name="connsiteY500" fmla="*/ 59392 h 310883"/>
                <a:gd name="connsiteX501" fmla="*/ 333333 w 646469"/>
                <a:gd name="connsiteY501" fmla="*/ 45423 h 310883"/>
                <a:gd name="connsiteX502" fmla="*/ 342956 w 646469"/>
                <a:gd name="connsiteY502" fmla="*/ 35448 h 310883"/>
                <a:gd name="connsiteX503" fmla="*/ 356303 w 646469"/>
                <a:gd name="connsiteY503" fmla="*/ 31761 h 310883"/>
                <a:gd name="connsiteX504" fmla="*/ 150353 w 646469"/>
                <a:gd name="connsiteY504" fmla="*/ 31407 h 310883"/>
                <a:gd name="connsiteX505" fmla="*/ 163555 w 646469"/>
                <a:gd name="connsiteY505" fmla="*/ 35006 h 310883"/>
                <a:gd name="connsiteX506" fmla="*/ 173098 w 646469"/>
                <a:gd name="connsiteY506" fmla="*/ 44651 h 310883"/>
                <a:gd name="connsiteX507" fmla="*/ 176636 w 646469"/>
                <a:gd name="connsiteY507" fmla="*/ 58402 h 310883"/>
                <a:gd name="connsiteX508" fmla="*/ 176636 w 646469"/>
                <a:gd name="connsiteY508" fmla="*/ 62379 h 310883"/>
                <a:gd name="connsiteX509" fmla="*/ 142568 w 646469"/>
                <a:gd name="connsiteY509" fmla="*/ 62323 h 310883"/>
                <a:gd name="connsiteX510" fmla="*/ 137966 w 646469"/>
                <a:gd name="connsiteY510" fmla="*/ 62138 h 310883"/>
                <a:gd name="connsiteX511" fmla="*/ 133363 w 646469"/>
                <a:gd name="connsiteY511" fmla="*/ 61590 h 310883"/>
                <a:gd name="connsiteX512" fmla="*/ 139642 w 646469"/>
                <a:gd name="connsiteY512" fmla="*/ 73723 h 310883"/>
                <a:gd name="connsiteX513" fmla="*/ 152360 w 646469"/>
                <a:gd name="connsiteY513" fmla="*/ 78626 h 310883"/>
                <a:gd name="connsiteX514" fmla="*/ 161572 w 646469"/>
                <a:gd name="connsiteY514" fmla="*/ 76291 h 310883"/>
                <a:gd name="connsiteX515" fmla="*/ 168447 w 646469"/>
                <a:gd name="connsiteY515" fmla="*/ 70060 h 310883"/>
                <a:gd name="connsiteX516" fmla="*/ 171034 w 646469"/>
                <a:gd name="connsiteY516" fmla="*/ 81186 h 310883"/>
                <a:gd name="connsiteX517" fmla="*/ 162467 w 646469"/>
                <a:gd name="connsiteY517" fmla="*/ 86098 h 310883"/>
                <a:gd name="connsiteX518" fmla="*/ 152255 w 646469"/>
                <a:gd name="connsiteY518" fmla="*/ 87845 h 310883"/>
                <a:gd name="connsiteX519" fmla="*/ 152247 w 646469"/>
                <a:gd name="connsiteY519" fmla="*/ 87845 h 310883"/>
                <a:gd name="connsiteX520" fmla="*/ 137611 w 646469"/>
                <a:gd name="connsiteY520" fmla="*/ 84020 h 310883"/>
                <a:gd name="connsiteX521" fmla="*/ 127464 w 646469"/>
                <a:gd name="connsiteY521" fmla="*/ 73651 h 310883"/>
                <a:gd name="connsiteX522" fmla="*/ 123797 w 646469"/>
                <a:gd name="connsiteY522" fmla="*/ 59038 h 310883"/>
                <a:gd name="connsiteX523" fmla="*/ 127383 w 646469"/>
                <a:gd name="connsiteY523" fmla="*/ 45069 h 310883"/>
                <a:gd name="connsiteX524" fmla="*/ 137006 w 646469"/>
                <a:gd name="connsiteY524" fmla="*/ 35094 h 310883"/>
                <a:gd name="connsiteX525" fmla="*/ 150353 w 646469"/>
                <a:gd name="connsiteY525" fmla="*/ 31407 h 310883"/>
                <a:gd name="connsiteX526" fmla="*/ 56144 w 646469"/>
                <a:gd name="connsiteY526" fmla="*/ 31254 h 310883"/>
                <a:gd name="connsiteX527" fmla="*/ 66436 w 646469"/>
                <a:gd name="connsiteY527" fmla="*/ 34120 h 310883"/>
                <a:gd name="connsiteX528" fmla="*/ 74117 w 646469"/>
                <a:gd name="connsiteY528" fmla="*/ 42364 h 310883"/>
                <a:gd name="connsiteX529" fmla="*/ 77051 w 646469"/>
                <a:gd name="connsiteY529" fmla="*/ 55439 h 310883"/>
                <a:gd name="connsiteX530" fmla="*/ 76994 w 646469"/>
                <a:gd name="connsiteY530" fmla="*/ 86637 h 310883"/>
                <a:gd name="connsiteX531" fmla="*/ 67613 w 646469"/>
                <a:gd name="connsiteY531" fmla="*/ 86621 h 310883"/>
                <a:gd name="connsiteX532" fmla="*/ 67661 w 646469"/>
                <a:gd name="connsiteY532" fmla="*/ 56776 h 310883"/>
                <a:gd name="connsiteX533" fmla="*/ 63986 w 646469"/>
                <a:gd name="connsiteY533" fmla="*/ 45416 h 310883"/>
                <a:gd name="connsiteX534" fmla="*/ 53613 w 646469"/>
                <a:gd name="connsiteY534" fmla="*/ 40472 h 310883"/>
                <a:gd name="connsiteX535" fmla="*/ 43828 w 646469"/>
                <a:gd name="connsiteY535" fmla="*/ 44570 h 310883"/>
                <a:gd name="connsiteX536" fmla="*/ 39508 w 646469"/>
                <a:gd name="connsiteY536" fmla="*/ 56454 h 310883"/>
                <a:gd name="connsiteX537" fmla="*/ 39452 w 646469"/>
                <a:gd name="connsiteY537" fmla="*/ 86573 h 310883"/>
                <a:gd name="connsiteX538" fmla="*/ 30070 w 646469"/>
                <a:gd name="connsiteY538" fmla="*/ 86557 h 310883"/>
                <a:gd name="connsiteX539" fmla="*/ 30070 w 646469"/>
                <a:gd name="connsiteY539" fmla="*/ 86548 h 310883"/>
                <a:gd name="connsiteX540" fmla="*/ 30167 w 646469"/>
                <a:gd name="connsiteY540" fmla="*/ 32284 h 310883"/>
                <a:gd name="connsiteX541" fmla="*/ 38856 w 646469"/>
                <a:gd name="connsiteY541" fmla="*/ 32301 h 310883"/>
                <a:gd name="connsiteX542" fmla="*/ 38839 w 646469"/>
                <a:gd name="connsiteY542" fmla="*/ 41076 h 310883"/>
                <a:gd name="connsiteX543" fmla="*/ 46279 w 646469"/>
                <a:gd name="connsiteY543" fmla="*/ 33766 h 310883"/>
                <a:gd name="connsiteX544" fmla="*/ 56144 w 646469"/>
                <a:gd name="connsiteY544" fmla="*/ 31254 h 310883"/>
                <a:gd name="connsiteX545" fmla="*/ 618421 w 646469"/>
                <a:gd name="connsiteY545" fmla="*/ 26817 h 310883"/>
                <a:gd name="connsiteX546" fmla="*/ 613231 w 646469"/>
                <a:gd name="connsiteY546" fmla="*/ 29039 h 310883"/>
                <a:gd name="connsiteX547" fmla="*/ 611184 w 646469"/>
                <a:gd name="connsiteY547" fmla="*/ 34393 h 310883"/>
                <a:gd name="connsiteX548" fmla="*/ 612215 w 646469"/>
                <a:gd name="connsiteY548" fmla="*/ 38306 h 310883"/>
                <a:gd name="connsiteX549" fmla="*/ 614601 w 646469"/>
                <a:gd name="connsiteY549" fmla="*/ 42291 h 310883"/>
                <a:gd name="connsiteX550" fmla="*/ 616527 w 646469"/>
                <a:gd name="connsiteY550" fmla="*/ 45198 h 310883"/>
                <a:gd name="connsiteX551" fmla="*/ 616535 w 646469"/>
                <a:gd name="connsiteY551" fmla="*/ 45206 h 310883"/>
                <a:gd name="connsiteX552" fmla="*/ 619469 w 646469"/>
                <a:gd name="connsiteY552" fmla="*/ 43644 h 310883"/>
                <a:gd name="connsiteX553" fmla="*/ 621903 w 646469"/>
                <a:gd name="connsiteY553" fmla="*/ 42082 h 310883"/>
                <a:gd name="connsiteX554" fmla="*/ 624595 w 646469"/>
                <a:gd name="connsiteY554" fmla="*/ 39184 h 310883"/>
                <a:gd name="connsiteX555" fmla="*/ 625780 w 646469"/>
                <a:gd name="connsiteY555" fmla="*/ 34643 h 310883"/>
                <a:gd name="connsiteX556" fmla="*/ 623676 w 646469"/>
                <a:gd name="connsiteY556" fmla="*/ 29096 h 310883"/>
                <a:gd name="connsiteX557" fmla="*/ 618421 w 646469"/>
                <a:gd name="connsiteY557" fmla="*/ 26817 h 310883"/>
                <a:gd name="connsiteX558" fmla="*/ 618445 w 646469"/>
                <a:gd name="connsiteY558" fmla="*/ 19676 h 310883"/>
                <a:gd name="connsiteX559" fmla="*/ 626021 w 646469"/>
                <a:gd name="connsiteY559" fmla="*/ 21737 h 310883"/>
                <a:gd name="connsiteX560" fmla="*/ 631486 w 646469"/>
                <a:gd name="connsiteY560" fmla="*/ 27252 h 310883"/>
                <a:gd name="connsiteX561" fmla="*/ 633509 w 646469"/>
                <a:gd name="connsiteY561" fmla="*/ 35037 h 310883"/>
                <a:gd name="connsiteX562" fmla="*/ 631421 w 646469"/>
                <a:gd name="connsiteY562" fmla="*/ 42662 h 310883"/>
                <a:gd name="connsiteX563" fmla="*/ 626803 w 646469"/>
                <a:gd name="connsiteY563" fmla="*/ 47339 h 310883"/>
                <a:gd name="connsiteX564" fmla="*/ 622830 w 646469"/>
                <a:gd name="connsiteY564" fmla="*/ 49827 h 310883"/>
                <a:gd name="connsiteX565" fmla="*/ 620468 w 646469"/>
                <a:gd name="connsiteY565" fmla="*/ 51091 h 310883"/>
                <a:gd name="connsiteX566" fmla="*/ 635379 w 646469"/>
                <a:gd name="connsiteY566" fmla="*/ 72556 h 310883"/>
                <a:gd name="connsiteX567" fmla="*/ 640763 w 646469"/>
                <a:gd name="connsiteY567" fmla="*/ 59240 h 310883"/>
                <a:gd name="connsiteX568" fmla="*/ 646469 w 646469"/>
                <a:gd name="connsiteY568" fmla="*/ 67436 h 310883"/>
                <a:gd name="connsiteX569" fmla="*/ 639368 w 646469"/>
                <a:gd name="connsiteY569" fmla="*/ 78965 h 310883"/>
                <a:gd name="connsiteX570" fmla="*/ 645429 w 646469"/>
                <a:gd name="connsiteY570" fmla="*/ 87612 h 310883"/>
                <a:gd name="connsiteX571" fmla="*/ 636273 w 646469"/>
                <a:gd name="connsiteY571" fmla="*/ 87595 h 310883"/>
                <a:gd name="connsiteX572" fmla="*/ 633348 w 646469"/>
                <a:gd name="connsiteY572" fmla="*/ 83497 h 310883"/>
                <a:gd name="connsiteX573" fmla="*/ 626473 w 646469"/>
                <a:gd name="connsiteY573" fmla="*/ 87241 h 310883"/>
                <a:gd name="connsiteX574" fmla="*/ 619034 w 646469"/>
                <a:gd name="connsiteY574" fmla="*/ 88457 h 310883"/>
                <a:gd name="connsiteX575" fmla="*/ 619034 w 646469"/>
                <a:gd name="connsiteY575" fmla="*/ 88465 h 310883"/>
                <a:gd name="connsiteX576" fmla="*/ 608097 w 646469"/>
                <a:gd name="connsiteY576" fmla="*/ 85800 h 310883"/>
                <a:gd name="connsiteX577" fmla="*/ 600561 w 646469"/>
                <a:gd name="connsiteY577" fmla="*/ 78417 h 310883"/>
                <a:gd name="connsiteX578" fmla="*/ 597829 w 646469"/>
                <a:gd name="connsiteY578" fmla="*/ 67581 h 310883"/>
                <a:gd name="connsiteX579" fmla="*/ 599811 w 646469"/>
                <a:gd name="connsiteY579" fmla="*/ 58765 h 310883"/>
                <a:gd name="connsiteX580" fmla="*/ 604542 w 646469"/>
                <a:gd name="connsiteY580" fmla="*/ 52782 h 310883"/>
                <a:gd name="connsiteX581" fmla="*/ 609596 w 646469"/>
                <a:gd name="connsiteY581" fmla="*/ 49070 h 310883"/>
                <a:gd name="connsiteX582" fmla="*/ 608169 w 646469"/>
                <a:gd name="connsiteY582" fmla="*/ 47130 h 310883"/>
                <a:gd name="connsiteX583" fmla="*/ 604921 w 646469"/>
                <a:gd name="connsiteY583" fmla="*/ 41800 h 310883"/>
                <a:gd name="connsiteX584" fmla="*/ 603470 w 646469"/>
                <a:gd name="connsiteY584" fmla="*/ 35061 h 310883"/>
                <a:gd name="connsiteX585" fmla="*/ 605485 w 646469"/>
                <a:gd name="connsiteY585" fmla="*/ 27212 h 310883"/>
                <a:gd name="connsiteX586" fmla="*/ 610893 w 646469"/>
                <a:gd name="connsiteY586" fmla="*/ 21713 h 310883"/>
                <a:gd name="connsiteX587" fmla="*/ 618445 w 646469"/>
                <a:gd name="connsiteY587" fmla="*/ 19676 h 310883"/>
                <a:gd name="connsiteX588" fmla="*/ 97377 w 646469"/>
                <a:gd name="connsiteY588" fmla="*/ 14306 h 310883"/>
                <a:gd name="connsiteX589" fmla="*/ 106243 w 646469"/>
                <a:gd name="connsiteY589" fmla="*/ 14322 h 310883"/>
                <a:gd name="connsiteX590" fmla="*/ 106211 w 646469"/>
                <a:gd name="connsiteY590" fmla="*/ 32413 h 310883"/>
                <a:gd name="connsiteX591" fmla="*/ 119164 w 646469"/>
                <a:gd name="connsiteY591" fmla="*/ 32437 h 310883"/>
                <a:gd name="connsiteX592" fmla="*/ 119148 w 646469"/>
                <a:gd name="connsiteY592" fmla="*/ 40576 h 310883"/>
                <a:gd name="connsiteX593" fmla="*/ 106461 w 646469"/>
                <a:gd name="connsiteY593" fmla="*/ 40552 h 310883"/>
                <a:gd name="connsiteX594" fmla="*/ 106380 w 646469"/>
                <a:gd name="connsiteY594" fmla="*/ 86678 h 310883"/>
                <a:gd name="connsiteX595" fmla="*/ 96990 w 646469"/>
                <a:gd name="connsiteY595" fmla="*/ 86662 h 310883"/>
                <a:gd name="connsiteX596" fmla="*/ 96982 w 646469"/>
                <a:gd name="connsiteY596" fmla="*/ 86662 h 310883"/>
                <a:gd name="connsiteX597" fmla="*/ 97063 w 646469"/>
                <a:gd name="connsiteY597" fmla="*/ 40536 h 310883"/>
                <a:gd name="connsiteX598" fmla="*/ 85247 w 646469"/>
                <a:gd name="connsiteY598" fmla="*/ 40512 h 310883"/>
                <a:gd name="connsiteX599" fmla="*/ 85264 w 646469"/>
                <a:gd name="connsiteY599" fmla="*/ 32372 h 310883"/>
                <a:gd name="connsiteX600" fmla="*/ 97345 w 646469"/>
                <a:gd name="connsiteY600" fmla="*/ 32397 h 310883"/>
                <a:gd name="connsiteX601" fmla="*/ 246063 w 646469"/>
                <a:gd name="connsiteY601" fmla="*/ 9870 h 310883"/>
                <a:gd name="connsiteX602" fmla="*/ 250536 w 646469"/>
                <a:gd name="connsiteY602" fmla="*/ 11730 h 310883"/>
                <a:gd name="connsiteX603" fmla="*/ 252309 w 646469"/>
                <a:gd name="connsiteY603" fmla="*/ 16391 h 310883"/>
                <a:gd name="connsiteX604" fmla="*/ 250520 w 646469"/>
                <a:gd name="connsiteY604" fmla="*/ 20996 h 310883"/>
                <a:gd name="connsiteX605" fmla="*/ 246039 w 646469"/>
                <a:gd name="connsiteY605" fmla="*/ 22888 h 310883"/>
                <a:gd name="connsiteX606" fmla="*/ 241614 w 646469"/>
                <a:gd name="connsiteY606" fmla="*/ 20980 h 310883"/>
                <a:gd name="connsiteX607" fmla="*/ 239801 w 646469"/>
                <a:gd name="connsiteY607" fmla="*/ 16367 h 310883"/>
                <a:gd name="connsiteX608" fmla="*/ 241630 w 646469"/>
                <a:gd name="connsiteY608" fmla="*/ 11714 h 310883"/>
                <a:gd name="connsiteX609" fmla="*/ 246063 w 646469"/>
                <a:gd name="connsiteY609" fmla="*/ 9870 h 310883"/>
                <a:gd name="connsiteX610" fmla="*/ 8825 w 646469"/>
                <a:gd name="connsiteY610" fmla="*/ 9460 h 310883"/>
                <a:gd name="connsiteX611" fmla="*/ 13298 w 646469"/>
                <a:gd name="connsiteY611" fmla="*/ 11320 h 310883"/>
                <a:gd name="connsiteX612" fmla="*/ 15071 w 646469"/>
                <a:gd name="connsiteY612" fmla="*/ 15981 h 310883"/>
                <a:gd name="connsiteX613" fmla="*/ 13282 w 646469"/>
                <a:gd name="connsiteY613" fmla="*/ 20586 h 310883"/>
                <a:gd name="connsiteX614" fmla="*/ 8801 w 646469"/>
                <a:gd name="connsiteY614" fmla="*/ 22478 h 310883"/>
                <a:gd name="connsiteX615" fmla="*/ 4376 w 646469"/>
                <a:gd name="connsiteY615" fmla="*/ 20570 h 310883"/>
                <a:gd name="connsiteX616" fmla="*/ 2563 w 646469"/>
                <a:gd name="connsiteY616" fmla="*/ 15957 h 310883"/>
                <a:gd name="connsiteX617" fmla="*/ 4392 w 646469"/>
                <a:gd name="connsiteY617" fmla="*/ 11304 h 310883"/>
                <a:gd name="connsiteX618" fmla="*/ 8825 w 646469"/>
                <a:gd name="connsiteY618" fmla="*/ 9460 h 310883"/>
                <a:gd name="connsiteX619" fmla="*/ 215315 w 646469"/>
                <a:gd name="connsiteY619" fmla="*/ 48 h 310883"/>
                <a:gd name="connsiteX620" fmla="*/ 224697 w 646469"/>
                <a:gd name="connsiteY620" fmla="*/ 64 h 310883"/>
                <a:gd name="connsiteX621" fmla="*/ 224544 w 646469"/>
                <a:gd name="connsiteY621" fmla="*/ 86886 h 310883"/>
                <a:gd name="connsiteX622" fmla="*/ 215161 w 646469"/>
                <a:gd name="connsiteY622" fmla="*/ 86870 h 310883"/>
                <a:gd name="connsiteX623" fmla="*/ 189250 w 646469"/>
                <a:gd name="connsiteY623" fmla="*/ 0 h 310883"/>
                <a:gd name="connsiteX624" fmla="*/ 198632 w 646469"/>
                <a:gd name="connsiteY624" fmla="*/ 16 h 310883"/>
                <a:gd name="connsiteX625" fmla="*/ 198479 w 646469"/>
                <a:gd name="connsiteY625" fmla="*/ 86838 h 310883"/>
                <a:gd name="connsiteX626" fmla="*/ 189096 w 646469"/>
                <a:gd name="connsiteY626" fmla="*/ 86822 h 31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</a:cxnLst>
              <a:rect l="l" t="t" r="r" b="b"/>
              <a:pathLst>
                <a:path w="646469" h="310883">
                  <a:moveTo>
                    <a:pt x="240324" y="263132"/>
                  </a:moveTo>
                  <a:cubicBezTo>
                    <a:pt x="236093" y="263132"/>
                    <a:pt x="232385" y="264581"/>
                    <a:pt x="229194" y="267496"/>
                  </a:cubicBezTo>
                  <a:lnTo>
                    <a:pt x="223093" y="278017"/>
                  </a:lnTo>
                  <a:lnTo>
                    <a:pt x="223084" y="278018"/>
                  </a:lnTo>
                  <a:lnTo>
                    <a:pt x="223093" y="278018"/>
                  </a:lnTo>
                  <a:lnTo>
                    <a:pt x="223093" y="278017"/>
                  </a:lnTo>
                  <a:lnTo>
                    <a:pt x="232555" y="277221"/>
                  </a:lnTo>
                  <a:lnTo>
                    <a:pt x="249851" y="277253"/>
                  </a:lnTo>
                  <a:cubicBezTo>
                    <a:pt x="251124" y="277253"/>
                    <a:pt x="252381" y="277302"/>
                    <a:pt x="253631" y="277398"/>
                  </a:cubicBezTo>
                  <a:cubicBezTo>
                    <a:pt x="254872" y="277495"/>
                    <a:pt x="256137" y="277600"/>
                    <a:pt x="257411" y="277720"/>
                  </a:cubicBezTo>
                  <a:cubicBezTo>
                    <a:pt x="256605" y="273502"/>
                    <a:pt x="254582" y="270016"/>
                    <a:pt x="251350" y="267262"/>
                  </a:cubicBezTo>
                  <a:cubicBezTo>
                    <a:pt x="248110" y="264517"/>
                    <a:pt x="244435" y="263132"/>
                    <a:pt x="240324" y="263132"/>
                  </a:cubicBezTo>
                  <a:close/>
                  <a:moveTo>
                    <a:pt x="81298" y="262850"/>
                  </a:moveTo>
                  <a:cubicBezTo>
                    <a:pt x="77067" y="262850"/>
                    <a:pt x="73359" y="264299"/>
                    <a:pt x="70168" y="267214"/>
                  </a:cubicBezTo>
                  <a:cubicBezTo>
                    <a:pt x="66976" y="270136"/>
                    <a:pt x="64945" y="273638"/>
                    <a:pt x="64067" y="277736"/>
                  </a:cubicBezTo>
                  <a:lnTo>
                    <a:pt x="64059" y="277744"/>
                  </a:lnTo>
                  <a:cubicBezTo>
                    <a:pt x="67186" y="277205"/>
                    <a:pt x="70345" y="276939"/>
                    <a:pt x="73529" y="276947"/>
                  </a:cubicBezTo>
                  <a:lnTo>
                    <a:pt x="90825" y="276979"/>
                  </a:lnTo>
                  <a:cubicBezTo>
                    <a:pt x="92098" y="276979"/>
                    <a:pt x="93356" y="277028"/>
                    <a:pt x="94605" y="277124"/>
                  </a:cubicBezTo>
                  <a:cubicBezTo>
                    <a:pt x="95846" y="277221"/>
                    <a:pt x="97111" y="277326"/>
                    <a:pt x="98385" y="277446"/>
                  </a:cubicBezTo>
                  <a:cubicBezTo>
                    <a:pt x="97579" y="273228"/>
                    <a:pt x="95556" y="269742"/>
                    <a:pt x="92324" y="266988"/>
                  </a:cubicBezTo>
                  <a:cubicBezTo>
                    <a:pt x="89084" y="264243"/>
                    <a:pt x="85409" y="262858"/>
                    <a:pt x="81298" y="262850"/>
                  </a:cubicBezTo>
                  <a:close/>
                  <a:moveTo>
                    <a:pt x="306197" y="255105"/>
                  </a:moveTo>
                  <a:lnTo>
                    <a:pt x="308527" y="264879"/>
                  </a:lnTo>
                  <a:cubicBezTo>
                    <a:pt x="307422" y="264517"/>
                    <a:pt x="306149" y="264331"/>
                    <a:pt x="304706" y="264331"/>
                  </a:cubicBezTo>
                  <a:cubicBezTo>
                    <a:pt x="299838" y="264323"/>
                    <a:pt x="295929" y="265925"/>
                    <a:pt x="292963" y="269146"/>
                  </a:cubicBezTo>
                  <a:cubicBezTo>
                    <a:pt x="290005" y="272366"/>
                    <a:pt x="288514" y="276963"/>
                    <a:pt x="288506" y="282929"/>
                  </a:cubicBezTo>
                  <a:lnTo>
                    <a:pt x="288458" y="309884"/>
                  </a:lnTo>
                  <a:lnTo>
                    <a:pt x="279075" y="309868"/>
                  </a:lnTo>
                  <a:lnTo>
                    <a:pt x="279075" y="309860"/>
                  </a:lnTo>
                  <a:lnTo>
                    <a:pt x="279172" y="255596"/>
                  </a:lnTo>
                  <a:lnTo>
                    <a:pt x="287862" y="255612"/>
                  </a:lnTo>
                  <a:lnTo>
                    <a:pt x="287845" y="265563"/>
                  </a:lnTo>
                  <a:cubicBezTo>
                    <a:pt x="289707" y="262375"/>
                    <a:pt x="292173" y="259831"/>
                    <a:pt x="295244" y="257931"/>
                  </a:cubicBezTo>
                  <a:cubicBezTo>
                    <a:pt x="298315" y="256039"/>
                    <a:pt x="301966" y="255097"/>
                    <a:pt x="306197" y="255105"/>
                  </a:cubicBezTo>
                  <a:close/>
                  <a:moveTo>
                    <a:pt x="240340" y="254445"/>
                  </a:moveTo>
                  <a:cubicBezTo>
                    <a:pt x="245152" y="254453"/>
                    <a:pt x="249552" y="255653"/>
                    <a:pt x="253542" y="258044"/>
                  </a:cubicBezTo>
                  <a:cubicBezTo>
                    <a:pt x="257532" y="260435"/>
                    <a:pt x="260715" y="263647"/>
                    <a:pt x="263085" y="267689"/>
                  </a:cubicBezTo>
                  <a:cubicBezTo>
                    <a:pt x="265454" y="271730"/>
                    <a:pt x="266631" y="276320"/>
                    <a:pt x="266623" y="281440"/>
                  </a:cubicBezTo>
                  <a:lnTo>
                    <a:pt x="266623" y="285417"/>
                  </a:lnTo>
                  <a:cubicBezTo>
                    <a:pt x="266623" y="285417"/>
                    <a:pt x="232555" y="285361"/>
                    <a:pt x="232555" y="285361"/>
                  </a:cubicBezTo>
                  <a:cubicBezTo>
                    <a:pt x="231047" y="285361"/>
                    <a:pt x="229516" y="285296"/>
                    <a:pt x="227953" y="285176"/>
                  </a:cubicBezTo>
                  <a:cubicBezTo>
                    <a:pt x="226389" y="285055"/>
                    <a:pt x="224849" y="284870"/>
                    <a:pt x="223350" y="284628"/>
                  </a:cubicBezTo>
                  <a:cubicBezTo>
                    <a:pt x="223979" y="289451"/>
                    <a:pt x="226075" y="293492"/>
                    <a:pt x="229629" y="296761"/>
                  </a:cubicBezTo>
                  <a:cubicBezTo>
                    <a:pt x="233183" y="300022"/>
                    <a:pt x="237423" y="301656"/>
                    <a:pt x="242347" y="301664"/>
                  </a:cubicBezTo>
                  <a:cubicBezTo>
                    <a:pt x="245652" y="301664"/>
                    <a:pt x="248722" y="300891"/>
                    <a:pt x="251559" y="299329"/>
                  </a:cubicBezTo>
                  <a:cubicBezTo>
                    <a:pt x="254396" y="297768"/>
                    <a:pt x="256693" y="295690"/>
                    <a:pt x="258434" y="293098"/>
                  </a:cubicBezTo>
                  <a:lnTo>
                    <a:pt x="261021" y="304224"/>
                  </a:lnTo>
                  <a:cubicBezTo>
                    <a:pt x="258523" y="306334"/>
                    <a:pt x="255670" y="307968"/>
                    <a:pt x="252454" y="309136"/>
                  </a:cubicBezTo>
                  <a:cubicBezTo>
                    <a:pt x="249238" y="310303"/>
                    <a:pt x="245829" y="310891"/>
                    <a:pt x="242242" y="310883"/>
                  </a:cubicBezTo>
                  <a:lnTo>
                    <a:pt x="242234" y="310883"/>
                  </a:lnTo>
                  <a:cubicBezTo>
                    <a:pt x="236786" y="310875"/>
                    <a:pt x="231910" y="309603"/>
                    <a:pt x="227598" y="307058"/>
                  </a:cubicBezTo>
                  <a:cubicBezTo>
                    <a:pt x="223286" y="304522"/>
                    <a:pt x="219901" y="301060"/>
                    <a:pt x="217451" y="296689"/>
                  </a:cubicBezTo>
                  <a:cubicBezTo>
                    <a:pt x="214992" y="292317"/>
                    <a:pt x="213775" y="287446"/>
                    <a:pt x="213784" y="282076"/>
                  </a:cubicBezTo>
                  <a:cubicBezTo>
                    <a:pt x="213792" y="276956"/>
                    <a:pt x="214984" y="272294"/>
                    <a:pt x="217370" y="268107"/>
                  </a:cubicBezTo>
                  <a:cubicBezTo>
                    <a:pt x="219756" y="263921"/>
                    <a:pt x="222955" y="260596"/>
                    <a:pt x="226993" y="258132"/>
                  </a:cubicBezTo>
                  <a:cubicBezTo>
                    <a:pt x="231023" y="255669"/>
                    <a:pt x="235472" y="254437"/>
                    <a:pt x="240340" y="254445"/>
                  </a:cubicBezTo>
                  <a:close/>
                  <a:moveTo>
                    <a:pt x="146131" y="254292"/>
                  </a:moveTo>
                  <a:cubicBezTo>
                    <a:pt x="149838" y="254292"/>
                    <a:pt x="153272" y="255250"/>
                    <a:pt x="156423" y="257158"/>
                  </a:cubicBezTo>
                  <a:cubicBezTo>
                    <a:pt x="159574" y="259066"/>
                    <a:pt x="162137" y="261812"/>
                    <a:pt x="164096" y="265402"/>
                  </a:cubicBezTo>
                  <a:cubicBezTo>
                    <a:pt x="166062" y="268993"/>
                    <a:pt x="167037" y="273349"/>
                    <a:pt x="167029" y="278477"/>
                  </a:cubicBezTo>
                  <a:lnTo>
                    <a:pt x="166973" y="309675"/>
                  </a:lnTo>
                  <a:lnTo>
                    <a:pt x="157583" y="309659"/>
                  </a:lnTo>
                  <a:lnTo>
                    <a:pt x="157632" y="279814"/>
                  </a:lnTo>
                  <a:cubicBezTo>
                    <a:pt x="157632" y="275531"/>
                    <a:pt x="156415" y="271747"/>
                    <a:pt x="153957" y="268454"/>
                  </a:cubicBezTo>
                  <a:cubicBezTo>
                    <a:pt x="151498" y="265161"/>
                    <a:pt x="148041" y="263518"/>
                    <a:pt x="143584" y="263510"/>
                  </a:cubicBezTo>
                  <a:cubicBezTo>
                    <a:pt x="139933" y="263510"/>
                    <a:pt x="136677" y="264871"/>
                    <a:pt x="133799" y="267608"/>
                  </a:cubicBezTo>
                  <a:cubicBezTo>
                    <a:pt x="130930" y="270346"/>
                    <a:pt x="129487" y="274307"/>
                    <a:pt x="129479" y="279492"/>
                  </a:cubicBezTo>
                  <a:lnTo>
                    <a:pt x="129431" y="309611"/>
                  </a:lnTo>
                  <a:lnTo>
                    <a:pt x="120049" y="309595"/>
                  </a:lnTo>
                  <a:lnTo>
                    <a:pt x="120049" y="309586"/>
                  </a:lnTo>
                  <a:lnTo>
                    <a:pt x="120146" y="255322"/>
                  </a:lnTo>
                  <a:lnTo>
                    <a:pt x="128834" y="255339"/>
                  </a:lnTo>
                  <a:lnTo>
                    <a:pt x="128818" y="264114"/>
                  </a:lnTo>
                  <a:cubicBezTo>
                    <a:pt x="130737" y="260926"/>
                    <a:pt x="133219" y="258486"/>
                    <a:pt x="136266" y="256804"/>
                  </a:cubicBezTo>
                  <a:cubicBezTo>
                    <a:pt x="139312" y="255121"/>
                    <a:pt x="142601" y="254284"/>
                    <a:pt x="146131" y="254292"/>
                  </a:cubicBezTo>
                  <a:close/>
                  <a:moveTo>
                    <a:pt x="81306" y="254171"/>
                  </a:moveTo>
                  <a:cubicBezTo>
                    <a:pt x="86118" y="254179"/>
                    <a:pt x="90518" y="255379"/>
                    <a:pt x="94508" y="257770"/>
                  </a:cubicBezTo>
                  <a:cubicBezTo>
                    <a:pt x="98498" y="260161"/>
                    <a:pt x="101681" y="263373"/>
                    <a:pt x="104051" y="267415"/>
                  </a:cubicBezTo>
                  <a:cubicBezTo>
                    <a:pt x="106420" y="271456"/>
                    <a:pt x="107597" y="276046"/>
                    <a:pt x="107589" y="281166"/>
                  </a:cubicBezTo>
                  <a:lnTo>
                    <a:pt x="107589" y="285143"/>
                  </a:lnTo>
                  <a:cubicBezTo>
                    <a:pt x="107589" y="285143"/>
                    <a:pt x="73521" y="285087"/>
                    <a:pt x="73521" y="285087"/>
                  </a:cubicBezTo>
                  <a:cubicBezTo>
                    <a:pt x="72013" y="285087"/>
                    <a:pt x="70482" y="285022"/>
                    <a:pt x="68918" y="284902"/>
                  </a:cubicBezTo>
                  <a:cubicBezTo>
                    <a:pt x="67355" y="284781"/>
                    <a:pt x="65816" y="284596"/>
                    <a:pt x="64316" y="284354"/>
                  </a:cubicBezTo>
                  <a:cubicBezTo>
                    <a:pt x="64945" y="289177"/>
                    <a:pt x="67041" y="293218"/>
                    <a:pt x="70595" y="296487"/>
                  </a:cubicBezTo>
                  <a:cubicBezTo>
                    <a:pt x="74149" y="299748"/>
                    <a:pt x="78389" y="301382"/>
                    <a:pt x="83321" y="301390"/>
                  </a:cubicBezTo>
                  <a:cubicBezTo>
                    <a:pt x="86626" y="301390"/>
                    <a:pt x="89696" y="300617"/>
                    <a:pt x="92533" y="299055"/>
                  </a:cubicBezTo>
                  <a:cubicBezTo>
                    <a:pt x="95370" y="297494"/>
                    <a:pt x="97667" y="295416"/>
                    <a:pt x="99408" y="292824"/>
                  </a:cubicBezTo>
                  <a:lnTo>
                    <a:pt x="101996" y="303950"/>
                  </a:lnTo>
                  <a:cubicBezTo>
                    <a:pt x="99497" y="306060"/>
                    <a:pt x="96644" y="307694"/>
                    <a:pt x="93428" y="308862"/>
                  </a:cubicBezTo>
                  <a:cubicBezTo>
                    <a:pt x="90212" y="310029"/>
                    <a:pt x="86803" y="310617"/>
                    <a:pt x="83216" y="310609"/>
                  </a:cubicBezTo>
                  <a:lnTo>
                    <a:pt x="83200" y="310609"/>
                  </a:lnTo>
                  <a:cubicBezTo>
                    <a:pt x="77752" y="310601"/>
                    <a:pt x="72876" y="309321"/>
                    <a:pt x="68564" y="306784"/>
                  </a:cubicBezTo>
                  <a:cubicBezTo>
                    <a:pt x="64252" y="304240"/>
                    <a:pt x="60867" y="300786"/>
                    <a:pt x="58417" y="296415"/>
                  </a:cubicBezTo>
                  <a:cubicBezTo>
                    <a:pt x="55958" y="292043"/>
                    <a:pt x="54741" y="287172"/>
                    <a:pt x="54750" y="281802"/>
                  </a:cubicBezTo>
                  <a:cubicBezTo>
                    <a:pt x="54758" y="276682"/>
                    <a:pt x="55950" y="272020"/>
                    <a:pt x="58336" y="267833"/>
                  </a:cubicBezTo>
                  <a:cubicBezTo>
                    <a:pt x="60722" y="263647"/>
                    <a:pt x="63921" y="260322"/>
                    <a:pt x="67959" y="257858"/>
                  </a:cubicBezTo>
                  <a:cubicBezTo>
                    <a:pt x="71989" y="255395"/>
                    <a:pt x="76438" y="254163"/>
                    <a:pt x="81306" y="254171"/>
                  </a:cubicBezTo>
                  <a:close/>
                  <a:moveTo>
                    <a:pt x="27685" y="254083"/>
                  </a:moveTo>
                  <a:cubicBezTo>
                    <a:pt x="31448" y="254083"/>
                    <a:pt x="34987" y="254791"/>
                    <a:pt x="38283" y="256184"/>
                  </a:cubicBezTo>
                  <a:cubicBezTo>
                    <a:pt x="41588" y="257577"/>
                    <a:pt x="44473" y="259421"/>
                    <a:pt x="46963" y="261715"/>
                  </a:cubicBezTo>
                  <a:lnTo>
                    <a:pt x="44078" y="274009"/>
                  </a:lnTo>
                  <a:cubicBezTo>
                    <a:pt x="42635" y="270990"/>
                    <a:pt x="40451" y="268454"/>
                    <a:pt x="37534" y="266401"/>
                  </a:cubicBezTo>
                  <a:cubicBezTo>
                    <a:pt x="34608" y="264348"/>
                    <a:pt x="31295" y="263317"/>
                    <a:pt x="27588" y="263309"/>
                  </a:cubicBezTo>
                  <a:cubicBezTo>
                    <a:pt x="24227" y="263309"/>
                    <a:pt x="21172" y="264155"/>
                    <a:pt x="18416" y="265870"/>
                  </a:cubicBezTo>
                  <a:cubicBezTo>
                    <a:pt x="15660" y="267584"/>
                    <a:pt x="13467" y="269871"/>
                    <a:pt x="11847" y="272729"/>
                  </a:cubicBezTo>
                  <a:cubicBezTo>
                    <a:pt x="10219" y="275587"/>
                    <a:pt x="9405" y="278767"/>
                    <a:pt x="9397" y="282270"/>
                  </a:cubicBezTo>
                  <a:cubicBezTo>
                    <a:pt x="9397" y="285707"/>
                    <a:pt x="10195" y="288871"/>
                    <a:pt x="11815" y="291770"/>
                  </a:cubicBezTo>
                  <a:cubicBezTo>
                    <a:pt x="13427" y="294668"/>
                    <a:pt x="15611" y="296979"/>
                    <a:pt x="18368" y="298702"/>
                  </a:cubicBezTo>
                  <a:cubicBezTo>
                    <a:pt x="21116" y="300425"/>
                    <a:pt x="24171" y="301286"/>
                    <a:pt x="27531" y="301294"/>
                  </a:cubicBezTo>
                  <a:cubicBezTo>
                    <a:pt x="31239" y="301294"/>
                    <a:pt x="34560" y="300312"/>
                    <a:pt x="37485" y="298323"/>
                  </a:cubicBezTo>
                  <a:cubicBezTo>
                    <a:pt x="40411" y="296335"/>
                    <a:pt x="42603" y="293783"/>
                    <a:pt x="44062" y="290651"/>
                  </a:cubicBezTo>
                  <a:lnTo>
                    <a:pt x="46907" y="302953"/>
                  </a:lnTo>
                  <a:cubicBezTo>
                    <a:pt x="44409" y="305239"/>
                    <a:pt x="41515" y="307075"/>
                    <a:pt x="38211" y="308452"/>
                  </a:cubicBezTo>
                  <a:cubicBezTo>
                    <a:pt x="34906" y="309828"/>
                    <a:pt x="31368" y="310521"/>
                    <a:pt x="27604" y="310513"/>
                  </a:cubicBezTo>
                  <a:lnTo>
                    <a:pt x="27588" y="310513"/>
                  </a:lnTo>
                  <a:cubicBezTo>
                    <a:pt x="22486" y="310505"/>
                    <a:pt x="17860" y="309233"/>
                    <a:pt x="13693" y="306688"/>
                  </a:cubicBezTo>
                  <a:cubicBezTo>
                    <a:pt x="9526" y="304152"/>
                    <a:pt x="6197" y="300739"/>
                    <a:pt x="3715" y="296456"/>
                  </a:cubicBezTo>
                  <a:cubicBezTo>
                    <a:pt x="1233" y="292172"/>
                    <a:pt x="-9" y="287438"/>
                    <a:pt x="0" y="282253"/>
                  </a:cubicBezTo>
                  <a:cubicBezTo>
                    <a:pt x="8" y="277069"/>
                    <a:pt x="1265" y="272335"/>
                    <a:pt x="3763" y="268059"/>
                  </a:cubicBezTo>
                  <a:cubicBezTo>
                    <a:pt x="6262" y="263784"/>
                    <a:pt x="9599" y="260379"/>
                    <a:pt x="13774" y="257859"/>
                  </a:cubicBezTo>
                  <a:cubicBezTo>
                    <a:pt x="17948" y="255331"/>
                    <a:pt x="22583" y="254075"/>
                    <a:pt x="27685" y="254083"/>
                  </a:cubicBezTo>
                  <a:close/>
                  <a:moveTo>
                    <a:pt x="187355" y="237345"/>
                  </a:moveTo>
                  <a:lnTo>
                    <a:pt x="196221" y="237361"/>
                  </a:lnTo>
                  <a:lnTo>
                    <a:pt x="196189" y="255452"/>
                  </a:lnTo>
                  <a:lnTo>
                    <a:pt x="209142" y="255476"/>
                  </a:lnTo>
                  <a:lnTo>
                    <a:pt x="209126" y="263615"/>
                  </a:lnTo>
                  <a:lnTo>
                    <a:pt x="196439" y="263591"/>
                  </a:lnTo>
                  <a:lnTo>
                    <a:pt x="196358" y="309717"/>
                  </a:lnTo>
                  <a:lnTo>
                    <a:pt x="186968" y="309701"/>
                  </a:lnTo>
                  <a:lnTo>
                    <a:pt x="186960" y="309701"/>
                  </a:lnTo>
                  <a:lnTo>
                    <a:pt x="187041" y="263575"/>
                  </a:lnTo>
                  <a:lnTo>
                    <a:pt x="175225" y="263551"/>
                  </a:lnTo>
                  <a:lnTo>
                    <a:pt x="175242" y="255411"/>
                  </a:lnTo>
                  <a:lnTo>
                    <a:pt x="187323" y="255436"/>
                  </a:lnTo>
                  <a:close/>
                  <a:moveTo>
                    <a:pt x="424827" y="157961"/>
                  </a:moveTo>
                  <a:cubicBezTo>
                    <a:pt x="421466" y="157961"/>
                    <a:pt x="418420" y="158807"/>
                    <a:pt x="415696" y="160522"/>
                  </a:cubicBezTo>
                  <a:cubicBezTo>
                    <a:pt x="412971" y="162236"/>
                    <a:pt x="410795" y="164523"/>
                    <a:pt x="409166" y="167381"/>
                  </a:cubicBezTo>
                  <a:cubicBezTo>
                    <a:pt x="407538" y="170239"/>
                    <a:pt x="406724" y="173419"/>
                    <a:pt x="406716" y="176922"/>
                  </a:cubicBezTo>
                  <a:cubicBezTo>
                    <a:pt x="406716" y="180416"/>
                    <a:pt x="407514" y="183604"/>
                    <a:pt x="409134" y="186470"/>
                  </a:cubicBezTo>
                  <a:cubicBezTo>
                    <a:pt x="410755" y="189336"/>
                    <a:pt x="412923" y="191631"/>
                    <a:pt x="415639" y="193354"/>
                  </a:cubicBezTo>
                  <a:cubicBezTo>
                    <a:pt x="418355" y="195077"/>
                    <a:pt x="421402" y="195938"/>
                    <a:pt x="424763" y="195946"/>
                  </a:cubicBezTo>
                  <a:cubicBezTo>
                    <a:pt x="428124" y="195946"/>
                    <a:pt x="431162" y="195101"/>
                    <a:pt x="433894" y="193386"/>
                  </a:cubicBezTo>
                  <a:cubicBezTo>
                    <a:pt x="436619" y="191671"/>
                    <a:pt x="438795" y="189385"/>
                    <a:pt x="440423" y="186526"/>
                  </a:cubicBezTo>
                  <a:cubicBezTo>
                    <a:pt x="442051" y="183668"/>
                    <a:pt x="442865" y="180488"/>
                    <a:pt x="442873" y="176986"/>
                  </a:cubicBezTo>
                  <a:cubicBezTo>
                    <a:pt x="442873" y="173492"/>
                    <a:pt x="442075" y="170304"/>
                    <a:pt x="440455" y="167437"/>
                  </a:cubicBezTo>
                  <a:cubicBezTo>
                    <a:pt x="438835" y="164571"/>
                    <a:pt x="436667" y="162277"/>
                    <a:pt x="433951" y="160554"/>
                  </a:cubicBezTo>
                  <a:cubicBezTo>
                    <a:pt x="431227" y="158831"/>
                    <a:pt x="428188" y="157969"/>
                    <a:pt x="424827" y="157961"/>
                  </a:cubicBezTo>
                  <a:close/>
                  <a:moveTo>
                    <a:pt x="293349" y="157736"/>
                  </a:moveTo>
                  <a:cubicBezTo>
                    <a:pt x="290045" y="157736"/>
                    <a:pt x="287047" y="158581"/>
                    <a:pt x="284347" y="160296"/>
                  </a:cubicBezTo>
                  <a:cubicBezTo>
                    <a:pt x="281647" y="162011"/>
                    <a:pt x="279503" y="164298"/>
                    <a:pt x="277907" y="167156"/>
                  </a:cubicBezTo>
                  <a:cubicBezTo>
                    <a:pt x="276311" y="170014"/>
                    <a:pt x="275505" y="173194"/>
                    <a:pt x="275497" y="176696"/>
                  </a:cubicBezTo>
                  <a:cubicBezTo>
                    <a:pt x="275497" y="180190"/>
                    <a:pt x="276279" y="183379"/>
                    <a:pt x="277867" y="186245"/>
                  </a:cubicBezTo>
                  <a:cubicBezTo>
                    <a:pt x="279454" y="189111"/>
                    <a:pt x="281598" y="191406"/>
                    <a:pt x="284282" y="193128"/>
                  </a:cubicBezTo>
                  <a:cubicBezTo>
                    <a:pt x="286974" y="194851"/>
                    <a:pt x="289972" y="195713"/>
                    <a:pt x="293269" y="195721"/>
                  </a:cubicBezTo>
                  <a:lnTo>
                    <a:pt x="293285" y="195721"/>
                  </a:lnTo>
                  <a:cubicBezTo>
                    <a:pt x="296589" y="195721"/>
                    <a:pt x="299587" y="194876"/>
                    <a:pt x="302279" y="193161"/>
                  </a:cubicBezTo>
                  <a:cubicBezTo>
                    <a:pt x="304979" y="191446"/>
                    <a:pt x="307123" y="189159"/>
                    <a:pt x="308719" y="186301"/>
                  </a:cubicBezTo>
                  <a:cubicBezTo>
                    <a:pt x="310315" y="183443"/>
                    <a:pt x="311121" y="180263"/>
                    <a:pt x="311121" y="176761"/>
                  </a:cubicBezTo>
                  <a:cubicBezTo>
                    <a:pt x="311121" y="173267"/>
                    <a:pt x="310339" y="170078"/>
                    <a:pt x="308751" y="167212"/>
                  </a:cubicBezTo>
                  <a:cubicBezTo>
                    <a:pt x="307164" y="164346"/>
                    <a:pt x="305028" y="162051"/>
                    <a:pt x="302336" y="160329"/>
                  </a:cubicBezTo>
                  <a:cubicBezTo>
                    <a:pt x="299644" y="158606"/>
                    <a:pt x="296646" y="157744"/>
                    <a:pt x="293349" y="157736"/>
                  </a:cubicBezTo>
                  <a:close/>
                  <a:moveTo>
                    <a:pt x="178893" y="157534"/>
                  </a:moveTo>
                  <a:cubicBezTo>
                    <a:pt x="175532" y="157534"/>
                    <a:pt x="172486" y="158380"/>
                    <a:pt x="169761" y="160095"/>
                  </a:cubicBezTo>
                  <a:cubicBezTo>
                    <a:pt x="167037" y="161809"/>
                    <a:pt x="164861" y="164096"/>
                    <a:pt x="163233" y="166954"/>
                  </a:cubicBezTo>
                  <a:cubicBezTo>
                    <a:pt x="161605" y="169812"/>
                    <a:pt x="160791" y="172992"/>
                    <a:pt x="160783" y="176495"/>
                  </a:cubicBezTo>
                  <a:cubicBezTo>
                    <a:pt x="160783" y="179989"/>
                    <a:pt x="161581" y="183177"/>
                    <a:pt x="163201" y="186043"/>
                  </a:cubicBezTo>
                  <a:cubicBezTo>
                    <a:pt x="164821" y="188909"/>
                    <a:pt x="166989" y="191204"/>
                    <a:pt x="169705" y="192927"/>
                  </a:cubicBezTo>
                  <a:cubicBezTo>
                    <a:pt x="172421" y="194650"/>
                    <a:pt x="175468" y="195511"/>
                    <a:pt x="178829" y="195519"/>
                  </a:cubicBezTo>
                  <a:cubicBezTo>
                    <a:pt x="182190" y="195519"/>
                    <a:pt x="185228" y="194674"/>
                    <a:pt x="187960" y="192959"/>
                  </a:cubicBezTo>
                  <a:cubicBezTo>
                    <a:pt x="190684" y="191244"/>
                    <a:pt x="192862" y="188958"/>
                    <a:pt x="194490" y="186099"/>
                  </a:cubicBezTo>
                  <a:cubicBezTo>
                    <a:pt x="196118" y="183241"/>
                    <a:pt x="196932" y="180061"/>
                    <a:pt x="196940" y="176559"/>
                  </a:cubicBezTo>
                  <a:cubicBezTo>
                    <a:pt x="196940" y="173065"/>
                    <a:pt x="196142" y="169877"/>
                    <a:pt x="194522" y="167010"/>
                  </a:cubicBezTo>
                  <a:cubicBezTo>
                    <a:pt x="192902" y="164144"/>
                    <a:pt x="190733" y="161850"/>
                    <a:pt x="188017" y="160127"/>
                  </a:cubicBezTo>
                  <a:cubicBezTo>
                    <a:pt x="185293" y="158404"/>
                    <a:pt x="182254" y="157542"/>
                    <a:pt x="178893" y="157534"/>
                  </a:cubicBezTo>
                  <a:close/>
                  <a:moveTo>
                    <a:pt x="374961" y="149741"/>
                  </a:moveTo>
                  <a:lnTo>
                    <a:pt x="384342" y="149757"/>
                  </a:lnTo>
                  <a:lnTo>
                    <a:pt x="384246" y="204022"/>
                  </a:lnTo>
                  <a:lnTo>
                    <a:pt x="374864" y="204005"/>
                  </a:lnTo>
                  <a:close/>
                  <a:moveTo>
                    <a:pt x="210366" y="149451"/>
                  </a:moveTo>
                  <a:lnTo>
                    <a:pt x="221054" y="149467"/>
                  </a:lnTo>
                  <a:lnTo>
                    <a:pt x="231612" y="173000"/>
                  </a:lnTo>
                  <a:cubicBezTo>
                    <a:pt x="232595" y="175110"/>
                    <a:pt x="233514" y="177195"/>
                    <a:pt x="234384" y="179248"/>
                  </a:cubicBezTo>
                  <a:cubicBezTo>
                    <a:pt x="235247" y="181302"/>
                    <a:pt x="236085" y="183806"/>
                    <a:pt x="236891" y="186760"/>
                  </a:cubicBezTo>
                  <a:cubicBezTo>
                    <a:pt x="237761" y="183806"/>
                    <a:pt x="238656" y="181294"/>
                    <a:pt x="239559" y="179216"/>
                  </a:cubicBezTo>
                  <a:cubicBezTo>
                    <a:pt x="240461" y="177138"/>
                    <a:pt x="241380" y="175077"/>
                    <a:pt x="242307" y="173024"/>
                  </a:cubicBezTo>
                  <a:lnTo>
                    <a:pt x="253035" y="149531"/>
                  </a:lnTo>
                  <a:lnTo>
                    <a:pt x="263029" y="149547"/>
                  </a:lnTo>
                  <a:lnTo>
                    <a:pt x="236601" y="206477"/>
                  </a:lnTo>
                  <a:close/>
                  <a:moveTo>
                    <a:pt x="3901" y="149088"/>
                  </a:moveTo>
                  <a:lnTo>
                    <a:pt x="13282" y="149104"/>
                  </a:lnTo>
                  <a:lnTo>
                    <a:pt x="13186" y="203368"/>
                  </a:lnTo>
                  <a:lnTo>
                    <a:pt x="3804" y="203352"/>
                  </a:lnTo>
                  <a:close/>
                  <a:moveTo>
                    <a:pt x="292148" y="148872"/>
                  </a:moveTo>
                  <a:cubicBezTo>
                    <a:pt x="295743" y="148872"/>
                    <a:pt x="299112" y="149580"/>
                    <a:pt x="302271" y="150973"/>
                  </a:cubicBezTo>
                  <a:cubicBezTo>
                    <a:pt x="305423" y="152366"/>
                    <a:pt x="308163" y="154298"/>
                    <a:pt x="310476" y="156778"/>
                  </a:cubicBezTo>
                  <a:lnTo>
                    <a:pt x="310476" y="149637"/>
                  </a:lnTo>
                  <a:cubicBezTo>
                    <a:pt x="310476" y="149637"/>
                    <a:pt x="319181" y="149653"/>
                    <a:pt x="319181" y="149653"/>
                  </a:cubicBezTo>
                  <a:lnTo>
                    <a:pt x="319084" y="203917"/>
                  </a:lnTo>
                  <a:lnTo>
                    <a:pt x="310395" y="203901"/>
                  </a:lnTo>
                  <a:lnTo>
                    <a:pt x="310412" y="196759"/>
                  </a:lnTo>
                  <a:cubicBezTo>
                    <a:pt x="308090" y="199167"/>
                    <a:pt x="305350" y="201075"/>
                    <a:pt x="302191" y="202492"/>
                  </a:cubicBezTo>
                  <a:cubicBezTo>
                    <a:pt x="299031" y="203901"/>
                    <a:pt x="295654" y="204601"/>
                    <a:pt x="292060" y="204601"/>
                  </a:cubicBezTo>
                  <a:lnTo>
                    <a:pt x="292052" y="204585"/>
                  </a:lnTo>
                  <a:cubicBezTo>
                    <a:pt x="287304" y="204577"/>
                    <a:pt x="282960" y="203321"/>
                    <a:pt x="279027" y="200809"/>
                  </a:cubicBezTo>
                  <a:cubicBezTo>
                    <a:pt x="275094" y="198297"/>
                    <a:pt x="271959" y="194932"/>
                    <a:pt x="269613" y="190705"/>
                  </a:cubicBezTo>
                  <a:cubicBezTo>
                    <a:pt x="267276" y="186478"/>
                    <a:pt x="266107" y="181809"/>
                    <a:pt x="266116" y="176680"/>
                  </a:cubicBezTo>
                  <a:cubicBezTo>
                    <a:pt x="266124" y="171560"/>
                    <a:pt x="267308" y="166882"/>
                    <a:pt x="269662" y="162671"/>
                  </a:cubicBezTo>
                  <a:cubicBezTo>
                    <a:pt x="272015" y="158453"/>
                    <a:pt x="275167" y="155095"/>
                    <a:pt x="279108" y="152600"/>
                  </a:cubicBezTo>
                  <a:cubicBezTo>
                    <a:pt x="283049" y="150104"/>
                    <a:pt x="287401" y="148864"/>
                    <a:pt x="292148" y="148872"/>
                  </a:cubicBezTo>
                  <a:close/>
                  <a:moveTo>
                    <a:pt x="491312" y="148863"/>
                  </a:moveTo>
                  <a:cubicBezTo>
                    <a:pt x="495019" y="148863"/>
                    <a:pt x="498453" y="149821"/>
                    <a:pt x="501604" y="151729"/>
                  </a:cubicBezTo>
                  <a:cubicBezTo>
                    <a:pt x="504755" y="153637"/>
                    <a:pt x="507318" y="156383"/>
                    <a:pt x="509285" y="159973"/>
                  </a:cubicBezTo>
                  <a:cubicBezTo>
                    <a:pt x="511251" y="163564"/>
                    <a:pt x="512227" y="167920"/>
                    <a:pt x="512219" y="173048"/>
                  </a:cubicBezTo>
                  <a:lnTo>
                    <a:pt x="512162" y="204246"/>
                  </a:lnTo>
                  <a:lnTo>
                    <a:pt x="502773" y="204230"/>
                  </a:lnTo>
                  <a:lnTo>
                    <a:pt x="502821" y="174385"/>
                  </a:lnTo>
                  <a:cubicBezTo>
                    <a:pt x="502821" y="170102"/>
                    <a:pt x="501604" y="166318"/>
                    <a:pt x="499146" y="163025"/>
                  </a:cubicBezTo>
                  <a:cubicBezTo>
                    <a:pt x="496687" y="159732"/>
                    <a:pt x="493230" y="158089"/>
                    <a:pt x="488773" y="158081"/>
                  </a:cubicBezTo>
                  <a:cubicBezTo>
                    <a:pt x="485122" y="158081"/>
                    <a:pt x="481858" y="159442"/>
                    <a:pt x="478988" y="162179"/>
                  </a:cubicBezTo>
                  <a:cubicBezTo>
                    <a:pt x="476119" y="164917"/>
                    <a:pt x="474676" y="168878"/>
                    <a:pt x="474668" y="174063"/>
                  </a:cubicBezTo>
                  <a:lnTo>
                    <a:pt x="474620" y="204182"/>
                  </a:lnTo>
                  <a:lnTo>
                    <a:pt x="465238" y="204166"/>
                  </a:lnTo>
                  <a:lnTo>
                    <a:pt x="465238" y="204157"/>
                  </a:lnTo>
                  <a:lnTo>
                    <a:pt x="465335" y="149893"/>
                  </a:lnTo>
                  <a:lnTo>
                    <a:pt x="474024" y="149910"/>
                  </a:lnTo>
                  <a:lnTo>
                    <a:pt x="474007" y="158685"/>
                  </a:lnTo>
                  <a:cubicBezTo>
                    <a:pt x="475926" y="155497"/>
                    <a:pt x="478408" y="153057"/>
                    <a:pt x="481447" y="151375"/>
                  </a:cubicBezTo>
                  <a:cubicBezTo>
                    <a:pt x="484493" y="149692"/>
                    <a:pt x="487781" y="148855"/>
                    <a:pt x="491312" y="148863"/>
                  </a:cubicBezTo>
                  <a:close/>
                  <a:moveTo>
                    <a:pt x="424843" y="148743"/>
                  </a:moveTo>
                  <a:cubicBezTo>
                    <a:pt x="429937" y="148751"/>
                    <a:pt x="434555" y="150023"/>
                    <a:pt x="438698" y="152567"/>
                  </a:cubicBezTo>
                  <a:cubicBezTo>
                    <a:pt x="442833" y="155103"/>
                    <a:pt x="446129" y="158501"/>
                    <a:pt x="448587" y="162760"/>
                  </a:cubicBezTo>
                  <a:cubicBezTo>
                    <a:pt x="451045" y="167011"/>
                    <a:pt x="452262" y="171761"/>
                    <a:pt x="452254" y="177010"/>
                  </a:cubicBezTo>
                  <a:cubicBezTo>
                    <a:pt x="452246" y="182195"/>
                    <a:pt x="451005" y="186929"/>
                    <a:pt x="448539" y="191204"/>
                  </a:cubicBezTo>
                  <a:cubicBezTo>
                    <a:pt x="446065" y="195479"/>
                    <a:pt x="442760" y="198877"/>
                    <a:pt x="438617" y="201405"/>
                  </a:cubicBezTo>
                  <a:cubicBezTo>
                    <a:pt x="434475" y="203933"/>
                    <a:pt x="429848" y="205189"/>
                    <a:pt x="424755" y="205181"/>
                  </a:cubicBezTo>
                  <a:lnTo>
                    <a:pt x="424747" y="205173"/>
                  </a:lnTo>
                  <a:cubicBezTo>
                    <a:pt x="419709" y="205165"/>
                    <a:pt x="415099" y="203893"/>
                    <a:pt x="410932" y="201348"/>
                  </a:cubicBezTo>
                  <a:cubicBezTo>
                    <a:pt x="406764" y="198812"/>
                    <a:pt x="403452" y="195399"/>
                    <a:pt x="401002" y="191116"/>
                  </a:cubicBezTo>
                  <a:cubicBezTo>
                    <a:pt x="398543" y="186832"/>
                    <a:pt x="397326" y="182098"/>
                    <a:pt x="397335" y="176913"/>
                  </a:cubicBezTo>
                  <a:cubicBezTo>
                    <a:pt x="397343" y="171664"/>
                    <a:pt x="398584" y="166922"/>
                    <a:pt x="401050" y="162679"/>
                  </a:cubicBezTo>
                  <a:cubicBezTo>
                    <a:pt x="403516" y="158436"/>
                    <a:pt x="406845" y="155047"/>
                    <a:pt x="411021" y="152519"/>
                  </a:cubicBezTo>
                  <a:cubicBezTo>
                    <a:pt x="415196" y="149991"/>
                    <a:pt x="419806" y="148735"/>
                    <a:pt x="424843" y="148743"/>
                  </a:cubicBezTo>
                  <a:close/>
                  <a:moveTo>
                    <a:pt x="178917" y="148316"/>
                  </a:moveTo>
                  <a:cubicBezTo>
                    <a:pt x="184019" y="148324"/>
                    <a:pt x="188637" y="149596"/>
                    <a:pt x="192773" y="152140"/>
                  </a:cubicBezTo>
                  <a:cubicBezTo>
                    <a:pt x="196908" y="154676"/>
                    <a:pt x="200204" y="158074"/>
                    <a:pt x="202662" y="162333"/>
                  </a:cubicBezTo>
                  <a:cubicBezTo>
                    <a:pt x="205120" y="166592"/>
                    <a:pt x="206337" y="171334"/>
                    <a:pt x="206329" y="176583"/>
                  </a:cubicBezTo>
                  <a:cubicBezTo>
                    <a:pt x="206321" y="181768"/>
                    <a:pt x="205080" y="186502"/>
                    <a:pt x="202614" y="190777"/>
                  </a:cubicBezTo>
                  <a:cubicBezTo>
                    <a:pt x="200140" y="195052"/>
                    <a:pt x="196835" y="198458"/>
                    <a:pt x="192692" y="200978"/>
                  </a:cubicBezTo>
                  <a:cubicBezTo>
                    <a:pt x="188549" y="203506"/>
                    <a:pt x="183922" y="204762"/>
                    <a:pt x="178821" y="204754"/>
                  </a:cubicBezTo>
                  <a:lnTo>
                    <a:pt x="178821" y="204746"/>
                  </a:lnTo>
                  <a:cubicBezTo>
                    <a:pt x="173783" y="204738"/>
                    <a:pt x="169173" y="203466"/>
                    <a:pt x="165006" y="200921"/>
                  </a:cubicBezTo>
                  <a:cubicBezTo>
                    <a:pt x="160839" y="198385"/>
                    <a:pt x="157527" y="194972"/>
                    <a:pt x="155077" y="190689"/>
                  </a:cubicBezTo>
                  <a:cubicBezTo>
                    <a:pt x="152618" y="186405"/>
                    <a:pt x="151401" y="181671"/>
                    <a:pt x="151410" y="176486"/>
                  </a:cubicBezTo>
                  <a:cubicBezTo>
                    <a:pt x="151418" y="171237"/>
                    <a:pt x="152659" y="166495"/>
                    <a:pt x="155125" y="162252"/>
                  </a:cubicBezTo>
                  <a:cubicBezTo>
                    <a:pt x="157591" y="158009"/>
                    <a:pt x="160920" y="154620"/>
                    <a:pt x="165095" y="152092"/>
                  </a:cubicBezTo>
                  <a:cubicBezTo>
                    <a:pt x="169270" y="149564"/>
                    <a:pt x="173880" y="148308"/>
                    <a:pt x="178917" y="148316"/>
                  </a:cubicBezTo>
                  <a:close/>
                  <a:moveTo>
                    <a:pt x="118510" y="148219"/>
                  </a:moveTo>
                  <a:cubicBezTo>
                    <a:pt x="122217" y="148219"/>
                    <a:pt x="125651" y="149177"/>
                    <a:pt x="128802" y="151085"/>
                  </a:cubicBezTo>
                  <a:cubicBezTo>
                    <a:pt x="131953" y="152993"/>
                    <a:pt x="134516" y="155739"/>
                    <a:pt x="136475" y="159329"/>
                  </a:cubicBezTo>
                  <a:cubicBezTo>
                    <a:pt x="138441" y="162920"/>
                    <a:pt x="139416" y="167276"/>
                    <a:pt x="139408" y="172404"/>
                  </a:cubicBezTo>
                  <a:lnTo>
                    <a:pt x="139352" y="203602"/>
                  </a:lnTo>
                  <a:lnTo>
                    <a:pt x="129962" y="203586"/>
                  </a:lnTo>
                  <a:lnTo>
                    <a:pt x="130011" y="173741"/>
                  </a:lnTo>
                  <a:cubicBezTo>
                    <a:pt x="130011" y="169458"/>
                    <a:pt x="128794" y="165674"/>
                    <a:pt x="126336" y="162381"/>
                  </a:cubicBezTo>
                  <a:cubicBezTo>
                    <a:pt x="123877" y="159088"/>
                    <a:pt x="120420" y="157445"/>
                    <a:pt x="115963" y="157437"/>
                  </a:cubicBezTo>
                  <a:cubicBezTo>
                    <a:pt x="112312" y="157437"/>
                    <a:pt x="109056" y="158798"/>
                    <a:pt x="106178" y="161535"/>
                  </a:cubicBezTo>
                  <a:cubicBezTo>
                    <a:pt x="103309" y="164273"/>
                    <a:pt x="101866" y="168234"/>
                    <a:pt x="101858" y="173419"/>
                  </a:cubicBezTo>
                  <a:lnTo>
                    <a:pt x="101810" y="203538"/>
                  </a:lnTo>
                  <a:lnTo>
                    <a:pt x="92428" y="203522"/>
                  </a:lnTo>
                  <a:lnTo>
                    <a:pt x="92437" y="203513"/>
                  </a:lnTo>
                  <a:lnTo>
                    <a:pt x="92533" y="149249"/>
                  </a:lnTo>
                  <a:lnTo>
                    <a:pt x="101222" y="149266"/>
                  </a:lnTo>
                  <a:lnTo>
                    <a:pt x="101206" y="158041"/>
                  </a:lnTo>
                  <a:cubicBezTo>
                    <a:pt x="103124" y="154853"/>
                    <a:pt x="105606" y="152413"/>
                    <a:pt x="108645" y="150731"/>
                  </a:cubicBezTo>
                  <a:cubicBezTo>
                    <a:pt x="111691" y="149048"/>
                    <a:pt x="114980" y="148211"/>
                    <a:pt x="118510" y="148219"/>
                  </a:cubicBezTo>
                  <a:close/>
                  <a:moveTo>
                    <a:pt x="55951" y="148107"/>
                  </a:moveTo>
                  <a:cubicBezTo>
                    <a:pt x="59658" y="148107"/>
                    <a:pt x="63092" y="149065"/>
                    <a:pt x="66243" y="150973"/>
                  </a:cubicBezTo>
                  <a:cubicBezTo>
                    <a:pt x="69394" y="152881"/>
                    <a:pt x="71957" y="155627"/>
                    <a:pt x="73916" y="159217"/>
                  </a:cubicBezTo>
                  <a:cubicBezTo>
                    <a:pt x="75882" y="162808"/>
                    <a:pt x="76858" y="167164"/>
                    <a:pt x="76850" y="172292"/>
                  </a:cubicBezTo>
                  <a:lnTo>
                    <a:pt x="76793" y="203490"/>
                  </a:lnTo>
                  <a:lnTo>
                    <a:pt x="67412" y="203474"/>
                  </a:lnTo>
                  <a:lnTo>
                    <a:pt x="67460" y="173629"/>
                  </a:lnTo>
                  <a:cubicBezTo>
                    <a:pt x="67460" y="169346"/>
                    <a:pt x="66243" y="165562"/>
                    <a:pt x="63785" y="162269"/>
                  </a:cubicBezTo>
                  <a:cubicBezTo>
                    <a:pt x="61327" y="158976"/>
                    <a:pt x="57869" y="157333"/>
                    <a:pt x="53412" y="157325"/>
                  </a:cubicBezTo>
                  <a:cubicBezTo>
                    <a:pt x="49761" y="157325"/>
                    <a:pt x="46505" y="158686"/>
                    <a:pt x="43627" y="161423"/>
                  </a:cubicBezTo>
                  <a:cubicBezTo>
                    <a:pt x="40758" y="164161"/>
                    <a:pt x="39315" y="168122"/>
                    <a:pt x="39307" y="173307"/>
                  </a:cubicBezTo>
                  <a:lnTo>
                    <a:pt x="39259" y="203426"/>
                  </a:lnTo>
                  <a:lnTo>
                    <a:pt x="29878" y="203410"/>
                  </a:lnTo>
                  <a:lnTo>
                    <a:pt x="29869" y="203401"/>
                  </a:lnTo>
                  <a:lnTo>
                    <a:pt x="29966" y="149137"/>
                  </a:lnTo>
                  <a:lnTo>
                    <a:pt x="38655" y="149154"/>
                  </a:lnTo>
                  <a:lnTo>
                    <a:pt x="38638" y="157929"/>
                  </a:lnTo>
                  <a:cubicBezTo>
                    <a:pt x="40557" y="154741"/>
                    <a:pt x="43039" y="152301"/>
                    <a:pt x="46086" y="150619"/>
                  </a:cubicBezTo>
                  <a:cubicBezTo>
                    <a:pt x="49132" y="148936"/>
                    <a:pt x="52421" y="148099"/>
                    <a:pt x="55951" y="148107"/>
                  </a:cubicBezTo>
                  <a:close/>
                  <a:moveTo>
                    <a:pt x="8604" y="139328"/>
                  </a:moveTo>
                  <a:lnTo>
                    <a:pt x="8608" y="139330"/>
                  </a:lnTo>
                  <a:lnTo>
                    <a:pt x="8600" y="139330"/>
                  </a:lnTo>
                  <a:close/>
                  <a:moveTo>
                    <a:pt x="342240" y="131586"/>
                  </a:moveTo>
                  <a:lnTo>
                    <a:pt x="351106" y="131602"/>
                  </a:lnTo>
                  <a:lnTo>
                    <a:pt x="351074" y="149693"/>
                  </a:lnTo>
                  <a:lnTo>
                    <a:pt x="364026" y="149717"/>
                  </a:lnTo>
                  <a:lnTo>
                    <a:pt x="364010" y="157856"/>
                  </a:lnTo>
                  <a:lnTo>
                    <a:pt x="351324" y="157832"/>
                  </a:lnTo>
                  <a:lnTo>
                    <a:pt x="351243" y="203958"/>
                  </a:lnTo>
                  <a:lnTo>
                    <a:pt x="341861" y="203942"/>
                  </a:lnTo>
                  <a:lnTo>
                    <a:pt x="341845" y="203942"/>
                  </a:lnTo>
                  <a:lnTo>
                    <a:pt x="341926" y="157816"/>
                  </a:lnTo>
                  <a:lnTo>
                    <a:pt x="330109" y="157792"/>
                  </a:lnTo>
                  <a:lnTo>
                    <a:pt x="330126" y="149652"/>
                  </a:lnTo>
                  <a:lnTo>
                    <a:pt x="342208" y="149677"/>
                  </a:lnTo>
                  <a:close/>
                  <a:moveTo>
                    <a:pt x="379692" y="126957"/>
                  </a:moveTo>
                  <a:cubicBezTo>
                    <a:pt x="381489" y="126957"/>
                    <a:pt x="382980" y="127585"/>
                    <a:pt x="384165" y="128817"/>
                  </a:cubicBezTo>
                  <a:cubicBezTo>
                    <a:pt x="385350" y="130057"/>
                    <a:pt x="385946" y="131610"/>
                    <a:pt x="385938" y="133478"/>
                  </a:cubicBezTo>
                  <a:cubicBezTo>
                    <a:pt x="385938" y="135290"/>
                    <a:pt x="385334" y="136819"/>
                    <a:pt x="384149" y="138083"/>
                  </a:cubicBezTo>
                  <a:cubicBezTo>
                    <a:pt x="382956" y="139347"/>
                    <a:pt x="381465" y="139975"/>
                    <a:pt x="379668" y="139975"/>
                  </a:cubicBezTo>
                  <a:cubicBezTo>
                    <a:pt x="377927" y="139975"/>
                    <a:pt x="376452" y="139339"/>
                    <a:pt x="375243" y="138067"/>
                  </a:cubicBezTo>
                  <a:cubicBezTo>
                    <a:pt x="374026" y="136803"/>
                    <a:pt x="373421" y="135258"/>
                    <a:pt x="373430" y="133454"/>
                  </a:cubicBezTo>
                  <a:cubicBezTo>
                    <a:pt x="373430" y="131586"/>
                    <a:pt x="374042" y="130032"/>
                    <a:pt x="375259" y="128801"/>
                  </a:cubicBezTo>
                  <a:cubicBezTo>
                    <a:pt x="376476" y="127569"/>
                    <a:pt x="377959" y="126949"/>
                    <a:pt x="379692" y="126957"/>
                  </a:cubicBezTo>
                  <a:close/>
                  <a:moveTo>
                    <a:pt x="8624" y="126312"/>
                  </a:moveTo>
                  <a:cubicBezTo>
                    <a:pt x="10421" y="126312"/>
                    <a:pt x="11912" y="126940"/>
                    <a:pt x="13097" y="128172"/>
                  </a:cubicBezTo>
                  <a:cubicBezTo>
                    <a:pt x="14282" y="129412"/>
                    <a:pt x="14870" y="130965"/>
                    <a:pt x="14870" y="132833"/>
                  </a:cubicBezTo>
                  <a:cubicBezTo>
                    <a:pt x="14870" y="134645"/>
                    <a:pt x="14266" y="136174"/>
                    <a:pt x="13081" y="137438"/>
                  </a:cubicBezTo>
                  <a:lnTo>
                    <a:pt x="8604" y="139328"/>
                  </a:lnTo>
                  <a:lnTo>
                    <a:pt x="4175" y="137422"/>
                  </a:lnTo>
                  <a:cubicBezTo>
                    <a:pt x="2958" y="136158"/>
                    <a:pt x="2354" y="134613"/>
                    <a:pt x="2362" y="132809"/>
                  </a:cubicBezTo>
                  <a:cubicBezTo>
                    <a:pt x="2362" y="130941"/>
                    <a:pt x="2974" y="129387"/>
                    <a:pt x="4191" y="128156"/>
                  </a:cubicBezTo>
                  <a:cubicBezTo>
                    <a:pt x="5408" y="126924"/>
                    <a:pt x="6891" y="126304"/>
                    <a:pt x="8624" y="126312"/>
                  </a:cubicBezTo>
                  <a:close/>
                  <a:moveTo>
                    <a:pt x="613585" y="54650"/>
                  </a:moveTo>
                  <a:cubicBezTo>
                    <a:pt x="612586" y="55245"/>
                    <a:pt x="611482" y="56076"/>
                    <a:pt x="610289" y="57138"/>
                  </a:cubicBezTo>
                  <a:cubicBezTo>
                    <a:pt x="609096" y="58201"/>
                    <a:pt x="608056" y="59570"/>
                    <a:pt x="607170" y="61228"/>
                  </a:cubicBezTo>
                  <a:cubicBezTo>
                    <a:pt x="606283" y="62887"/>
                    <a:pt x="605840" y="64908"/>
                    <a:pt x="605832" y="67291"/>
                  </a:cubicBezTo>
                  <a:cubicBezTo>
                    <a:pt x="605832" y="70962"/>
                    <a:pt x="607009" y="74166"/>
                    <a:pt x="609394" y="76904"/>
                  </a:cubicBezTo>
                  <a:cubicBezTo>
                    <a:pt x="611772" y="79641"/>
                    <a:pt x="615133" y="81010"/>
                    <a:pt x="619469" y="81018"/>
                  </a:cubicBezTo>
                  <a:lnTo>
                    <a:pt x="619477" y="81018"/>
                  </a:lnTo>
                  <a:cubicBezTo>
                    <a:pt x="621290" y="81018"/>
                    <a:pt x="623039" y="80728"/>
                    <a:pt x="624732" y="80132"/>
                  </a:cubicBezTo>
                  <a:cubicBezTo>
                    <a:pt x="626424" y="79536"/>
                    <a:pt x="628036" y="78772"/>
                    <a:pt x="629568" y="77830"/>
                  </a:cubicBezTo>
                  <a:close/>
                  <a:moveTo>
                    <a:pt x="290947" y="40875"/>
                  </a:moveTo>
                  <a:cubicBezTo>
                    <a:pt x="287642" y="40875"/>
                    <a:pt x="284644" y="41720"/>
                    <a:pt x="281952" y="43435"/>
                  </a:cubicBezTo>
                  <a:cubicBezTo>
                    <a:pt x="279252" y="45150"/>
                    <a:pt x="277108" y="47437"/>
                    <a:pt x="275512" y="50295"/>
                  </a:cubicBezTo>
                  <a:cubicBezTo>
                    <a:pt x="273916" y="53153"/>
                    <a:pt x="273110" y="56333"/>
                    <a:pt x="273102" y="59835"/>
                  </a:cubicBezTo>
                  <a:cubicBezTo>
                    <a:pt x="273102" y="63329"/>
                    <a:pt x="273884" y="66518"/>
                    <a:pt x="275472" y="69384"/>
                  </a:cubicBezTo>
                  <a:cubicBezTo>
                    <a:pt x="277060" y="72250"/>
                    <a:pt x="279196" y="74545"/>
                    <a:pt x="281887" y="76268"/>
                  </a:cubicBezTo>
                  <a:lnTo>
                    <a:pt x="290870" y="78859"/>
                  </a:lnTo>
                  <a:lnTo>
                    <a:pt x="290866" y="78861"/>
                  </a:lnTo>
                  <a:lnTo>
                    <a:pt x="290874" y="78861"/>
                  </a:lnTo>
                  <a:lnTo>
                    <a:pt x="290870" y="78859"/>
                  </a:lnTo>
                  <a:lnTo>
                    <a:pt x="299869" y="76301"/>
                  </a:lnTo>
                  <a:cubicBezTo>
                    <a:pt x="302569" y="74585"/>
                    <a:pt x="304713" y="72298"/>
                    <a:pt x="306308" y="69440"/>
                  </a:cubicBezTo>
                  <a:cubicBezTo>
                    <a:pt x="307904" y="66582"/>
                    <a:pt x="308710" y="63402"/>
                    <a:pt x="308718" y="59900"/>
                  </a:cubicBezTo>
                  <a:cubicBezTo>
                    <a:pt x="308718" y="56406"/>
                    <a:pt x="307936" y="53217"/>
                    <a:pt x="306349" y="50351"/>
                  </a:cubicBezTo>
                  <a:cubicBezTo>
                    <a:pt x="304761" y="47485"/>
                    <a:pt x="302625" y="45190"/>
                    <a:pt x="299933" y="43468"/>
                  </a:cubicBezTo>
                  <a:cubicBezTo>
                    <a:pt x="297241" y="41745"/>
                    <a:pt x="294243" y="40883"/>
                    <a:pt x="290947" y="40875"/>
                  </a:cubicBezTo>
                  <a:close/>
                  <a:moveTo>
                    <a:pt x="535301" y="40754"/>
                  </a:moveTo>
                  <a:cubicBezTo>
                    <a:pt x="531070" y="40754"/>
                    <a:pt x="527362" y="42203"/>
                    <a:pt x="524171" y="45118"/>
                  </a:cubicBezTo>
                  <a:cubicBezTo>
                    <a:pt x="520979" y="48040"/>
                    <a:pt x="518948" y="51542"/>
                    <a:pt x="518070" y="55640"/>
                  </a:cubicBezTo>
                  <a:lnTo>
                    <a:pt x="518061" y="55648"/>
                  </a:lnTo>
                  <a:cubicBezTo>
                    <a:pt x="521189" y="55109"/>
                    <a:pt x="524348" y="54843"/>
                    <a:pt x="527532" y="54851"/>
                  </a:cubicBezTo>
                  <a:lnTo>
                    <a:pt x="544828" y="54883"/>
                  </a:lnTo>
                  <a:cubicBezTo>
                    <a:pt x="546101" y="54883"/>
                    <a:pt x="547358" y="54932"/>
                    <a:pt x="548608" y="55028"/>
                  </a:cubicBezTo>
                  <a:cubicBezTo>
                    <a:pt x="549849" y="55125"/>
                    <a:pt x="551114" y="55230"/>
                    <a:pt x="552388" y="55350"/>
                  </a:cubicBezTo>
                  <a:cubicBezTo>
                    <a:pt x="551582" y="51132"/>
                    <a:pt x="549559" y="47646"/>
                    <a:pt x="546327" y="44892"/>
                  </a:cubicBezTo>
                  <a:cubicBezTo>
                    <a:pt x="543087" y="42147"/>
                    <a:pt x="539412" y="40762"/>
                    <a:pt x="535301" y="40754"/>
                  </a:cubicBezTo>
                  <a:close/>
                  <a:moveTo>
                    <a:pt x="356287" y="40448"/>
                  </a:moveTo>
                  <a:cubicBezTo>
                    <a:pt x="352056" y="40448"/>
                    <a:pt x="348348" y="41897"/>
                    <a:pt x="345157" y="44812"/>
                  </a:cubicBezTo>
                  <a:cubicBezTo>
                    <a:pt x="341965" y="47734"/>
                    <a:pt x="339934" y="51236"/>
                    <a:pt x="339056" y="55334"/>
                  </a:cubicBezTo>
                  <a:cubicBezTo>
                    <a:pt x="342183" y="54795"/>
                    <a:pt x="345342" y="54529"/>
                    <a:pt x="348526" y="54537"/>
                  </a:cubicBezTo>
                  <a:lnTo>
                    <a:pt x="365822" y="54569"/>
                  </a:lnTo>
                  <a:cubicBezTo>
                    <a:pt x="367095" y="54569"/>
                    <a:pt x="368353" y="54618"/>
                    <a:pt x="369602" y="54714"/>
                  </a:cubicBezTo>
                  <a:cubicBezTo>
                    <a:pt x="370851" y="54811"/>
                    <a:pt x="372108" y="54916"/>
                    <a:pt x="373382" y="55036"/>
                  </a:cubicBezTo>
                  <a:cubicBezTo>
                    <a:pt x="372576" y="50818"/>
                    <a:pt x="370553" y="47332"/>
                    <a:pt x="367313" y="44578"/>
                  </a:cubicBezTo>
                  <a:cubicBezTo>
                    <a:pt x="364073" y="41833"/>
                    <a:pt x="360398" y="40448"/>
                    <a:pt x="356287" y="40448"/>
                  </a:cubicBezTo>
                  <a:close/>
                  <a:moveTo>
                    <a:pt x="150345" y="40086"/>
                  </a:moveTo>
                  <a:cubicBezTo>
                    <a:pt x="146114" y="40086"/>
                    <a:pt x="142406" y="41535"/>
                    <a:pt x="139215" y="44450"/>
                  </a:cubicBezTo>
                  <a:cubicBezTo>
                    <a:pt x="136023" y="47372"/>
                    <a:pt x="133992" y="50874"/>
                    <a:pt x="133114" y="54972"/>
                  </a:cubicBezTo>
                  <a:lnTo>
                    <a:pt x="133106" y="54980"/>
                  </a:lnTo>
                  <a:cubicBezTo>
                    <a:pt x="136233" y="54441"/>
                    <a:pt x="139392" y="54175"/>
                    <a:pt x="142576" y="54183"/>
                  </a:cubicBezTo>
                  <a:lnTo>
                    <a:pt x="159872" y="54215"/>
                  </a:lnTo>
                  <a:cubicBezTo>
                    <a:pt x="161145" y="54215"/>
                    <a:pt x="162403" y="54264"/>
                    <a:pt x="163652" y="54360"/>
                  </a:cubicBezTo>
                  <a:cubicBezTo>
                    <a:pt x="164893" y="54457"/>
                    <a:pt x="166158" y="54562"/>
                    <a:pt x="167432" y="54682"/>
                  </a:cubicBezTo>
                  <a:cubicBezTo>
                    <a:pt x="166626" y="50464"/>
                    <a:pt x="164603" y="46978"/>
                    <a:pt x="161371" y="44224"/>
                  </a:cubicBezTo>
                  <a:cubicBezTo>
                    <a:pt x="158131" y="41479"/>
                    <a:pt x="154456" y="40094"/>
                    <a:pt x="150345" y="40086"/>
                  </a:cubicBezTo>
                  <a:close/>
                  <a:moveTo>
                    <a:pt x="241332" y="32646"/>
                  </a:moveTo>
                  <a:lnTo>
                    <a:pt x="250713" y="32662"/>
                  </a:lnTo>
                  <a:lnTo>
                    <a:pt x="250617" y="86926"/>
                  </a:lnTo>
                  <a:lnTo>
                    <a:pt x="241235" y="86910"/>
                  </a:lnTo>
                  <a:close/>
                  <a:moveTo>
                    <a:pt x="4094" y="32236"/>
                  </a:moveTo>
                  <a:lnTo>
                    <a:pt x="13475" y="32252"/>
                  </a:lnTo>
                  <a:lnTo>
                    <a:pt x="13379" y="86516"/>
                  </a:lnTo>
                  <a:lnTo>
                    <a:pt x="3997" y="86500"/>
                  </a:lnTo>
                  <a:close/>
                  <a:moveTo>
                    <a:pt x="535317" y="32075"/>
                  </a:moveTo>
                  <a:cubicBezTo>
                    <a:pt x="540129" y="32083"/>
                    <a:pt x="544529" y="33283"/>
                    <a:pt x="548519" y="35674"/>
                  </a:cubicBezTo>
                  <a:cubicBezTo>
                    <a:pt x="552509" y="38065"/>
                    <a:pt x="555692" y="41277"/>
                    <a:pt x="558062" y="45319"/>
                  </a:cubicBezTo>
                  <a:cubicBezTo>
                    <a:pt x="560431" y="49360"/>
                    <a:pt x="561608" y="53950"/>
                    <a:pt x="561600" y="59070"/>
                  </a:cubicBezTo>
                  <a:lnTo>
                    <a:pt x="561600" y="63047"/>
                  </a:lnTo>
                  <a:cubicBezTo>
                    <a:pt x="561600" y="63047"/>
                    <a:pt x="527532" y="62991"/>
                    <a:pt x="527532" y="62991"/>
                  </a:cubicBezTo>
                  <a:cubicBezTo>
                    <a:pt x="526024" y="62991"/>
                    <a:pt x="524493" y="62926"/>
                    <a:pt x="522930" y="62806"/>
                  </a:cubicBezTo>
                  <a:cubicBezTo>
                    <a:pt x="521366" y="62685"/>
                    <a:pt x="519826" y="62500"/>
                    <a:pt x="518327" y="62258"/>
                  </a:cubicBezTo>
                  <a:cubicBezTo>
                    <a:pt x="518956" y="67081"/>
                    <a:pt x="521052" y="71122"/>
                    <a:pt x="524606" y="74391"/>
                  </a:cubicBezTo>
                  <a:cubicBezTo>
                    <a:pt x="528160" y="77652"/>
                    <a:pt x="532400" y="79286"/>
                    <a:pt x="537324" y="79294"/>
                  </a:cubicBezTo>
                  <a:cubicBezTo>
                    <a:pt x="540629" y="79294"/>
                    <a:pt x="543699" y="78521"/>
                    <a:pt x="546536" y="76959"/>
                  </a:cubicBezTo>
                  <a:cubicBezTo>
                    <a:pt x="549381" y="75398"/>
                    <a:pt x="551670" y="73320"/>
                    <a:pt x="553411" y="70728"/>
                  </a:cubicBezTo>
                  <a:lnTo>
                    <a:pt x="555998" y="81854"/>
                  </a:lnTo>
                  <a:cubicBezTo>
                    <a:pt x="553500" y="83964"/>
                    <a:pt x="550647" y="85598"/>
                    <a:pt x="547431" y="86766"/>
                  </a:cubicBezTo>
                  <a:cubicBezTo>
                    <a:pt x="544215" y="87933"/>
                    <a:pt x="540806" y="88521"/>
                    <a:pt x="537219" y="88513"/>
                  </a:cubicBezTo>
                  <a:lnTo>
                    <a:pt x="537211" y="88513"/>
                  </a:lnTo>
                  <a:cubicBezTo>
                    <a:pt x="531763" y="88505"/>
                    <a:pt x="526887" y="87233"/>
                    <a:pt x="522575" y="84688"/>
                  </a:cubicBezTo>
                  <a:cubicBezTo>
                    <a:pt x="518263" y="82152"/>
                    <a:pt x="514878" y="78690"/>
                    <a:pt x="512428" y="74319"/>
                  </a:cubicBezTo>
                  <a:cubicBezTo>
                    <a:pt x="509969" y="69947"/>
                    <a:pt x="508752" y="65076"/>
                    <a:pt x="508761" y="59706"/>
                  </a:cubicBezTo>
                  <a:cubicBezTo>
                    <a:pt x="508769" y="54586"/>
                    <a:pt x="509961" y="49924"/>
                    <a:pt x="512347" y="45737"/>
                  </a:cubicBezTo>
                  <a:cubicBezTo>
                    <a:pt x="514733" y="41551"/>
                    <a:pt x="517932" y="38226"/>
                    <a:pt x="521970" y="35762"/>
                  </a:cubicBezTo>
                  <a:cubicBezTo>
                    <a:pt x="526000" y="33299"/>
                    <a:pt x="530449" y="32067"/>
                    <a:pt x="535317" y="32075"/>
                  </a:cubicBezTo>
                  <a:close/>
                  <a:moveTo>
                    <a:pt x="289705" y="32011"/>
                  </a:moveTo>
                  <a:cubicBezTo>
                    <a:pt x="293300" y="32011"/>
                    <a:pt x="296669" y="32719"/>
                    <a:pt x="299828" y="34112"/>
                  </a:cubicBezTo>
                  <a:cubicBezTo>
                    <a:pt x="302980" y="35505"/>
                    <a:pt x="305720" y="37437"/>
                    <a:pt x="308033" y="39917"/>
                  </a:cubicBezTo>
                  <a:lnTo>
                    <a:pt x="308049" y="32776"/>
                  </a:lnTo>
                  <a:lnTo>
                    <a:pt x="316738" y="32792"/>
                  </a:lnTo>
                  <a:lnTo>
                    <a:pt x="316641" y="87057"/>
                  </a:lnTo>
                  <a:cubicBezTo>
                    <a:pt x="316633" y="92966"/>
                    <a:pt x="315303" y="98030"/>
                    <a:pt x="312659" y="102241"/>
                  </a:cubicBezTo>
                  <a:cubicBezTo>
                    <a:pt x="310016" y="106460"/>
                    <a:pt x="306550" y="109680"/>
                    <a:pt x="302254" y="111902"/>
                  </a:cubicBezTo>
                  <a:cubicBezTo>
                    <a:pt x="297967" y="114124"/>
                    <a:pt x="293324" y="115236"/>
                    <a:pt x="288343" y="115227"/>
                  </a:cubicBezTo>
                  <a:lnTo>
                    <a:pt x="288367" y="115211"/>
                  </a:lnTo>
                  <a:cubicBezTo>
                    <a:pt x="284370" y="115211"/>
                    <a:pt x="280735" y="114591"/>
                    <a:pt x="277463" y="113384"/>
                  </a:cubicBezTo>
                  <a:cubicBezTo>
                    <a:pt x="274190" y="112168"/>
                    <a:pt x="271281" y="110510"/>
                    <a:pt x="268734" y="108392"/>
                  </a:cubicBezTo>
                  <a:lnTo>
                    <a:pt x="271362" y="97362"/>
                  </a:lnTo>
                  <a:cubicBezTo>
                    <a:pt x="273094" y="99955"/>
                    <a:pt x="275407" y="102072"/>
                    <a:pt x="278301" y="103706"/>
                  </a:cubicBezTo>
                  <a:cubicBezTo>
                    <a:pt x="281194" y="105341"/>
                    <a:pt x="284523" y="106162"/>
                    <a:pt x="288287" y="106162"/>
                  </a:cubicBezTo>
                  <a:cubicBezTo>
                    <a:pt x="294138" y="106170"/>
                    <a:pt x="298877" y="104342"/>
                    <a:pt x="302504" y="100671"/>
                  </a:cubicBezTo>
                  <a:cubicBezTo>
                    <a:pt x="306131" y="97000"/>
                    <a:pt x="307952" y="92274"/>
                    <a:pt x="307961" y="86485"/>
                  </a:cubicBezTo>
                  <a:lnTo>
                    <a:pt x="307961" y="79883"/>
                  </a:lnTo>
                  <a:cubicBezTo>
                    <a:pt x="305647" y="82291"/>
                    <a:pt x="302907" y="84199"/>
                    <a:pt x="299748" y="85616"/>
                  </a:cubicBezTo>
                  <a:cubicBezTo>
                    <a:pt x="296588" y="87025"/>
                    <a:pt x="293211" y="87725"/>
                    <a:pt x="289617" y="87725"/>
                  </a:cubicBezTo>
                  <a:cubicBezTo>
                    <a:pt x="284862" y="87717"/>
                    <a:pt x="280525" y="86461"/>
                    <a:pt x="276584" y="83949"/>
                  </a:cubicBezTo>
                  <a:cubicBezTo>
                    <a:pt x="272651" y="81437"/>
                    <a:pt x="269516" y="78072"/>
                    <a:pt x="267170" y="73844"/>
                  </a:cubicBezTo>
                  <a:cubicBezTo>
                    <a:pt x="264833" y="69617"/>
                    <a:pt x="263664" y="64948"/>
                    <a:pt x="263673" y="59819"/>
                  </a:cubicBezTo>
                  <a:cubicBezTo>
                    <a:pt x="263681" y="54699"/>
                    <a:pt x="264865" y="50021"/>
                    <a:pt x="267219" y="45810"/>
                  </a:cubicBezTo>
                  <a:cubicBezTo>
                    <a:pt x="269572" y="41592"/>
                    <a:pt x="272724" y="38234"/>
                    <a:pt x="276665" y="35738"/>
                  </a:cubicBezTo>
                  <a:cubicBezTo>
                    <a:pt x="280606" y="33243"/>
                    <a:pt x="284958" y="32003"/>
                    <a:pt x="289705" y="32011"/>
                  </a:cubicBezTo>
                  <a:close/>
                  <a:moveTo>
                    <a:pt x="481696" y="31986"/>
                  </a:moveTo>
                  <a:cubicBezTo>
                    <a:pt x="485459" y="31986"/>
                    <a:pt x="488998" y="32694"/>
                    <a:pt x="492294" y="34087"/>
                  </a:cubicBezTo>
                  <a:cubicBezTo>
                    <a:pt x="495590" y="35480"/>
                    <a:pt x="498484" y="37324"/>
                    <a:pt x="500974" y="39618"/>
                  </a:cubicBezTo>
                  <a:lnTo>
                    <a:pt x="498089" y="51912"/>
                  </a:lnTo>
                  <a:cubicBezTo>
                    <a:pt x="496646" y="48893"/>
                    <a:pt x="494462" y="46357"/>
                    <a:pt x="491545" y="44304"/>
                  </a:cubicBezTo>
                  <a:cubicBezTo>
                    <a:pt x="488619" y="42251"/>
                    <a:pt x="485306" y="41220"/>
                    <a:pt x="481599" y="41212"/>
                  </a:cubicBezTo>
                  <a:cubicBezTo>
                    <a:pt x="478238" y="41212"/>
                    <a:pt x="475183" y="42058"/>
                    <a:pt x="472427" y="43773"/>
                  </a:cubicBezTo>
                  <a:cubicBezTo>
                    <a:pt x="469670" y="45487"/>
                    <a:pt x="467478" y="47774"/>
                    <a:pt x="465850" y="50632"/>
                  </a:cubicBezTo>
                  <a:cubicBezTo>
                    <a:pt x="464222" y="53490"/>
                    <a:pt x="463408" y="56670"/>
                    <a:pt x="463400" y="60173"/>
                  </a:cubicBezTo>
                  <a:cubicBezTo>
                    <a:pt x="463400" y="63610"/>
                    <a:pt x="464198" y="66774"/>
                    <a:pt x="465818" y="69673"/>
                  </a:cubicBezTo>
                  <a:cubicBezTo>
                    <a:pt x="467430" y="72571"/>
                    <a:pt x="469614" y="74882"/>
                    <a:pt x="472370" y="76605"/>
                  </a:cubicBezTo>
                  <a:cubicBezTo>
                    <a:pt x="475119" y="78328"/>
                    <a:pt x="478173" y="79189"/>
                    <a:pt x="481534" y="79197"/>
                  </a:cubicBezTo>
                  <a:cubicBezTo>
                    <a:pt x="485242" y="79197"/>
                    <a:pt x="488562" y="78215"/>
                    <a:pt x="491488" y="76226"/>
                  </a:cubicBezTo>
                  <a:cubicBezTo>
                    <a:pt x="494414" y="74238"/>
                    <a:pt x="496606" y="71686"/>
                    <a:pt x="498065" y="68554"/>
                  </a:cubicBezTo>
                  <a:lnTo>
                    <a:pt x="500910" y="80856"/>
                  </a:lnTo>
                  <a:cubicBezTo>
                    <a:pt x="498411" y="83142"/>
                    <a:pt x="495518" y="84978"/>
                    <a:pt x="492213" y="86355"/>
                  </a:cubicBezTo>
                  <a:cubicBezTo>
                    <a:pt x="488909" y="87731"/>
                    <a:pt x="485371" y="88424"/>
                    <a:pt x="481607" y="88416"/>
                  </a:cubicBezTo>
                  <a:lnTo>
                    <a:pt x="481599" y="88416"/>
                  </a:lnTo>
                  <a:cubicBezTo>
                    <a:pt x="476497" y="88408"/>
                    <a:pt x="471871" y="87136"/>
                    <a:pt x="467704" y="84591"/>
                  </a:cubicBezTo>
                  <a:cubicBezTo>
                    <a:pt x="463537" y="82055"/>
                    <a:pt x="460208" y="78642"/>
                    <a:pt x="457726" y="74359"/>
                  </a:cubicBezTo>
                  <a:cubicBezTo>
                    <a:pt x="455244" y="70075"/>
                    <a:pt x="454002" y="65341"/>
                    <a:pt x="454011" y="60156"/>
                  </a:cubicBezTo>
                  <a:cubicBezTo>
                    <a:pt x="454019" y="54972"/>
                    <a:pt x="455276" y="50238"/>
                    <a:pt x="457774" y="45962"/>
                  </a:cubicBezTo>
                  <a:cubicBezTo>
                    <a:pt x="460273" y="41687"/>
                    <a:pt x="463610" y="38282"/>
                    <a:pt x="467785" y="35762"/>
                  </a:cubicBezTo>
                  <a:cubicBezTo>
                    <a:pt x="471959" y="33234"/>
                    <a:pt x="476594" y="31978"/>
                    <a:pt x="481696" y="31986"/>
                  </a:cubicBezTo>
                  <a:close/>
                  <a:moveTo>
                    <a:pt x="421128" y="31882"/>
                  </a:moveTo>
                  <a:cubicBezTo>
                    <a:pt x="424835" y="31882"/>
                    <a:pt x="428269" y="32840"/>
                    <a:pt x="431420" y="34748"/>
                  </a:cubicBezTo>
                  <a:cubicBezTo>
                    <a:pt x="434571" y="36656"/>
                    <a:pt x="437134" y="39402"/>
                    <a:pt x="439093" y="42992"/>
                  </a:cubicBezTo>
                  <a:cubicBezTo>
                    <a:pt x="441059" y="46583"/>
                    <a:pt x="442035" y="50939"/>
                    <a:pt x="442027" y="56067"/>
                  </a:cubicBezTo>
                  <a:lnTo>
                    <a:pt x="441970" y="87265"/>
                  </a:lnTo>
                  <a:lnTo>
                    <a:pt x="432580" y="87249"/>
                  </a:lnTo>
                  <a:lnTo>
                    <a:pt x="432629" y="57404"/>
                  </a:lnTo>
                  <a:cubicBezTo>
                    <a:pt x="432629" y="53121"/>
                    <a:pt x="431412" y="49337"/>
                    <a:pt x="428954" y="46044"/>
                  </a:cubicBezTo>
                  <a:cubicBezTo>
                    <a:pt x="426495" y="42751"/>
                    <a:pt x="423038" y="41108"/>
                    <a:pt x="418581" y="41100"/>
                  </a:cubicBezTo>
                  <a:cubicBezTo>
                    <a:pt x="414930" y="41100"/>
                    <a:pt x="411674" y="42461"/>
                    <a:pt x="408796" y="45198"/>
                  </a:cubicBezTo>
                  <a:cubicBezTo>
                    <a:pt x="405927" y="47936"/>
                    <a:pt x="404484" y="51897"/>
                    <a:pt x="404476" y="57082"/>
                  </a:cubicBezTo>
                  <a:lnTo>
                    <a:pt x="404428" y="87201"/>
                  </a:lnTo>
                  <a:lnTo>
                    <a:pt x="395046" y="87185"/>
                  </a:lnTo>
                  <a:lnTo>
                    <a:pt x="395046" y="87176"/>
                  </a:lnTo>
                  <a:lnTo>
                    <a:pt x="395143" y="32912"/>
                  </a:lnTo>
                  <a:lnTo>
                    <a:pt x="403832" y="32929"/>
                  </a:lnTo>
                  <a:lnTo>
                    <a:pt x="403815" y="41704"/>
                  </a:lnTo>
                  <a:cubicBezTo>
                    <a:pt x="405734" y="38516"/>
                    <a:pt x="408216" y="36076"/>
                    <a:pt x="411263" y="34394"/>
                  </a:cubicBezTo>
                  <a:cubicBezTo>
                    <a:pt x="414309" y="32711"/>
                    <a:pt x="417598" y="31874"/>
                    <a:pt x="421128" y="31882"/>
                  </a:cubicBezTo>
                  <a:close/>
                  <a:moveTo>
                    <a:pt x="356303" y="31761"/>
                  </a:moveTo>
                  <a:cubicBezTo>
                    <a:pt x="361115" y="31769"/>
                    <a:pt x="365515" y="32969"/>
                    <a:pt x="369505" y="35360"/>
                  </a:cubicBezTo>
                  <a:cubicBezTo>
                    <a:pt x="373495" y="37751"/>
                    <a:pt x="376678" y="40963"/>
                    <a:pt x="379048" y="45005"/>
                  </a:cubicBezTo>
                  <a:cubicBezTo>
                    <a:pt x="381417" y="49046"/>
                    <a:pt x="382594" y="53636"/>
                    <a:pt x="382586" y="58756"/>
                  </a:cubicBezTo>
                  <a:lnTo>
                    <a:pt x="382586" y="62733"/>
                  </a:lnTo>
                  <a:cubicBezTo>
                    <a:pt x="382586" y="62733"/>
                    <a:pt x="348518" y="62677"/>
                    <a:pt x="348518" y="62677"/>
                  </a:cubicBezTo>
                  <a:cubicBezTo>
                    <a:pt x="347010" y="62677"/>
                    <a:pt x="345479" y="62612"/>
                    <a:pt x="343915" y="62492"/>
                  </a:cubicBezTo>
                  <a:cubicBezTo>
                    <a:pt x="342352" y="62371"/>
                    <a:pt x="340812" y="62186"/>
                    <a:pt x="339313" y="61944"/>
                  </a:cubicBezTo>
                  <a:cubicBezTo>
                    <a:pt x="339942" y="66767"/>
                    <a:pt x="342038" y="70808"/>
                    <a:pt x="345592" y="74077"/>
                  </a:cubicBezTo>
                  <a:cubicBezTo>
                    <a:pt x="349146" y="77338"/>
                    <a:pt x="353386" y="78972"/>
                    <a:pt x="358318" y="78980"/>
                  </a:cubicBezTo>
                  <a:cubicBezTo>
                    <a:pt x="361623" y="78980"/>
                    <a:pt x="364693" y="78207"/>
                    <a:pt x="367530" y="76645"/>
                  </a:cubicBezTo>
                  <a:cubicBezTo>
                    <a:pt x="370367" y="75084"/>
                    <a:pt x="372664" y="73006"/>
                    <a:pt x="374405" y="70414"/>
                  </a:cubicBezTo>
                  <a:lnTo>
                    <a:pt x="376992" y="81540"/>
                  </a:lnTo>
                  <a:cubicBezTo>
                    <a:pt x="374494" y="83650"/>
                    <a:pt x="371641" y="85284"/>
                    <a:pt x="368425" y="86452"/>
                  </a:cubicBezTo>
                  <a:cubicBezTo>
                    <a:pt x="365209" y="87619"/>
                    <a:pt x="361800" y="88207"/>
                    <a:pt x="358213" y="88199"/>
                  </a:cubicBezTo>
                  <a:lnTo>
                    <a:pt x="358197" y="88199"/>
                  </a:lnTo>
                  <a:cubicBezTo>
                    <a:pt x="352749" y="88191"/>
                    <a:pt x="347873" y="86919"/>
                    <a:pt x="343561" y="84374"/>
                  </a:cubicBezTo>
                  <a:cubicBezTo>
                    <a:pt x="339249" y="81838"/>
                    <a:pt x="335864" y="78376"/>
                    <a:pt x="333414" y="74005"/>
                  </a:cubicBezTo>
                  <a:cubicBezTo>
                    <a:pt x="330955" y="69633"/>
                    <a:pt x="329738" y="64762"/>
                    <a:pt x="329747" y="59392"/>
                  </a:cubicBezTo>
                  <a:cubicBezTo>
                    <a:pt x="329755" y="54272"/>
                    <a:pt x="330947" y="49610"/>
                    <a:pt x="333333" y="45423"/>
                  </a:cubicBezTo>
                  <a:cubicBezTo>
                    <a:pt x="335719" y="41237"/>
                    <a:pt x="338918" y="37912"/>
                    <a:pt x="342956" y="35448"/>
                  </a:cubicBezTo>
                  <a:cubicBezTo>
                    <a:pt x="346986" y="32985"/>
                    <a:pt x="351435" y="31753"/>
                    <a:pt x="356303" y="31761"/>
                  </a:cubicBezTo>
                  <a:close/>
                  <a:moveTo>
                    <a:pt x="150353" y="31407"/>
                  </a:moveTo>
                  <a:cubicBezTo>
                    <a:pt x="155165" y="31415"/>
                    <a:pt x="159565" y="32615"/>
                    <a:pt x="163555" y="35006"/>
                  </a:cubicBezTo>
                  <a:cubicBezTo>
                    <a:pt x="167545" y="37397"/>
                    <a:pt x="170728" y="40609"/>
                    <a:pt x="173098" y="44651"/>
                  </a:cubicBezTo>
                  <a:cubicBezTo>
                    <a:pt x="175467" y="48692"/>
                    <a:pt x="176644" y="53282"/>
                    <a:pt x="176636" y="58402"/>
                  </a:cubicBezTo>
                  <a:lnTo>
                    <a:pt x="176636" y="62379"/>
                  </a:lnTo>
                  <a:cubicBezTo>
                    <a:pt x="176636" y="62379"/>
                    <a:pt x="142568" y="62323"/>
                    <a:pt x="142568" y="62323"/>
                  </a:cubicBezTo>
                  <a:cubicBezTo>
                    <a:pt x="141060" y="62323"/>
                    <a:pt x="139529" y="62258"/>
                    <a:pt x="137966" y="62138"/>
                  </a:cubicBezTo>
                  <a:cubicBezTo>
                    <a:pt x="136402" y="62017"/>
                    <a:pt x="134863" y="61832"/>
                    <a:pt x="133363" y="61590"/>
                  </a:cubicBezTo>
                  <a:cubicBezTo>
                    <a:pt x="133992" y="66413"/>
                    <a:pt x="136088" y="70454"/>
                    <a:pt x="139642" y="73723"/>
                  </a:cubicBezTo>
                  <a:cubicBezTo>
                    <a:pt x="143196" y="76984"/>
                    <a:pt x="147436" y="78618"/>
                    <a:pt x="152360" y="78626"/>
                  </a:cubicBezTo>
                  <a:cubicBezTo>
                    <a:pt x="155665" y="78626"/>
                    <a:pt x="158735" y="77853"/>
                    <a:pt x="161572" y="76291"/>
                  </a:cubicBezTo>
                  <a:cubicBezTo>
                    <a:pt x="164417" y="74730"/>
                    <a:pt x="166706" y="72652"/>
                    <a:pt x="168447" y="70060"/>
                  </a:cubicBezTo>
                  <a:lnTo>
                    <a:pt x="171034" y="81186"/>
                  </a:lnTo>
                  <a:cubicBezTo>
                    <a:pt x="168536" y="83296"/>
                    <a:pt x="165683" y="84930"/>
                    <a:pt x="162467" y="86098"/>
                  </a:cubicBezTo>
                  <a:cubicBezTo>
                    <a:pt x="159251" y="87265"/>
                    <a:pt x="155842" y="87853"/>
                    <a:pt x="152255" y="87845"/>
                  </a:cubicBezTo>
                  <a:lnTo>
                    <a:pt x="152247" y="87845"/>
                  </a:lnTo>
                  <a:cubicBezTo>
                    <a:pt x="146799" y="87837"/>
                    <a:pt x="141923" y="86557"/>
                    <a:pt x="137611" y="84020"/>
                  </a:cubicBezTo>
                  <a:cubicBezTo>
                    <a:pt x="133299" y="81476"/>
                    <a:pt x="129914" y="78022"/>
                    <a:pt x="127464" y="73651"/>
                  </a:cubicBezTo>
                  <a:cubicBezTo>
                    <a:pt x="125005" y="69279"/>
                    <a:pt x="123788" y="64408"/>
                    <a:pt x="123797" y="59038"/>
                  </a:cubicBezTo>
                  <a:cubicBezTo>
                    <a:pt x="123805" y="53918"/>
                    <a:pt x="124997" y="49256"/>
                    <a:pt x="127383" y="45069"/>
                  </a:cubicBezTo>
                  <a:cubicBezTo>
                    <a:pt x="129769" y="40883"/>
                    <a:pt x="132968" y="37558"/>
                    <a:pt x="137006" y="35094"/>
                  </a:cubicBezTo>
                  <a:cubicBezTo>
                    <a:pt x="141036" y="32631"/>
                    <a:pt x="145485" y="31399"/>
                    <a:pt x="150353" y="31407"/>
                  </a:cubicBezTo>
                  <a:close/>
                  <a:moveTo>
                    <a:pt x="56144" y="31254"/>
                  </a:moveTo>
                  <a:cubicBezTo>
                    <a:pt x="59851" y="31254"/>
                    <a:pt x="63285" y="32212"/>
                    <a:pt x="66436" y="34120"/>
                  </a:cubicBezTo>
                  <a:cubicBezTo>
                    <a:pt x="69587" y="36028"/>
                    <a:pt x="72150" y="38774"/>
                    <a:pt x="74117" y="42364"/>
                  </a:cubicBezTo>
                  <a:cubicBezTo>
                    <a:pt x="76083" y="45955"/>
                    <a:pt x="77059" y="50311"/>
                    <a:pt x="77051" y="55439"/>
                  </a:cubicBezTo>
                  <a:lnTo>
                    <a:pt x="76994" y="86637"/>
                  </a:lnTo>
                  <a:lnTo>
                    <a:pt x="67613" y="86621"/>
                  </a:lnTo>
                  <a:lnTo>
                    <a:pt x="67661" y="56776"/>
                  </a:lnTo>
                  <a:cubicBezTo>
                    <a:pt x="67661" y="52493"/>
                    <a:pt x="66444" y="48709"/>
                    <a:pt x="63986" y="45416"/>
                  </a:cubicBezTo>
                  <a:cubicBezTo>
                    <a:pt x="61528" y="42123"/>
                    <a:pt x="58070" y="40480"/>
                    <a:pt x="53613" y="40472"/>
                  </a:cubicBezTo>
                  <a:cubicBezTo>
                    <a:pt x="49962" y="40472"/>
                    <a:pt x="46698" y="41833"/>
                    <a:pt x="43828" y="44570"/>
                  </a:cubicBezTo>
                  <a:cubicBezTo>
                    <a:pt x="40959" y="47308"/>
                    <a:pt x="39516" y="51269"/>
                    <a:pt x="39508" y="56454"/>
                  </a:cubicBezTo>
                  <a:lnTo>
                    <a:pt x="39452" y="86573"/>
                  </a:lnTo>
                  <a:lnTo>
                    <a:pt x="30070" y="86557"/>
                  </a:lnTo>
                  <a:lnTo>
                    <a:pt x="30070" y="86548"/>
                  </a:lnTo>
                  <a:lnTo>
                    <a:pt x="30167" y="32284"/>
                  </a:lnTo>
                  <a:lnTo>
                    <a:pt x="38856" y="32301"/>
                  </a:lnTo>
                  <a:lnTo>
                    <a:pt x="38839" y="41076"/>
                  </a:lnTo>
                  <a:cubicBezTo>
                    <a:pt x="40758" y="37888"/>
                    <a:pt x="43240" y="35448"/>
                    <a:pt x="46279" y="33766"/>
                  </a:cubicBezTo>
                  <a:cubicBezTo>
                    <a:pt x="49325" y="32083"/>
                    <a:pt x="52613" y="31246"/>
                    <a:pt x="56144" y="31254"/>
                  </a:cubicBezTo>
                  <a:close/>
                  <a:moveTo>
                    <a:pt x="618421" y="26817"/>
                  </a:moveTo>
                  <a:cubicBezTo>
                    <a:pt x="616326" y="26817"/>
                    <a:pt x="614593" y="27558"/>
                    <a:pt x="613231" y="29039"/>
                  </a:cubicBezTo>
                  <a:cubicBezTo>
                    <a:pt x="611869" y="30529"/>
                    <a:pt x="611184" y="32308"/>
                    <a:pt x="611184" y="34393"/>
                  </a:cubicBezTo>
                  <a:cubicBezTo>
                    <a:pt x="611184" y="35786"/>
                    <a:pt x="611522" y="37082"/>
                    <a:pt x="612215" y="38306"/>
                  </a:cubicBezTo>
                  <a:cubicBezTo>
                    <a:pt x="612900" y="39522"/>
                    <a:pt x="613698" y="40850"/>
                    <a:pt x="614601" y="42291"/>
                  </a:cubicBezTo>
                  <a:lnTo>
                    <a:pt x="616527" y="45198"/>
                  </a:lnTo>
                  <a:lnTo>
                    <a:pt x="616535" y="45206"/>
                  </a:lnTo>
                  <a:lnTo>
                    <a:pt x="619469" y="43644"/>
                  </a:lnTo>
                  <a:cubicBezTo>
                    <a:pt x="620089" y="43298"/>
                    <a:pt x="620903" y="42782"/>
                    <a:pt x="621903" y="42082"/>
                  </a:cubicBezTo>
                  <a:cubicBezTo>
                    <a:pt x="622902" y="41389"/>
                    <a:pt x="623805" y="40423"/>
                    <a:pt x="624595" y="39184"/>
                  </a:cubicBezTo>
                  <a:cubicBezTo>
                    <a:pt x="625385" y="37944"/>
                    <a:pt x="625780" y="36430"/>
                    <a:pt x="625780" y="34643"/>
                  </a:cubicBezTo>
                  <a:cubicBezTo>
                    <a:pt x="625780" y="32461"/>
                    <a:pt x="625078" y="30609"/>
                    <a:pt x="623676" y="29096"/>
                  </a:cubicBezTo>
                  <a:cubicBezTo>
                    <a:pt x="622274" y="27582"/>
                    <a:pt x="620517" y="26817"/>
                    <a:pt x="618421" y="26817"/>
                  </a:cubicBezTo>
                  <a:close/>
                  <a:moveTo>
                    <a:pt x="618445" y="19676"/>
                  </a:moveTo>
                  <a:cubicBezTo>
                    <a:pt x="621210" y="19676"/>
                    <a:pt x="623740" y="20368"/>
                    <a:pt x="626021" y="21737"/>
                  </a:cubicBezTo>
                  <a:cubicBezTo>
                    <a:pt x="628310" y="23106"/>
                    <a:pt x="630132" y="24941"/>
                    <a:pt x="631486" y="27252"/>
                  </a:cubicBezTo>
                  <a:cubicBezTo>
                    <a:pt x="632840" y="29563"/>
                    <a:pt x="633517" y="32155"/>
                    <a:pt x="633509" y="35037"/>
                  </a:cubicBezTo>
                  <a:cubicBezTo>
                    <a:pt x="633509" y="38113"/>
                    <a:pt x="632808" y="40657"/>
                    <a:pt x="631421" y="42662"/>
                  </a:cubicBezTo>
                  <a:cubicBezTo>
                    <a:pt x="630035" y="44666"/>
                    <a:pt x="628496" y="46228"/>
                    <a:pt x="626803" y="47339"/>
                  </a:cubicBezTo>
                  <a:cubicBezTo>
                    <a:pt x="625111" y="48450"/>
                    <a:pt x="623781" y="49280"/>
                    <a:pt x="622830" y="49827"/>
                  </a:cubicBezTo>
                  <a:lnTo>
                    <a:pt x="620468" y="51091"/>
                  </a:lnTo>
                  <a:lnTo>
                    <a:pt x="635379" y="72556"/>
                  </a:lnTo>
                  <a:cubicBezTo>
                    <a:pt x="638530" y="68692"/>
                    <a:pt x="640327" y="64255"/>
                    <a:pt x="640763" y="59240"/>
                  </a:cubicBezTo>
                  <a:lnTo>
                    <a:pt x="646469" y="67436"/>
                  </a:lnTo>
                  <a:cubicBezTo>
                    <a:pt x="644841" y="71896"/>
                    <a:pt x="642471" y="75744"/>
                    <a:pt x="639368" y="78965"/>
                  </a:cubicBezTo>
                  <a:lnTo>
                    <a:pt x="645429" y="87612"/>
                  </a:lnTo>
                  <a:lnTo>
                    <a:pt x="636273" y="87595"/>
                  </a:lnTo>
                  <a:lnTo>
                    <a:pt x="633348" y="83497"/>
                  </a:lnTo>
                  <a:cubicBezTo>
                    <a:pt x="631196" y="85180"/>
                    <a:pt x="628907" y="86428"/>
                    <a:pt x="626473" y="87241"/>
                  </a:cubicBezTo>
                  <a:cubicBezTo>
                    <a:pt x="624039" y="88054"/>
                    <a:pt x="621556" y="88465"/>
                    <a:pt x="619034" y="88457"/>
                  </a:cubicBezTo>
                  <a:lnTo>
                    <a:pt x="619034" y="88465"/>
                  </a:lnTo>
                  <a:cubicBezTo>
                    <a:pt x="614931" y="88465"/>
                    <a:pt x="611288" y="87571"/>
                    <a:pt x="608097" y="85800"/>
                  </a:cubicBezTo>
                  <a:cubicBezTo>
                    <a:pt x="604905" y="84037"/>
                    <a:pt x="602390" y="81573"/>
                    <a:pt x="600561" y="78417"/>
                  </a:cubicBezTo>
                  <a:cubicBezTo>
                    <a:pt x="598731" y="75261"/>
                    <a:pt x="597820" y="71654"/>
                    <a:pt x="597829" y="67581"/>
                  </a:cubicBezTo>
                  <a:cubicBezTo>
                    <a:pt x="597829" y="64111"/>
                    <a:pt x="598498" y="61172"/>
                    <a:pt x="599811" y="58765"/>
                  </a:cubicBezTo>
                  <a:cubicBezTo>
                    <a:pt x="601125" y="56357"/>
                    <a:pt x="602705" y="54368"/>
                    <a:pt x="604542" y="52782"/>
                  </a:cubicBezTo>
                  <a:cubicBezTo>
                    <a:pt x="606380" y="51196"/>
                    <a:pt x="608064" y="49956"/>
                    <a:pt x="609596" y="49070"/>
                  </a:cubicBezTo>
                  <a:lnTo>
                    <a:pt x="608169" y="47130"/>
                  </a:lnTo>
                  <a:cubicBezTo>
                    <a:pt x="606976" y="45487"/>
                    <a:pt x="605896" y="43716"/>
                    <a:pt x="604921" y="41800"/>
                  </a:cubicBezTo>
                  <a:cubicBezTo>
                    <a:pt x="603946" y="39892"/>
                    <a:pt x="603462" y="37638"/>
                    <a:pt x="603470" y="35061"/>
                  </a:cubicBezTo>
                  <a:cubicBezTo>
                    <a:pt x="603470" y="32131"/>
                    <a:pt x="604147" y="29514"/>
                    <a:pt x="605485" y="27212"/>
                  </a:cubicBezTo>
                  <a:cubicBezTo>
                    <a:pt x="606823" y="24909"/>
                    <a:pt x="608629" y="23073"/>
                    <a:pt x="610893" y="21713"/>
                  </a:cubicBezTo>
                  <a:cubicBezTo>
                    <a:pt x="613158" y="20352"/>
                    <a:pt x="615673" y="19676"/>
                    <a:pt x="618445" y="19676"/>
                  </a:cubicBezTo>
                  <a:close/>
                  <a:moveTo>
                    <a:pt x="97377" y="14306"/>
                  </a:moveTo>
                  <a:lnTo>
                    <a:pt x="106243" y="14322"/>
                  </a:lnTo>
                  <a:lnTo>
                    <a:pt x="106211" y="32413"/>
                  </a:lnTo>
                  <a:lnTo>
                    <a:pt x="119164" y="32437"/>
                  </a:lnTo>
                  <a:lnTo>
                    <a:pt x="119148" y="40576"/>
                  </a:lnTo>
                  <a:lnTo>
                    <a:pt x="106461" y="40552"/>
                  </a:lnTo>
                  <a:lnTo>
                    <a:pt x="106380" y="86678"/>
                  </a:lnTo>
                  <a:lnTo>
                    <a:pt x="96990" y="86662"/>
                  </a:lnTo>
                  <a:lnTo>
                    <a:pt x="96982" y="86662"/>
                  </a:lnTo>
                  <a:lnTo>
                    <a:pt x="97063" y="40536"/>
                  </a:lnTo>
                  <a:lnTo>
                    <a:pt x="85247" y="40512"/>
                  </a:lnTo>
                  <a:lnTo>
                    <a:pt x="85264" y="32372"/>
                  </a:lnTo>
                  <a:lnTo>
                    <a:pt x="97345" y="32397"/>
                  </a:lnTo>
                  <a:close/>
                  <a:moveTo>
                    <a:pt x="246063" y="9870"/>
                  </a:moveTo>
                  <a:cubicBezTo>
                    <a:pt x="247860" y="9870"/>
                    <a:pt x="249351" y="10498"/>
                    <a:pt x="250536" y="11730"/>
                  </a:cubicBezTo>
                  <a:cubicBezTo>
                    <a:pt x="251721" y="12970"/>
                    <a:pt x="252317" y="14523"/>
                    <a:pt x="252309" y="16391"/>
                  </a:cubicBezTo>
                  <a:cubicBezTo>
                    <a:pt x="252309" y="18203"/>
                    <a:pt x="251705" y="19732"/>
                    <a:pt x="250520" y="20996"/>
                  </a:cubicBezTo>
                  <a:cubicBezTo>
                    <a:pt x="249327" y="22260"/>
                    <a:pt x="247836" y="22888"/>
                    <a:pt x="246039" y="22888"/>
                  </a:cubicBezTo>
                  <a:cubicBezTo>
                    <a:pt x="244298" y="22888"/>
                    <a:pt x="242823" y="22252"/>
                    <a:pt x="241614" y="20980"/>
                  </a:cubicBezTo>
                  <a:cubicBezTo>
                    <a:pt x="240397" y="19716"/>
                    <a:pt x="239792" y="18171"/>
                    <a:pt x="239801" y="16367"/>
                  </a:cubicBezTo>
                  <a:cubicBezTo>
                    <a:pt x="239801" y="14499"/>
                    <a:pt x="240413" y="12945"/>
                    <a:pt x="241630" y="11714"/>
                  </a:cubicBezTo>
                  <a:cubicBezTo>
                    <a:pt x="242847" y="10482"/>
                    <a:pt x="244330" y="9862"/>
                    <a:pt x="246063" y="9870"/>
                  </a:cubicBezTo>
                  <a:close/>
                  <a:moveTo>
                    <a:pt x="8825" y="9460"/>
                  </a:moveTo>
                  <a:cubicBezTo>
                    <a:pt x="10622" y="9460"/>
                    <a:pt x="12113" y="10088"/>
                    <a:pt x="13298" y="11320"/>
                  </a:cubicBezTo>
                  <a:cubicBezTo>
                    <a:pt x="14483" y="12560"/>
                    <a:pt x="15071" y="14113"/>
                    <a:pt x="15071" y="15981"/>
                  </a:cubicBezTo>
                  <a:cubicBezTo>
                    <a:pt x="15071" y="17793"/>
                    <a:pt x="14467" y="19322"/>
                    <a:pt x="13282" y="20586"/>
                  </a:cubicBezTo>
                  <a:cubicBezTo>
                    <a:pt x="12089" y="21850"/>
                    <a:pt x="10598" y="22478"/>
                    <a:pt x="8801" y="22478"/>
                  </a:cubicBezTo>
                  <a:cubicBezTo>
                    <a:pt x="7060" y="22478"/>
                    <a:pt x="5585" y="21842"/>
                    <a:pt x="4376" y="20570"/>
                  </a:cubicBezTo>
                  <a:cubicBezTo>
                    <a:pt x="3167" y="19298"/>
                    <a:pt x="2555" y="17761"/>
                    <a:pt x="2563" y="15957"/>
                  </a:cubicBezTo>
                  <a:cubicBezTo>
                    <a:pt x="2563" y="14089"/>
                    <a:pt x="3175" y="12535"/>
                    <a:pt x="4392" y="11304"/>
                  </a:cubicBezTo>
                  <a:cubicBezTo>
                    <a:pt x="5609" y="10072"/>
                    <a:pt x="7092" y="9452"/>
                    <a:pt x="8825" y="9460"/>
                  </a:cubicBezTo>
                  <a:close/>
                  <a:moveTo>
                    <a:pt x="215315" y="48"/>
                  </a:moveTo>
                  <a:lnTo>
                    <a:pt x="224697" y="64"/>
                  </a:lnTo>
                  <a:lnTo>
                    <a:pt x="224544" y="86886"/>
                  </a:lnTo>
                  <a:lnTo>
                    <a:pt x="215161" y="86870"/>
                  </a:lnTo>
                  <a:close/>
                  <a:moveTo>
                    <a:pt x="189250" y="0"/>
                  </a:moveTo>
                  <a:lnTo>
                    <a:pt x="198632" y="16"/>
                  </a:lnTo>
                  <a:lnTo>
                    <a:pt x="198479" y="86838"/>
                  </a:lnTo>
                  <a:lnTo>
                    <a:pt x="189096" y="86822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0116536-E5EB-402E-AC4A-9B1CE00F5B4E}"/>
                </a:ext>
              </a:extLst>
            </p:cNvPr>
            <p:cNvSpPr/>
            <p:nvPr/>
          </p:nvSpPr>
          <p:spPr>
            <a:xfrm>
              <a:off x="3881689" y="514662"/>
              <a:ext cx="667213" cy="323589"/>
            </a:xfrm>
            <a:custGeom>
              <a:avLst/>
              <a:gdLst>
                <a:gd name="connsiteX0" fmla="*/ 633185 w 667213"/>
                <a:gd name="connsiteY0" fmla="*/ 107804 h 323589"/>
                <a:gd name="connsiteX1" fmla="*/ 667213 w 667213"/>
                <a:gd name="connsiteY1" fmla="*/ 143253 h 323589"/>
                <a:gd name="connsiteX2" fmla="*/ 667213 w 667213"/>
                <a:gd name="connsiteY2" fmla="*/ 288139 h 323589"/>
                <a:gd name="connsiteX3" fmla="*/ 633185 w 667213"/>
                <a:gd name="connsiteY3" fmla="*/ 323588 h 323589"/>
                <a:gd name="connsiteX4" fmla="*/ 599164 w 667213"/>
                <a:gd name="connsiteY4" fmla="*/ 288139 h 323589"/>
                <a:gd name="connsiteX5" fmla="*/ 599164 w 667213"/>
                <a:gd name="connsiteY5" fmla="*/ 143253 h 323589"/>
                <a:gd name="connsiteX6" fmla="*/ 633185 w 667213"/>
                <a:gd name="connsiteY6" fmla="*/ 107804 h 323589"/>
                <a:gd name="connsiteX7" fmla="*/ 285440 w 667213"/>
                <a:gd name="connsiteY7" fmla="*/ 107804 h 323589"/>
                <a:gd name="connsiteX8" fmla="*/ 319469 w 667213"/>
                <a:gd name="connsiteY8" fmla="*/ 143253 h 323589"/>
                <a:gd name="connsiteX9" fmla="*/ 319469 w 667213"/>
                <a:gd name="connsiteY9" fmla="*/ 288139 h 323589"/>
                <a:gd name="connsiteX10" fmla="*/ 285440 w 667213"/>
                <a:gd name="connsiteY10" fmla="*/ 323588 h 323589"/>
                <a:gd name="connsiteX11" fmla="*/ 251420 w 667213"/>
                <a:gd name="connsiteY11" fmla="*/ 288139 h 323589"/>
                <a:gd name="connsiteX12" fmla="*/ 251420 w 667213"/>
                <a:gd name="connsiteY12" fmla="*/ 143253 h 323589"/>
                <a:gd name="connsiteX13" fmla="*/ 285440 w 667213"/>
                <a:gd name="connsiteY13" fmla="*/ 107804 h 323589"/>
                <a:gd name="connsiteX14" fmla="*/ 422383 w 667213"/>
                <a:gd name="connsiteY14" fmla="*/ 86798 h 323589"/>
                <a:gd name="connsiteX15" fmla="*/ 411252 w 667213"/>
                <a:gd name="connsiteY15" fmla="*/ 97917 h 323589"/>
                <a:gd name="connsiteX16" fmla="*/ 411252 w 667213"/>
                <a:gd name="connsiteY16" fmla="*/ 245212 h 323589"/>
                <a:gd name="connsiteX17" fmla="*/ 422383 w 667213"/>
                <a:gd name="connsiteY17" fmla="*/ 256330 h 323589"/>
                <a:gd name="connsiteX18" fmla="*/ 438760 w 667213"/>
                <a:gd name="connsiteY18" fmla="*/ 256330 h 323589"/>
                <a:gd name="connsiteX19" fmla="*/ 490817 w 667213"/>
                <a:gd name="connsiteY19" fmla="*/ 234874 h 323589"/>
                <a:gd name="connsiteX20" fmla="*/ 511088 w 667213"/>
                <a:gd name="connsiteY20" fmla="*/ 171770 h 323589"/>
                <a:gd name="connsiteX21" fmla="*/ 490817 w 667213"/>
                <a:gd name="connsiteY21" fmla="*/ 108246 h 323589"/>
                <a:gd name="connsiteX22" fmla="*/ 438760 w 667213"/>
                <a:gd name="connsiteY22" fmla="*/ 86798 h 323589"/>
                <a:gd name="connsiteX23" fmla="*/ 377957 w 667213"/>
                <a:gd name="connsiteY23" fmla="*/ 19540 h 323589"/>
                <a:gd name="connsiteX24" fmla="*/ 435915 w 667213"/>
                <a:gd name="connsiteY24" fmla="*/ 19540 h 323589"/>
                <a:gd name="connsiteX25" fmla="*/ 539966 w 667213"/>
                <a:gd name="connsiteY25" fmla="*/ 60705 h 323589"/>
                <a:gd name="connsiteX26" fmla="*/ 579208 w 667213"/>
                <a:gd name="connsiteY26" fmla="*/ 171778 h 323589"/>
                <a:gd name="connsiteX27" fmla="*/ 539966 w 667213"/>
                <a:gd name="connsiteY27" fmla="*/ 282625 h 323589"/>
                <a:gd name="connsiteX28" fmla="*/ 435512 w 667213"/>
                <a:gd name="connsiteY28" fmla="*/ 323581 h 323589"/>
                <a:gd name="connsiteX29" fmla="*/ 435512 w 667213"/>
                <a:gd name="connsiteY29" fmla="*/ 323589 h 323589"/>
                <a:gd name="connsiteX30" fmla="*/ 377957 w 667213"/>
                <a:gd name="connsiteY30" fmla="*/ 323589 h 323589"/>
                <a:gd name="connsiteX31" fmla="*/ 342728 w 667213"/>
                <a:gd name="connsiteY31" fmla="*/ 286063 h 323589"/>
                <a:gd name="connsiteX32" fmla="*/ 342728 w 667213"/>
                <a:gd name="connsiteY32" fmla="*/ 57074 h 323589"/>
                <a:gd name="connsiteX33" fmla="*/ 377957 w 667213"/>
                <a:gd name="connsiteY33" fmla="*/ 19540 h 323589"/>
                <a:gd name="connsiteX34" fmla="*/ 633184 w 667213"/>
                <a:gd name="connsiteY34" fmla="*/ 19073 h 323589"/>
                <a:gd name="connsiteX35" fmla="*/ 667205 w 667213"/>
                <a:gd name="connsiteY35" fmla="*/ 52937 h 323589"/>
                <a:gd name="connsiteX36" fmla="*/ 633184 w 667213"/>
                <a:gd name="connsiteY36" fmla="*/ 86799 h 323589"/>
                <a:gd name="connsiteX37" fmla="*/ 599164 w 667213"/>
                <a:gd name="connsiteY37" fmla="*/ 52937 h 323589"/>
                <a:gd name="connsiteX38" fmla="*/ 633184 w 667213"/>
                <a:gd name="connsiteY38" fmla="*/ 19073 h 323589"/>
                <a:gd name="connsiteX39" fmla="*/ 285448 w 667213"/>
                <a:gd name="connsiteY39" fmla="*/ 19073 h 323589"/>
                <a:gd name="connsiteX40" fmla="*/ 319468 w 667213"/>
                <a:gd name="connsiteY40" fmla="*/ 52937 h 323589"/>
                <a:gd name="connsiteX41" fmla="*/ 285448 w 667213"/>
                <a:gd name="connsiteY41" fmla="*/ 86799 h 323589"/>
                <a:gd name="connsiteX42" fmla="*/ 251428 w 667213"/>
                <a:gd name="connsiteY42" fmla="*/ 52937 h 323589"/>
                <a:gd name="connsiteX43" fmla="*/ 285448 w 667213"/>
                <a:gd name="connsiteY43" fmla="*/ 19073 h 323589"/>
                <a:gd name="connsiteX44" fmla="*/ 114566 w 667213"/>
                <a:gd name="connsiteY44" fmla="*/ 0 h 323589"/>
                <a:gd name="connsiteX45" fmla="*/ 163868 w 667213"/>
                <a:gd name="connsiteY45" fmla="*/ 7672 h 323589"/>
                <a:gd name="connsiteX46" fmla="*/ 198283 w 667213"/>
                <a:gd name="connsiteY46" fmla="*/ 28034 h 323589"/>
                <a:gd name="connsiteX47" fmla="*/ 208349 w 667213"/>
                <a:gd name="connsiteY47" fmla="*/ 39216 h 323589"/>
                <a:gd name="connsiteX48" fmla="*/ 212589 w 667213"/>
                <a:gd name="connsiteY48" fmla="*/ 45456 h 323589"/>
                <a:gd name="connsiteX49" fmla="*/ 213370 w 667213"/>
                <a:gd name="connsiteY49" fmla="*/ 46720 h 323589"/>
                <a:gd name="connsiteX50" fmla="*/ 213330 w 667213"/>
                <a:gd name="connsiteY50" fmla="*/ 46817 h 323589"/>
                <a:gd name="connsiteX51" fmla="*/ 216433 w 667213"/>
                <a:gd name="connsiteY51" fmla="*/ 60528 h 323589"/>
                <a:gd name="connsiteX52" fmla="*/ 196195 w 667213"/>
                <a:gd name="connsiteY52" fmla="*/ 90759 h 323589"/>
                <a:gd name="connsiteX53" fmla="*/ 196195 w 667213"/>
                <a:gd name="connsiteY53" fmla="*/ 90775 h 323589"/>
                <a:gd name="connsiteX54" fmla="*/ 195978 w 667213"/>
                <a:gd name="connsiteY54" fmla="*/ 90824 h 323589"/>
                <a:gd name="connsiteX55" fmla="*/ 183654 w 667213"/>
                <a:gd name="connsiteY55" fmla="*/ 93255 h 323589"/>
                <a:gd name="connsiteX56" fmla="*/ 161796 w 667213"/>
                <a:gd name="connsiteY56" fmla="*/ 84753 h 323589"/>
                <a:gd name="connsiteX57" fmla="*/ 156872 w 667213"/>
                <a:gd name="connsiteY57" fmla="*/ 79818 h 323589"/>
                <a:gd name="connsiteX58" fmla="*/ 151375 w 667213"/>
                <a:gd name="connsiteY58" fmla="*/ 73562 h 323589"/>
                <a:gd name="connsiteX59" fmla="*/ 114123 w 667213"/>
                <a:gd name="connsiteY59" fmla="*/ 61300 h 323589"/>
                <a:gd name="connsiteX60" fmla="*/ 83440 w 667213"/>
                <a:gd name="connsiteY60" fmla="*/ 71155 h 323589"/>
                <a:gd name="connsiteX61" fmla="*/ 71600 w 667213"/>
                <a:gd name="connsiteY61" fmla="*/ 94575 h 323589"/>
                <a:gd name="connsiteX62" fmla="*/ 102292 w 667213"/>
                <a:gd name="connsiteY62" fmla="*/ 124348 h 323589"/>
                <a:gd name="connsiteX63" fmla="*/ 143928 w 667213"/>
                <a:gd name="connsiteY63" fmla="*/ 132230 h 323589"/>
                <a:gd name="connsiteX64" fmla="*/ 210348 w 667213"/>
                <a:gd name="connsiteY64" fmla="*/ 165739 h 323589"/>
                <a:gd name="connsiteX65" fmla="*/ 210348 w 667213"/>
                <a:gd name="connsiteY65" fmla="*/ 165723 h 323589"/>
                <a:gd name="connsiteX66" fmla="*/ 233794 w 667213"/>
                <a:gd name="connsiteY66" fmla="*/ 225493 h 323589"/>
                <a:gd name="connsiteX67" fmla="*/ 202675 w 667213"/>
                <a:gd name="connsiteY67" fmla="*/ 294016 h 323589"/>
                <a:gd name="connsiteX68" fmla="*/ 118951 w 667213"/>
                <a:gd name="connsiteY68" fmla="*/ 323579 h 323589"/>
                <a:gd name="connsiteX69" fmla="*/ 27997 w 667213"/>
                <a:gd name="connsiteY69" fmla="*/ 293138 h 323589"/>
                <a:gd name="connsiteX70" fmla="*/ 4044 w 667213"/>
                <a:gd name="connsiteY70" fmla="*/ 262899 h 323589"/>
                <a:gd name="connsiteX71" fmla="*/ 24491 w 667213"/>
                <a:gd name="connsiteY71" fmla="*/ 216299 h 323589"/>
                <a:gd name="connsiteX72" fmla="*/ 62984 w 667213"/>
                <a:gd name="connsiteY72" fmla="*/ 233786 h 323589"/>
                <a:gd name="connsiteX73" fmla="*/ 73575 w 667213"/>
                <a:gd name="connsiteY73" fmla="*/ 247167 h 323589"/>
                <a:gd name="connsiteX74" fmla="*/ 119821 w 667213"/>
                <a:gd name="connsiteY74" fmla="*/ 262279 h 323589"/>
                <a:gd name="connsiteX75" fmla="*/ 151818 w 667213"/>
                <a:gd name="connsiteY75" fmla="*/ 253294 h 323589"/>
                <a:gd name="connsiteX76" fmla="*/ 163658 w 667213"/>
                <a:gd name="connsiteY76" fmla="*/ 229865 h 323589"/>
                <a:gd name="connsiteX77" fmla="*/ 154889 w 667213"/>
                <a:gd name="connsiteY77" fmla="*/ 209947 h 323589"/>
                <a:gd name="connsiteX78" fmla="*/ 130347 w 667213"/>
                <a:gd name="connsiteY78" fmla="*/ 198780 h 323589"/>
                <a:gd name="connsiteX79" fmla="*/ 87824 w 667213"/>
                <a:gd name="connsiteY79" fmla="*/ 190906 h 323589"/>
                <a:gd name="connsiteX80" fmla="*/ 25797 w 667213"/>
                <a:gd name="connsiteY80" fmla="*/ 158944 h 323589"/>
                <a:gd name="connsiteX81" fmla="*/ 3222 w 667213"/>
                <a:gd name="connsiteY81" fmla="*/ 99833 h 323589"/>
                <a:gd name="connsiteX82" fmla="*/ 36105 w 667213"/>
                <a:gd name="connsiteY82" fmla="*/ 28452 h 323589"/>
                <a:gd name="connsiteX83" fmla="*/ 114566 w 667213"/>
                <a:gd name="connsiteY83" fmla="*/ 0 h 323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67213" h="323589">
                  <a:moveTo>
                    <a:pt x="633185" y="107804"/>
                  </a:moveTo>
                  <a:cubicBezTo>
                    <a:pt x="651972" y="107804"/>
                    <a:pt x="667213" y="123672"/>
                    <a:pt x="667213" y="143253"/>
                  </a:cubicBezTo>
                  <a:lnTo>
                    <a:pt x="667213" y="288139"/>
                  </a:lnTo>
                  <a:cubicBezTo>
                    <a:pt x="667213" y="307711"/>
                    <a:pt x="651980" y="323588"/>
                    <a:pt x="633185" y="323588"/>
                  </a:cubicBezTo>
                  <a:cubicBezTo>
                    <a:pt x="614397" y="323588"/>
                    <a:pt x="599164" y="307719"/>
                    <a:pt x="599164" y="288139"/>
                  </a:cubicBezTo>
                  <a:lnTo>
                    <a:pt x="599164" y="143253"/>
                  </a:lnTo>
                  <a:cubicBezTo>
                    <a:pt x="599164" y="123672"/>
                    <a:pt x="614397" y="107804"/>
                    <a:pt x="633185" y="107804"/>
                  </a:cubicBezTo>
                  <a:close/>
                  <a:moveTo>
                    <a:pt x="285440" y="107804"/>
                  </a:moveTo>
                  <a:cubicBezTo>
                    <a:pt x="304228" y="107804"/>
                    <a:pt x="319469" y="123672"/>
                    <a:pt x="319469" y="143253"/>
                  </a:cubicBezTo>
                  <a:lnTo>
                    <a:pt x="319469" y="288139"/>
                  </a:lnTo>
                  <a:cubicBezTo>
                    <a:pt x="319469" y="307711"/>
                    <a:pt x="304236" y="323588"/>
                    <a:pt x="285440" y="323588"/>
                  </a:cubicBezTo>
                  <a:cubicBezTo>
                    <a:pt x="266653" y="323588"/>
                    <a:pt x="251420" y="307719"/>
                    <a:pt x="251420" y="288139"/>
                  </a:cubicBezTo>
                  <a:lnTo>
                    <a:pt x="251420" y="143253"/>
                  </a:lnTo>
                  <a:cubicBezTo>
                    <a:pt x="251420" y="123672"/>
                    <a:pt x="266653" y="107804"/>
                    <a:pt x="285440" y="107804"/>
                  </a:cubicBezTo>
                  <a:close/>
                  <a:moveTo>
                    <a:pt x="422383" y="86798"/>
                  </a:moveTo>
                  <a:cubicBezTo>
                    <a:pt x="416233" y="86798"/>
                    <a:pt x="411252" y="91774"/>
                    <a:pt x="411252" y="97917"/>
                  </a:cubicBezTo>
                  <a:lnTo>
                    <a:pt x="411252" y="245212"/>
                  </a:lnTo>
                  <a:cubicBezTo>
                    <a:pt x="411252" y="251355"/>
                    <a:pt x="416233" y="256330"/>
                    <a:pt x="422383" y="256330"/>
                  </a:cubicBezTo>
                  <a:lnTo>
                    <a:pt x="438760" y="256330"/>
                  </a:lnTo>
                  <a:cubicBezTo>
                    <a:pt x="459949" y="256330"/>
                    <a:pt x="477301" y="249181"/>
                    <a:pt x="490817" y="234874"/>
                  </a:cubicBezTo>
                  <a:cubicBezTo>
                    <a:pt x="504334" y="220583"/>
                    <a:pt x="511088" y="199546"/>
                    <a:pt x="511088" y="171770"/>
                  </a:cubicBezTo>
                  <a:cubicBezTo>
                    <a:pt x="511088" y="143993"/>
                    <a:pt x="504334" y="122545"/>
                    <a:pt x="490817" y="108246"/>
                  </a:cubicBezTo>
                  <a:cubicBezTo>
                    <a:pt x="477301" y="93956"/>
                    <a:pt x="459949" y="86798"/>
                    <a:pt x="438760" y="86798"/>
                  </a:cubicBezTo>
                  <a:close/>
                  <a:moveTo>
                    <a:pt x="377957" y="19540"/>
                  </a:moveTo>
                  <a:lnTo>
                    <a:pt x="435915" y="19540"/>
                  </a:lnTo>
                  <a:cubicBezTo>
                    <a:pt x="479123" y="19540"/>
                    <a:pt x="513804" y="33259"/>
                    <a:pt x="539966" y="60705"/>
                  </a:cubicBezTo>
                  <a:cubicBezTo>
                    <a:pt x="566135" y="88143"/>
                    <a:pt x="579208" y="125178"/>
                    <a:pt x="579208" y="171778"/>
                  </a:cubicBezTo>
                  <a:cubicBezTo>
                    <a:pt x="579208" y="218377"/>
                    <a:pt x="566135" y="255332"/>
                    <a:pt x="539966" y="282625"/>
                  </a:cubicBezTo>
                  <a:cubicBezTo>
                    <a:pt x="513804" y="309934"/>
                    <a:pt x="478986" y="323581"/>
                    <a:pt x="435512" y="323581"/>
                  </a:cubicBezTo>
                  <a:lnTo>
                    <a:pt x="435512" y="323589"/>
                  </a:lnTo>
                  <a:lnTo>
                    <a:pt x="377957" y="323589"/>
                  </a:lnTo>
                  <a:cubicBezTo>
                    <a:pt x="358509" y="323589"/>
                    <a:pt x="342728" y="306786"/>
                    <a:pt x="342728" y="286063"/>
                  </a:cubicBezTo>
                  <a:lnTo>
                    <a:pt x="342728" y="57074"/>
                  </a:lnTo>
                  <a:cubicBezTo>
                    <a:pt x="342728" y="36342"/>
                    <a:pt x="358501" y="19540"/>
                    <a:pt x="377957" y="19540"/>
                  </a:cubicBezTo>
                  <a:close/>
                  <a:moveTo>
                    <a:pt x="633184" y="19073"/>
                  </a:moveTo>
                  <a:cubicBezTo>
                    <a:pt x="651973" y="19073"/>
                    <a:pt x="667205" y="34234"/>
                    <a:pt x="667205" y="52937"/>
                  </a:cubicBezTo>
                  <a:cubicBezTo>
                    <a:pt x="667205" y="71638"/>
                    <a:pt x="651973" y="86799"/>
                    <a:pt x="633184" y="86799"/>
                  </a:cubicBezTo>
                  <a:cubicBezTo>
                    <a:pt x="614396" y="86799"/>
                    <a:pt x="599164" y="71638"/>
                    <a:pt x="599164" y="52937"/>
                  </a:cubicBezTo>
                  <a:cubicBezTo>
                    <a:pt x="599164" y="34234"/>
                    <a:pt x="614396" y="19073"/>
                    <a:pt x="633184" y="19073"/>
                  </a:cubicBezTo>
                  <a:close/>
                  <a:moveTo>
                    <a:pt x="285448" y="19073"/>
                  </a:moveTo>
                  <a:cubicBezTo>
                    <a:pt x="304237" y="19073"/>
                    <a:pt x="319468" y="34234"/>
                    <a:pt x="319468" y="52937"/>
                  </a:cubicBezTo>
                  <a:cubicBezTo>
                    <a:pt x="319468" y="71638"/>
                    <a:pt x="304237" y="86799"/>
                    <a:pt x="285448" y="86799"/>
                  </a:cubicBezTo>
                  <a:cubicBezTo>
                    <a:pt x="266660" y="86799"/>
                    <a:pt x="251428" y="71638"/>
                    <a:pt x="251428" y="52937"/>
                  </a:cubicBezTo>
                  <a:cubicBezTo>
                    <a:pt x="251428" y="34234"/>
                    <a:pt x="266660" y="19073"/>
                    <a:pt x="285448" y="19073"/>
                  </a:cubicBezTo>
                  <a:close/>
                  <a:moveTo>
                    <a:pt x="114566" y="0"/>
                  </a:moveTo>
                  <a:cubicBezTo>
                    <a:pt x="132975" y="0"/>
                    <a:pt x="149409" y="2552"/>
                    <a:pt x="163868" y="7672"/>
                  </a:cubicBezTo>
                  <a:cubicBezTo>
                    <a:pt x="178335" y="12785"/>
                    <a:pt x="189804" y="19580"/>
                    <a:pt x="198283" y="28034"/>
                  </a:cubicBezTo>
                  <a:cubicBezTo>
                    <a:pt x="202893" y="32647"/>
                    <a:pt x="205947" y="36109"/>
                    <a:pt x="208349" y="39216"/>
                  </a:cubicBezTo>
                  <a:cubicBezTo>
                    <a:pt x="210001" y="41125"/>
                    <a:pt x="211404" y="43210"/>
                    <a:pt x="212589" y="45456"/>
                  </a:cubicBezTo>
                  <a:cubicBezTo>
                    <a:pt x="212838" y="45875"/>
                    <a:pt x="213121" y="46293"/>
                    <a:pt x="213370" y="46720"/>
                  </a:cubicBezTo>
                  <a:lnTo>
                    <a:pt x="213330" y="46817"/>
                  </a:lnTo>
                  <a:cubicBezTo>
                    <a:pt x="215272" y="50995"/>
                    <a:pt x="216433" y="55616"/>
                    <a:pt x="216433" y="60528"/>
                  </a:cubicBezTo>
                  <a:cubicBezTo>
                    <a:pt x="216433" y="74166"/>
                    <a:pt x="208067" y="85840"/>
                    <a:pt x="196195" y="90759"/>
                  </a:cubicBezTo>
                  <a:lnTo>
                    <a:pt x="196195" y="90775"/>
                  </a:lnTo>
                  <a:cubicBezTo>
                    <a:pt x="196115" y="90800"/>
                    <a:pt x="196050" y="90808"/>
                    <a:pt x="195978" y="90824"/>
                  </a:cubicBezTo>
                  <a:cubicBezTo>
                    <a:pt x="192165" y="92378"/>
                    <a:pt x="188015" y="93255"/>
                    <a:pt x="183654" y="93255"/>
                  </a:cubicBezTo>
                  <a:cubicBezTo>
                    <a:pt x="175216" y="93255"/>
                    <a:pt x="167607" y="89986"/>
                    <a:pt x="161796" y="84753"/>
                  </a:cubicBezTo>
                  <a:cubicBezTo>
                    <a:pt x="160007" y="83304"/>
                    <a:pt x="158315" y="81718"/>
                    <a:pt x="156872" y="79818"/>
                  </a:cubicBezTo>
                  <a:cubicBezTo>
                    <a:pt x="155252" y="77684"/>
                    <a:pt x="153414" y="75599"/>
                    <a:pt x="151375" y="73562"/>
                  </a:cubicBezTo>
                  <a:cubicBezTo>
                    <a:pt x="143195" y="65390"/>
                    <a:pt x="130783" y="61300"/>
                    <a:pt x="114123" y="61300"/>
                  </a:cubicBezTo>
                  <a:cubicBezTo>
                    <a:pt x="101558" y="61300"/>
                    <a:pt x="91322" y="64585"/>
                    <a:pt x="83440" y="71155"/>
                  </a:cubicBezTo>
                  <a:cubicBezTo>
                    <a:pt x="75549" y="77709"/>
                    <a:pt x="71600" y="85534"/>
                    <a:pt x="71600" y="94575"/>
                  </a:cubicBezTo>
                  <a:cubicBezTo>
                    <a:pt x="71600" y="110629"/>
                    <a:pt x="81828" y="120556"/>
                    <a:pt x="102292" y="124348"/>
                  </a:cubicBezTo>
                  <a:lnTo>
                    <a:pt x="143928" y="132230"/>
                  </a:lnTo>
                  <a:cubicBezTo>
                    <a:pt x="172572" y="137488"/>
                    <a:pt x="194704" y="148654"/>
                    <a:pt x="210348" y="165739"/>
                  </a:cubicBezTo>
                  <a:lnTo>
                    <a:pt x="210348" y="165723"/>
                  </a:lnTo>
                  <a:cubicBezTo>
                    <a:pt x="225976" y="182799"/>
                    <a:pt x="233794" y="202717"/>
                    <a:pt x="233794" y="225493"/>
                  </a:cubicBezTo>
                  <a:cubicBezTo>
                    <a:pt x="233794" y="251466"/>
                    <a:pt x="223421" y="274307"/>
                    <a:pt x="202675" y="294016"/>
                  </a:cubicBezTo>
                  <a:cubicBezTo>
                    <a:pt x="181921" y="313725"/>
                    <a:pt x="154019" y="323579"/>
                    <a:pt x="118951" y="323579"/>
                  </a:cubicBezTo>
                  <a:cubicBezTo>
                    <a:pt x="79789" y="323579"/>
                    <a:pt x="49476" y="313427"/>
                    <a:pt x="27997" y="293138"/>
                  </a:cubicBezTo>
                  <a:cubicBezTo>
                    <a:pt x="17947" y="283654"/>
                    <a:pt x="9968" y="273566"/>
                    <a:pt x="4044" y="262899"/>
                  </a:cubicBezTo>
                  <a:cubicBezTo>
                    <a:pt x="-6216" y="244422"/>
                    <a:pt x="3931" y="221259"/>
                    <a:pt x="24491" y="216299"/>
                  </a:cubicBezTo>
                  <a:cubicBezTo>
                    <a:pt x="39821" y="212596"/>
                    <a:pt x="55175" y="220091"/>
                    <a:pt x="62984" y="233786"/>
                  </a:cubicBezTo>
                  <a:cubicBezTo>
                    <a:pt x="65781" y="238673"/>
                    <a:pt x="69311" y="243133"/>
                    <a:pt x="73575" y="247167"/>
                  </a:cubicBezTo>
                  <a:cubicBezTo>
                    <a:pt x="84238" y="257239"/>
                    <a:pt x="99664" y="262279"/>
                    <a:pt x="119821" y="262279"/>
                  </a:cubicBezTo>
                  <a:cubicBezTo>
                    <a:pt x="133265" y="262279"/>
                    <a:pt x="143928" y="259276"/>
                    <a:pt x="151818" y="253294"/>
                  </a:cubicBezTo>
                  <a:cubicBezTo>
                    <a:pt x="159717" y="247312"/>
                    <a:pt x="163658" y="239494"/>
                    <a:pt x="163658" y="229865"/>
                  </a:cubicBezTo>
                  <a:cubicBezTo>
                    <a:pt x="163658" y="221983"/>
                    <a:pt x="160741" y="215349"/>
                    <a:pt x="154889" y="209947"/>
                  </a:cubicBezTo>
                  <a:cubicBezTo>
                    <a:pt x="149038" y="204561"/>
                    <a:pt x="140865" y="200825"/>
                    <a:pt x="130347" y="198780"/>
                  </a:cubicBezTo>
                  <a:lnTo>
                    <a:pt x="87824" y="190906"/>
                  </a:lnTo>
                  <a:cubicBezTo>
                    <a:pt x="61526" y="185947"/>
                    <a:pt x="40844" y="175295"/>
                    <a:pt x="25797" y="158944"/>
                  </a:cubicBezTo>
                  <a:cubicBezTo>
                    <a:pt x="10749" y="142600"/>
                    <a:pt x="3222" y="122899"/>
                    <a:pt x="3222" y="99833"/>
                  </a:cubicBezTo>
                  <a:cubicBezTo>
                    <a:pt x="3222" y="71211"/>
                    <a:pt x="14183" y="47429"/>
                    <a:pt x="36105" y="28452"/>
                  </a:cubicBezTo>
                  <a:cubicBezTo>
                    <a:pt x="58020" y="9484"/>
                    <a:pt x="84173" y="0"/>
                    <a:pt x="114566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4" name="Google Shape;86;p17">
            <a:extLst>
              <a:ext uri="{FF2B5EF4-FFF2-40B4-BE49-F238E27FC236}">
                <a16:creationId xmlns:a16="http://schemas.microsoft.com/office/drawing/2014/main" id="{C9F97342-5D39-40A3-8C3B-5F9C09DE43B2}"/>
              </a:ext>
            </a:extLst>
          </p:cNvPr>
          <p:cNvSpPr txBox="1"/>
          <p:nvPr userDrawn="1"/>
        </p:nvSpPr>
        <p:spPr>
          <a:xfrm>
            <a:off x="473028" y="4465776"/>
            <a:ext cx="1842148" cy="22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Campinas  </a:t>
            </a:r>
            <a:r>
              <a:rPr lang="pt-BR" sz="100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  Manaus  </a:t>
            </a:r>
            <a:r>
              <a:rPr lang="pt-BR" sz="100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  Recife</a:t>
            </a:r>
          </a:p>
        </p:txBody>
      </p:sp>
      <p:sp>
        <p:nvSpPr>
          <p:cNvPr id="15" name="Google Shape;86;p17">
            <a:extLst>
              <a:ext uri="{FF2B5EF4-FFF2-40B4-BE49-F238E27FC236}">
                <a16:creationId xmlns:a16="http://schemas.microsoft.com/office/drawing/2014/main" id="{26A1DED8-C6B5-4062-BAFC-34D87A338AD7}"/>
              </a:ext>
            </a:extLst>
          </p:cNvPr>
          <p:cNvSpPr txBox="1"/>
          <p:nvPr userDrawn="1"/>
        </p:nvSpPr>
        <p:spPr>
          <a:xfrm>
            <a:off x="473028" y="4694038"/>
            <a:ext cx="1842148" cy="22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pt-B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www.sidi.org.br </a:t>
            </a:r>
            <a:r>
              <a:rPr lang="pt-BR" sz="1000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@segueosidi</a:t>
            </a:r>
          </a:p>
        </p:txBody>
      </p:sp>
    </p:spTree>
    <p:extLst>
      <p:ext uri="{BB962C8B-B14F-4D97-AF65-F5344CB8AC3E}">
        <p14:creationId xmlns:p14="http://schemas.microsoft.com/office/powerpoint/2010/main" val="3750822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120DAB5-5CEC-9701-5C28-8031ADD3A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59999"/>
            <a:ext cx="8208000" cy="720000"/>
          </a:xfrm>
          <a:prstGeom prst="rect">
            <a:avLst/>
          </a:prstGeom>
        </p:spPr>
        <p:txBody>
          <a:bodyPr vert="horz" lIns="72000" tIns="36000" rIns="72000" bIns="36000" rtlCol="0" anchor="ctr">
            <a:no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40FE3D-E322-29AF-639E-DEA88531D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152000"/>
            <a:ext cx="8208000" cy="3528000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EF4B95-7F53-4CB0-8BA6-BA27D78BEDFE}"/>
              </a:ext>
            </a:extLst>
          </p:cNvPr>
          <p:cNvGrpSpPr/>
          <p:nvPr userDrawn="1"/>
        </p:nvGrpSpPr>
        <p:grpSpPr>
          <a:xfrm>
            <a:off x="7375949" y="4880855"/>
            <a:ext cx="1417497" cy="108000"/>
            <a:chOff x="7294503" y="4880855"/>
            <a:chExt cx="1417497" cy="1080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6" name="Forma Livre 1052">
              <a:extLst>
                <a:ext uri="{FF2B5EF4-FFF2-40B4-BE49-F238E27FC236}">
                  <a16:creationId xmlns:a16="http://schemas.microsoft.com/office/drawing/2014/main" id="{E0C4548F-EF1E-4300-9344-8E583E20F9BF}"/>
                </a:ext>
              </a:extLst>
            </p:cNvPr>
            <p:cNvSpPr/>
            <p:nvPr/>
          </p:nvSpPr>
          <p:spPr>
            <a:xfrm>
              <a:off x="7452929" y="4887537"/>
              <a:ext cx="1259071" cy="94636"/>
            </a:xfrm>
            <a:custGeom>
              <a:avLst/>
              <a:gdLst>
                <a:gd name="connsiteX0" fmla="*/ 500348 w 1259071"/>
                <a:gd name="connsiteY0" fmla="*/ 45018 h 94636"/>
                <a:gd name="connsiteX1" fmla="*/ 497615 w 1259071"/>
                <a:gd name="connsiteY1" fmla="*/ 47053 h 94636"/>
                <a:gd name="connsiteX2" fmla="*/ 495058 w 1259071"/>
                <a:gd name="connsiteY2" fmla="*/ 50413 h 94636"/>
                <a:gd name="connsiteX3" fmla="*/ 494000 w 1259071"/>
                <a:gd name="connsiteY3" fmla="*/ 55367 h 94636"/>
                <a:gd name="connsiteX4" fmla="*/ 496909 w 1259071"/>
                <a:gd name="connsiteY4" fmla="*/ 63238 h 94636"/>
                <a:gd name="connsiteX5" fmla="*/ 505173 w 1259071"/>
                <a:gd name="connsiteY5" fmla="*/ 66589 h 94636"/>
                <a:gd name="connsiteX6" fmla="*/ 505111 w 1259071"/>
                <a:gd name="connsiteY6" fmla="*/ 66599 h 94636"/>
                <a:gd name="connsiteX7" fmla="*/ 505198 w 1259071"/>
                <a:gd name="connsiteY7" fmla="*/ 66599 h 94636"/>
                <a:gd name="connsiteX8" fmla="*/ 505173 w 1259071"/>
                <a:gd name="connsiteY8" fmla="*/ 66589 h 94636"/>
                <a:gd name="connsiteX9" fmla="*/ 509432 w 1259071"/>
                <a:gd name="connsiteY9" fmla="*/ 65891 h 94636"/>
                <a:gd name="connsiteX10" fmla="*/ 513399 w 1259071"/>
                <a:gd name="connsiteY10" fmla="*/ 64034 h 94636"/>
                <a:gd name="connsiteX11" fmla="*/ 905900 w 1259071"/>
                <a:gd name="connsiteY11" fmla="*/ 36086 h 94636"/>
                <a:gd name="connsiteX12" fmla="*/ 898405 w 1259071"/>
                <a:gd name="connsiteY12" fmla="*/ 38208 h 94636"/>
                <a:gd name="connsiteX13" fmla="*/ 893025 w 1259071"/>
                <a:gd name="connsiteY13" fmla="*/ 43869 h 94636"/>
                <a:gd name="connsiteX14" fmla="*/ 890997 w 1259071"/>
                <a:gd name="connsiteY14" fmla="*/ 51740 h 94636"/>
                <a:gd name="connsiteX15" fmla="*/ 892936 w 1259071"/>
                <a:gd name="connsiteY15" fmla="*/ 59612 h 94636"/>
                <a:gd name="connsiteX16" fmla="*/ 898228 w 1259071"/>
                <a:gd name="connsiteY16" fmla="*/ 65273 h 94636"/>
                <a:gd name="connsiteX17" fmla="*/ 905724 w 1259071"/>
                <a:gd name="connsiteY17" fmla="*/ 67395 h 94636"/>
                <a:gd name="connsiteX18" fmla="*/ 913219 w 1259071"/>
                <a:gd name="connsiteY18" fmla="*/ 65273 h 94636"/>
                <a:gd name="connsiteX19" fmla="*/ 918598 w 1259071"/>
                <a:gd name="connsiteY19" fmla="*/ 59612 h 94636"/>
                <a:gd name="connsiteX20" fmla="*/ 920626 w 1259071"/>
                <a:gd name="connsiteY20" fmla="*/ 51740 h 94636"/>
                <a:gd name="connsiteX21" fmla="*/ 918686 w 1259071"/>
                <a:gd name="connsiteY21" fmla="*/ 43869 h 94636"/>
                <a:gd name="connsiteX22" fmla="*/ 913395 w 1259071"/>
                <a:gd name="connsiteY22" fmla="*/ 38208 h 94636"/>
                <a:gd name="connsiteX23" fmla="*/ 905900 w 1259071"/>
                <a:gd name="connsiteY23" fmla="*/ 36086 h 94636"/>
                <a:gd name="connsiteX24" fmla="*/ 798141 w 1259071"/>
                <a:gd name="connsiteY24" fmla="*/ 35909 h 94636"/>
                <a:gd name="connsiteX25" fmla="*/ 790733 w 1259071"/>
                <a:gd name="connsiteY25" fmla="*/ 38031 h 94636"/>
                <a:gd name="connsiteX26" fmla="*/ 785442 w 1259071"/>
                <a:gd name="connsiteY26" fmla="*/ 43692 h 94636"/>
                <a:gd name="connsiteX27" fmla="*/ 783502 w 1259071"/>
                <a:gd name="connsiteY27" fmla="*/ 51564 h 94636"/>
                <a:gd name="connsiteX28" fmla="*/ 785442 w 1259071"/>
                <a:gd name="connsiteY28" fmla="*/ 59435 h 94636"/>
                <a:gd name="connsiteX29" fmla="*/ 790733 w 1259071"/>
                <a:gd name="connsiteY29" fmla="*/ 65096 h 94636"/>
                <a:gd name="connsiteX30" fmla="*/ 798053 w 1259071"/>
                <a:gd name="connsiteY30" fmla="*/ 67218 h 94636"/>
                <a:gd name="connsiteX31" fmla="*/ 805460 w 1259071"/>
                <a:gd name="connsiteY31" fmla="*/ 65096 h 94636"/>
                <a:gd name="connsiteX32" fmla="*/ 810751 w 1259071"/>
                <a:gd name="connsiteY32" fmla="*/ 59435 h 94636"/>
                <a:gd name="connsiteX33" fmla="*/ 812690 w 1259071"/>
                <a:gd name="connsiteY33" fmla="*/ 51564 h 94636"/>
                <a:gd name="connsiteX34" fmla="*/ 810751 w 1259071"/>
                <a:gd name="connsiteY34" fmla="*/ 43692 h 94636"/>
                <a:gd name="connsiteX35" fmla="*/ 805460 w 1259071"/>
                <a:gd name="connsiteY35" fmla="*/ 38031 h 94636"/>
                <a:gd name="connsiteX36" fmla="*/ 798141 w 1259071"/>
                <a:gd name="connsiteY36" fmla="*/ 35909 h 94636"/>
                <a:gd name="connsiteX37" fmla="*/ 704580 w 1259071"/>
                <a:gd name="connsiteY37" fmla="*/ 35732 h 94636"/>
                <a:gd name="connsiteX38" fmla="*/ 697084 w 1259071"/>
                <a:gd name="connsiteY38" fmla="*/ 37854 h 94636"/>
                <a:gd name="connsiteX39" fmla="*/ 691705 w 1259071"/>
                <a:gd name="connsiteY39" fmla="*/ 43515 h 94636"/>
                <a:gd name="connsiteX40" fmla="*/ 689677 w 1259071"/>
                <a:gd name="connsiteY40" fmla="*/ 51386 h 94636"/>
                <a:gd name="connsiteX41" fmla="*/ 691616 w 1259071"/>
                <a:gd name="connsiteY41" fmla="*/ 59258 h 94636"/>
                <a:gd name="connsiteX42" fmla="*/ 696908 w 1259071"/>
                <a:gd name="connsiteY42" fmla="*/ 64919 h 94636"/>
                <a:gd name="connsiteX43" fmla="*/ 704404 w 1259071"/>
                <a:gd name="connsiteY43" fmla="*/ 67041 h 94636"/>
                <a:gd name="connsiteX44" fmla="*/ 711899 w 1259071"/>
                <a:gd name="connsiteY44" fmla="*/ 64919 h 94636"/>
                <a:gd name="connsiteX45" fmla="*/ 717278 w 1259071"/>
                <a:gd name="connsiteY45" fmla="*/ 59258 h 94636"/>
                <a:gd name="connsiteX46" fmla="*/ 719306 w 1259071"/>
                <a:gd name="connsiteY46" fmla="*/ 51386 h 94636"/>
                <a:gd name="connsiteX47" fmla="*/ 717366 w 1259071"/>
                <a:gd name="connsiteY47" fmla="*/ 43515 h 94636"/>
                <a:gd name="connsiteX48" fmla="*/ 712075 w 1259071"/>
                <a:gd name="connsiteY48" fmla="*/ 37854 h 94636"/>
                <a:gd name="connsiteX49" fmla="*/ 704580 w 1259071"/>
                <a:gd name="connsiteY49" fmla="*/ 35732 h 94636"/>
                <a:gd name="connsiteX50" fmla="*/ 1203163 w 1259071"/>
                <a:gd name="connsiteY50" fmla="*/ 35466 h 94636"/>
                <a:gd name="connsiteX51" fmla="*/ 1194080 w 1259071"/>
                <a:gd name="connsiteY51" fmla="*/ 39092 h 94636"/>
                <a:gd name="connsiteX52" fmla="*/ 1189165 w 1259071"/>
                <a:gd name="connsiteY52" fmla="*/ 47567 h 94636"/>
                <a:gd name="connsiteX53" fmla="*/ 1188965 w 1259071"/>
                <a:gd name="connsiteY53" fmla="*/ 47583 h 94636"/>
                <a:gd name="connsiteX54" fmla="*/ 1189054 w 1259071"/>
                <a:gd name="connsiteY54" fmla="*/ 47760 h 94636"/>
                <a:gd name="connsiteX55" fmla="*/ 1189165 w 1259071"/>
                <a:gd name="connsiteY55" fmla="*/ 47567 h 94636"/>
                <a:gd name="connsiteX56" fmla="*/ 1196725 w 1259071"/>
                <a:gd name="connsiteY56" fmla="*/ 46964 h 94636"/>
                <a:gd name="connsiteX57" fmla="*/ 1210923 w 1259071"/>
                <a:gd name="connsiteY57" fmla="*/ 46964 h 94636"/>
                <a:gd name="connsiteX58" fmla="*/ 1214010 w 1259071"/>
                <a:gd name="connsiteY58" fmla="*/ 47140 h 94636"/>
                <a:gd name="connsiteX59" fmla="*/ 1217096 w 1259071"/>
                <a:gd name="connsiteY59" fmla="*/ 47406 h 94636"/>
                <a:gd name="connsiteX60" fmla="*/ 1212158 w 1259071"/>
                <a:gd name="connsiteY60" fmla="*/ 38827 h 94636"/>
                <a:gd name="connsiteX61" fmla="*/ 1203163 w 1259071"/>
                <a:gd name="connsiteY61" fmla="*/ 35466 h 94636"/>
                <a:gd name="connsiteX62" fmla="*/ 1073006 w 1259071"/>
                <a:gd name="connsiteY62" fmla="*/ 35291 h 94636"/>
                <a:gd name="connsiteX63" fmla="*/ 1063923 w 1259071"/>
                <a:gd name="connsiteY63" fmla="*/ 38917 h 94636"/>
                <a:gd name="connsiteX64" fmla="*/ 1059008 w 1259071"/>
                <a:gd name="connsiteY64" fmla="*/ 47391 h 94636"/>
                <a:gd name="connsiteX65" fmla="*/ 1058808 w 1259071"/>
                <a:gd name="connsiteY65" fmla="*/ 47407 h 94636"/>
                <a:gd name="connsiteX66" fmla="*/ 1058897 w 1259071"/>
                <a:gd name="connsiteY66" fmla="*/ 47584 h 94636"/>
                <a:gd name="connsiteX67" fmla="*/ 1059008 w 1259071"/>
                <a:gd name="connsiteY67" fmla="*/ 47391 h 94636"/>
                <a:gd name="connsiteX68" fmla="*/ 1066568 w 1259071"/>
                <a:gd name="connsiteY68" fmla="*/ 46788 h 94636"/>
                <a:gd name="connsiteX69" fmla="*/ 1080766 w 1259071"/>
                <a:gd name="connsiteY69" fmla="*/ 46788 h 94636"/>
                <a:gd name="connsiteX70" fmla="*/ 1083853 w 1259071"/>
                <a:gd name="connsiteY70" fmla="*/ 46965 h 94636"/>
                <a:gd name="connsiteX71" fmla="*/ 1086939 w 1259071"/>
                <a:gd name="connsiteY71" fmla="*/ 47230 h 94636"/>
                <a:gd name="connsiteX72" fmla="*/ 1082001 w 1259071"/>
                <a:gd name="connsiteY72" fmla="*/ 38651 h 94636"/>
                <a:gd name="connsiteX73" fmla="*/ 1073006 w 1259071"/>
                <a:gd name="connsiteY73" fmla="*/ 35291 h 94636"/>
                <a:gd name="connsiteX74" fmla="*/ 436240 w 1259071"/>
                <a:gd name="connsiteY74" fmla="*/ 33610 h 94636"/>
                <a:gd name="connsiteX75" fmla="*/ 427157 w 1259071"/>
                <a:gd name="connsiteY75" fmla="*/ 37236 h 94636"/>
                <a:gd name="connsiteX76" fmla="*/ 422243 w 1259071"/>
                <a:gd name="connsiteY76" fmla="*/ 45710 h 94636"/>
                <a:gd name="connsiteX77" fmla="*/ 422042 w 1259071"/>
                <a:gd name="connsiteY77" fmla="*/ 45726 h 94636"/>
                <a:gd name="connsiteX78" fmla="*/ 422131 w 1259071"/>
                <a:gd name="connsiteY78" fmla="*/ 45904 h 94636"/>
                <a:gd name="connsiteX79" fmla="*/ 422243 w 1259071"/>
                <a:gd name="connsiteY79" fmla="*/ 45710 h 94636"/>
                <a:gd name="connsiteX80" fmla="*/ 429802 w 1259071"/>
                <a:gd name="connsiteY80" fmla="*/ 45107 h 94636"/>
                <a:gd name="connsiteX81" fmla="*/ 444000 w 1259071"/>
                <a:gd name="connsiteY81" fmla="*/ 45107 h 94636"/>
                <a:gd name="connsiteX82" fmla="*/ 447087 w 1259071"/>
                <a:gd name="connsiteY82" fmla="*/ 45284 h 94636"/>
                <a:gd name="connsiteX83" fmla="*/ 450173 w 1259071"/>
                <a:gd name="connsiteY83" fmla="*/ 45550 h 94636"/>
                <a:gd name="connsiteX84" fmla="*/ 445235 w 1259071"/>
                <a:gd name="connsiteY84" fmla="*/ 36970 h 94636"/>
                <a:gd name="connsiteX85" fmla="*/ 436240 w 1259071"/>
                <a:gd name="connsiteY85" fmla="*/ 33610 h 94636"/>
                <a:gd name="connsiteX86" fmla="*/ 236154 w 1259071"/>
                <a:gd name="connsiteY86" fmla="*/ 33520 h 94636"/>
                <a:gd name="connsiteX87" fmla="*/ 228746 w 1259071"/>
                <a:gd name="connsiteY87" fmla="*/ 35643 h 94636"/>
                <a:gd name="connsiteX88" fmla="*/ 223455 w 1259071"/>
                <a:gd name="connsiteY88" fmla="*/ 41303 h 94636"/>
                <a:gd name="connsiteX89" fmla="*/ 221515 w 1259071"/>
                <a:gd name="connsiteY89" fmla="*/ 49176 h 94636"/>
                <a:gd name="connsiteX90" fmla="*/ 223455 w 1259071"/>
                <a:gd name="connsiteY90" fmla="*/ 57047 h 94636"/>
                <a:gd name="connsiteX91" fmla="*/ 228746 w 1259071"/>
                <a:gd name="connsiteY91" fmla="*/ 62708 h 94636"/>
                <a:gd name="connsiteX92" fmla="*/ 236066 w 1259071"/>
                <a:gd name="connsiteY92" fmla="*/ 64830 h 94636"/>
                <a:gd name="connsiteX93" fmla="*/ 243473 w 1259071"/>
                <a:gd name="connsiteY93" fmla="*/ 62708 h 94636"/>
                <a:gd name="connsiteX94" fmla="*/ 248764 w 1259071"/>
                <a:gd name="connsiteY94" fmla="*/ 57047 h 94636"/>
                <a:gd name="connsiteX95" fmla="*/ 250703 w 1259071"/>
                <a:gd name="connsiteY95" fmla="*/ 49176 h 94636"/>
                <a:gd name="connsiteX96" fmla="*/ 248764 w 1259071"/>
                <a:gd name="connsiteY96" fmla="*/ 41303 h 94636"/>
                <a:gd name="connsiteX97" fmla="*/ 243473 w 1259071"/>
                <a:gd name="connsiteY97" fmla="*/ 35643 h 94636"/>
                <a:gd name="connsiteX98" fmla="*/ 236154 w 1259071"/>
                <a:gd name="connsiteY98" fmla="*/ 33520 h 94636"/>
                <a:gd name="connsiteX99" fmla="*/ 289680 w 1259071"/>
                <a:gd name="connsiteY99" fmla="*/ 33344 h 94636"/>
                <a:gd name="connsiteX100" fmla="*/ 280597 w 1259071"/>
                <a:gd name="connsiteY100" fmla="*/ 36970 h 94636"/>
                <a:gd name="connsiteX101" fmla="*/ 275682 w 1259071"/>
                <a:gd name="connsiteY101" fmla="*/ 45444 h 94636"/>
                <a:gd name="connsiteX102" fmla="*/ 275482 w 1259071"/>
                <a:gd name="connsiteY102" fmla="*/ 45460 h 94636"/>
                <a:gd name="connsiteX103" fmla="*/ 275571 w 1259071"/>
                <a:gd name="connsiteY103" fmla="*/ 45637 h 94636"/>
                <a:gd name="connsiteX104" fmla="*/ 275682 w 1259071"/>
                <a:gd name="connsiteY104" fmla="*/ 45444 h 94636"/>
                <a:gd name="connsiteX105" fmla="*/ 283242 w 1259071"/>
                <a:gd name="connsiteY105" fmla="*/ 44841 h 94636"/>
                <a:gd name="connsiteX106" fmla="*/ 297440 w 1259071"/>
                <a:gd name="connsiteY106" fmla="*/ 44841 h 94636"/>
                <a:gd name="connsiteX107" fmla="*/ 300527 w 1259071"/>
                <a:gd name="connsiteY107" fmla="*/ 45018 h 94636"/>
                <a:gd name="connsiteX108" fmla="*/ 303613 w 1259071"/>
                <a:gd name="connsiteY108" fmla="*/ 45283 h 94636"/>
                <a:gd name="connsiteX109" fmla="*/ 298675 w 1259071"/>
                <a:gd name="connsiteY109" fmla="*/ 36704 h 94636"/>
                <a:gd name="connsiteX110" fmla="*/ 289680 w 1259071"/>
                <a:gd name="connsiteY110" fmla="*/ 33344 h 94636"/>
                <a:gd name="connsiteX111" fmla="*/ 121075 w 1259071"/>
                <a:gd name="connsiteY111" fmla="*/ 33080 h 94636"/>
                <a:gd name="connsiteX112" fmla="*/ 111992 w 1259071"/>
                <a:gd name="connsiteY112" fmla="*/ 36706 h 94636"/>
                <a:gd name="connsiteX113" fmla="*/ 107077 w 1259071"/>
                <a:gd name="connsiteY113" fmla="*/ 45180 h 94636"/>
                <a:gd name="connsiteX114" fmla="*/ 106877 w 1259071"/>
                <a:gd name="connsiteY114" fmla="*/ 45196 h 94636"/>
                <a:gd name="connsiteX115" fmla="*/ 106966 w 1259071"/>
                <a:gd name="connsiteY115" fmla="*/ 45373 h 94636"/>
                <a:gd name="connsiteX116" fmla="*/ 107077 w 1259071"/>
                <a:gd name="connsiteY116" fmla="*/ 45180 h 94636"/>
                <a:gd name="connsiteX117" fmla="*/ 114637 w 1259071"/>
                <a:gd name="connsiteY117" fmla="*/ 44577 h 94636"/>
                <a:gd name="connsiteX118" fmla="*/ 128835 w 1259071"/>
                <a:gd name="connsiteY118" fmla="*/ 44577 h 94636"/>
                <a:gd name="connsiteX119" fmla="*/ 131922 w 1259071"/>
                <a:gd name="connsiteY119" fmla="*/ 44754 h 94636"/>
                <a:gd name="connsiteX120" fmla="*/ 135008 w 1259071"/>
                <a:gd name="connsiteY120" fmla="*/ 45019 h 94636"/>
                <a:gd name="connsiteX121" fmla="*/ 130070 w 1259071"/>
                <a:gd name="connsiteY121" fmla="*/ 36440 h 94636"/>
                <a:gd name="connsiteX122" fmla="*/ 121075 w 1259071"/>
                <a:gd name="connsiteY122" fmla="*/ 33080 h 94636"/>
                <a:gd name="connsiteX123" fmla="*/ 864895 w 1259071"/>
                <a:gd name="connsiteY123" fmla="*/ 29453 h 94636"/>
                <a:gd name="connsiteX124" fmla="*/ 872656 w 1259071"/>
                <a:gd name="connsiteY124" fmla="*/ 29453 h 94636"/>
                <a:gd name="connsiteX125" fmla="*/ 872656 w 1259071"/>
                <a:gd name="connsiteY125" fmla="*/ 74029 h 94636"/>
                <a:gd name="connsiteX126" fmla="*/ 864895 w 1259071"/>
                <a:gd name="connsiteY126" fmla="*/ 74029 h 94636"/>
                <a:gd name="connsiteX127" fmla="*/ 730152 w 1259071"/>
                <a:gd name="connsiteY127" fmla="*/ 29186 h 94636"/>
                <a:gd name="connsiteX128" fmla="*/ 738882 w 1259071"/>
                <a:gd name="connsiteY128" fmla="*/ 29186 h 94636"/>
                <a:gd name="connsiteX129" fmla="*/ 747524 w 1259071"/>
                <a:gd name="connsiteY129" fmla="*/ 48556 h 94636"/>
                <a:gd name="connsiteX130" fmla="*/ 749817 w 1259071"/>
                <a:gd name="connsiteY130" fmla="*/ 53686 h 94636"/>
                <a:gd name="connsiteX131" fmla="*/ 751845 w 1259071"/>
                <a:gd name="connsiteY131" fmla="*/ 59877 h 94636"/>
                <a:gd name="connsiteX132" fmla="*/ 754049 w 1259071"/>
                <a:gd name="connsiteY132" fmla="*/ 53686 h 94636"/>
                <a:gd name="connsiteX133" fmla="*/ 756342 w 1259071"/>
                <a:gd name="connsiteY133" fmla="*/ 48556 h 94636"/>
                <a:gd name="connsiteX134" fmla="*/ 765161 w 1259071"/>
                <a:gd name="connsiteY134" fmla="*/ 29274 h 94636"/>
                <a:gd name="connsiteX135" fmla="*/ 773362 w 1259071"/>
                <a:gd name="connsiteY135" fmla="*/ 29274 h 94636"/>
                <a:gd name="connsiteX136" fmla="*/ 751757 w 1259071"/>
                <a:gd name="connsiteY136" fmla="*/ 76063 h 94636"/>
                <a:gd name="connsiteX137" fmla="*/ 751669 w 1259071"/>
                <a:gd name="connsiteY137" fmla="*/ 76063 h 94636"/>
                <a:gd name="connsiteX138" fmla="*/ 561106 w 1259071"/>
                <a:gd name="connsiteY138" fmla="*/ 28922 h 94636"/>
                <a:gd name="connsiteX139" fmla="*/ 568866 w 1259071"/>
                <a:gd name="connsiteY139" fmla="*/ 28922 h 94636"/>
                <a:gd name="connsiteX140" fmla="*/ 568866 w 1259071"/>
                <a:gd name="connsiteY140" fmla="*/ 73498 h 94636"/>
                <a:gd name="connsiteX141" fmla="*/ 561106 w 1259071"/>
                <a:gd name="connsiteY141" fmla="*/ 73498 h 94636"/>
                <a:gd name="connsiteX142" fmla="*/ 1257131 w 1259071"/>
                <a:gd name="connsiteY142" fmla="*/ 28744 h 94636"/>
                <a:gd name="connsiteX143" fmla="*/ 1259071 w 1259071"/>
                <a:gd name="connsiteY143" fmla="*/ 36793 h 94636"/>
                <a:gd name="connsiteX144" fmla="*/ 1255985 w 1259071"/>
                <a:gd name="connsiteY144" fmla="*/ 36350 h 94636"/>
                <a:gd name="connsiteX145" fmla="*/ 1246373 w 1259071"/>
                <a:gd name="connsiteY145" fmla="*/ 40331 h 94636"/>
                <a:gd name="connsiteX146" fmla="*/ 1242757 w 1259071"/>
                <a:gd name="connsiteY146" fmla="*/ 51652 h 94636"/>
                <a:gd name="connsiteX147" fmla="*/ 1242757 w 1259071"/>
                <a:gd name="connsiteY147" fmla="*/ 73852 h 94636"/>
                <a:gd name="connsiteX148" fmla="*/ 1234998 w 1259071"/>
                <a:gd name="connsiteY148" fmla="*/ 73852 h 94636"/>
                <a:gd name="connsiteX149" fmla="*/ 1234821 w 1259071"/>
                <a:gd name="connsiteY149" fmla="*/ 73763 h 94636"/>
                <a:gd name="connsiteX150" fmla="*/ 1234821 w 1259071"/>
                <a:gd name="connsiteY150" fmla="*/ 29186 h 94636"/>
                <a:gd name="connsiteX151" fmla="*/ 1242052 w 1259071"/>
                <a:gd name="connsiteY151" fmla="*/ 29186 h 94636"/>
                <a:gd name="connsiteX152" fmla="*/ 1242052 w 1259071"/>
                <a:gd name="connsiteY152" fmla="*/ 37323 h 94636"/>
                <a:gd name="connsiteX153" fmla="*/ 1248137 w 1259071"/>
                <a:gd name="connsiteY153" fmla="*/ 31044 h 94636"/>
                <a:gd name="connsiteX154" fmla="*/ 1257131 w 1259071"/>
                <a:gd name="connsiteY154" fmla="*/ 28744 h 94636"/>
                <a:gd name="connsiteX155" fmla="*/ 960308 w 1259071"/>
                <a:gd name="connsiteY155" fmla="*/ 28744 h 94636"/>
                <a:gd name="connsiteX156" fmla="*/ 968774 w 1259071"/>
                <a:gd name="connsiteY156" fmla="*/ 31133 h 94636"/>
                <a:gd name="connsiteX157" fmla="*/ 975034 w 1259071"/>
                <a:gd name="connsiteY157" fmla="*/ 37943 h 94636"/>
                <a:gd name="connsiteX158" fmla="*/ 977416 w 1259071"/>
                <a:gd name="connsiteY158" fmla="*/ 48733 h 94636"/>
                <a:gd name="connsiteX159" fmla="*/ 977416 w 1259071"/>
                <a:gd name="connsiteY159" fmla="*/ 74382 h 94636"/>
                <a:gd name="connsiteX160" fmla="*/ 969656 w 1259071"/>
                <a:gd name="connsiteY160" fmla="*/ 74382 h 94636"/>
                <a:gd name="connsiteX161" fmla="*/ 969656 w 1259071"/>
                <a:gd name="connsiteY161" fmla="*/ 49883 h 94636"/>
                <a:gd name="connsiteX162" fmla="*/ 966658 w 1259071"/>
                <a:gd name="connsiteY162" fmla="*/ 40507 h 94636"/>
                <a:gd name="connsiteX163" fmla="*/ 958192 w 1259071"/>
                <a:gd name="connsiteY163" fmla="*/ 36439 h 94636"/>
                <a:gd name="connsiteX164" fmla="*/ 950167 w 1259071"/>
                <a:gd name="connsiteY164" fmla="*/ 39800 h 94636"/>
                <a:gd name="connsiteX165" fmla="*/ 946640 w 1259071"/>
                <a:gd name="connsiteY165" fmla="*/ 49529 h 94636"/>
                <a:gd name="connsiteX166" fmla="*/ 946640 w 1259071"/>
                <a:gd name="connsiteY166" fmla="*/ 74294 h 94636"/>
                <a:gd name="connsiteX167" fmla="*/ 938880 w 1259071"/>
                <a:gd name="connsiteY167" fmla="*/ 74294 h 94636"/>
                <a:gd name="connsiteX168" fmla="*/ 938880 w 1259071"/>
                <a:gd name="connsiteY168" fmla="*/ 74117 h 94636"/>
                <a:gd name="connsiteX169" fmla="*/ 938880 w 1259071"/>
                <a:gd name="connsiteY169" fmla="*/ 29540 h 94636"/>
                <a:gd name="connsiteX170" fmla="*/ 946111 w 1259071"/>
                <a:gd name="connsiteY170" fmla="*/ 29540 h 94636"/>
                <a:gd name="connsiteX171" fmla="*/ 946111 w 1259071"/>
                <a:gd name="connsiteY171" fmla="*/ 36793 h 94636"/>
                <a:gd name="connsiteX172" fmla="*/ 952195 w 1259071"/>
                <a:gd name="connsiteY172" fmla="*/ 30779 h 94636"/>
                <a:gd name="connsiteX173" fmla="*/ 960308 w 1259071"/>
                <a:gd name="connsiteY173" fmla="*/ 28744 h 94636"/>
                <a:gd name="connsiteX174" fmla="*/ 905900 w 1259071"/>
                <a:gd name="connsiteY174" fmla="*/ 28656 h 94636"/>
                <a:gd name="connsiteX175" fmla="*/ 917275 w 1259071"/>
                <a:gd name="connsiteY175" fmla="*/ 31840 h 94636"/>
                <a:gd name="connsiteX176" fmla="*/ 925388 w 1259071"/>
                <a:gd name="connsiteY176" fmla="*/ 40243 h 94636"/>
                <a:gd name="connsiteX177" fmla="*/ 928386 w 1259071"/>
                <a:gd name="connsiteY177" fmla="*/ 51918 h 94636"/>
                <a:gd name="connsiteX178" fmla="*/ 925300 w 1259071"/>
                <a:gd name="connsiteY178" fmla="*/ 63593 h 94636"/>
                <a:gd name="connsiteX179" fmla="*/ 917187 w 1259071"/>
                <a:gd name="connsiteY179" fmla="*/ 71995 h 94636"/>
                <a:gd name="connsiteX180" fmla="*/ 905812 w 1259071"/>
                <a:gd name="connsiteY180" fmla="*/ 75090 h 94636"/>
                <a:gd name="connsiteX181" fmla="*/ 905724 w 1259071"/>
                <a:gd name="connsiteY181" fmla="*/ 75002 h 94636"/>
                <a:gd name="connsiteX182" fmla="*/ 894436 w 1259071"/>
                <a:gd name="connsiteY182" fmla="*/ 71818 h 94636"/>
                <a:gd name="connsiteX183" fmla="*/ 886323 w 1259071"/>
                <a:gd name="connsiteY183" fmla="*/ 63415 h 94636"/>
                <a:gd name="connsiteX184" fmla="*/ 883325 w 1259071"/>
                <a:gd name="connsiteY184" fmla="*/ 51740 h 94636"/>
                <a:gd name="connsiteX185" fmla="*/ 886411 w 1259071"/>
                <a:gd name="connsiteY185" fmla="*/ 40066 h 94636"/>
                <a:gd name="connsiteX186" fmla="*/ 894612 w 1259071"/>
                <a:gd name="connsiteY186" fmla="*/ 31752 h 94636"/>
                <a:gd name="connsiteX187" fmla="*/ 905900 w 1259071"/>
                <a:gd name="connsiteY187" fmla="*/ 28656 h 94636"/>
                <a:gd name="connsiteX188" fmla="*/ 797259 w 1259071"/>
                <a:gd name="connsiteY188" fmla="*/ 28656 h 94636"/>
                <a:gd name="connsiteX189" fmla="*/ 805548 w 1259071"/>
                <a:gd name="connsiteY189" fmla="*/ 30337 h 94636"/>
                <a:gd name="connsiteX190" fmla="*/ 812249 w 1259071"/>
                <a:gd name="connsiteY190" fmla="*/ 35112 h 94636"/>
                <a:gd name="connsiteX191" fmla="*/ 812249 w 1259071"/>
                <a:gd name="connsiteY191" fmla="*/ 29276 h 94636"/>
                <a:gd name="connsiteX192" fmla="*/ 819393 w 1259071"/>
                <a:gd name="connsiteY192" fmla="*/ 29276 h 94636"/>
                <a:gd name="connsiteX193" fmla="*/ 819393 w 1259071"/>
                <a:gd name="connsiteY193" fmla="*/ 73852 h 94636"/>
                <a:gd name="connsiteX194" fmla="*/ 812162 w 1259071"/>
                <a:gd name="connsiteY194" fmla="*/ 73852 h 94636"/>
                <a:gd name="connsiteX195" fmla="*/ 812162 w 1259071"/>
                <a:gd name="connsiteY195" fmla="*/ 68014 h 94636"/>
                <a:gd name="connsiteX196" fmla="*/ 805460 w 1259071"/>
                <a:gd name="connsiteY196" fmla="*/ 72702 h 94636"/>
                <a:gd name="connsiteX197" fmla="*/ 797170 w 1259071"/>
                <a:gd name="connsiteY197" fmla="*/ 74471 h 94636"/>
                <a:gd name="connsiteX198" fmla="*/ 797082 w 1259071"/>
                <a:gd name="connsiteY198" fmla="*/ 74471 h 94636"/>
                <a:gd name="connsiteX199" fmla="*/ 786412 w 1259071"/>
                <a:gd name="connsiteY199" fmla="*/ 71375 h 94636"/>
                <a:gd name="connsiteX200" fmla="*/ 778740 w 1259071"/>
                <a:gd name="connsiteY200" fmla="*/ 63061 h 94636"/>
                <a:gd name="connsiteX201" fmla="*/ 775918 w 1259071"/>
                <a:gd name="connsiteY201" fmla="*/ 51564 h 94636"/>
                <a:gd name="connsiteX202" fmla="*/ 778829 w 1259071"/>
                <a:gd name="connsiteY202" fmla="*/ 40065 h 94636"/>
                <a:gd name="connsiteX203" fmla="*/ 786589 w 1259071"/>
                <a:gd name="connsiteY203" fmla="*/ 31752 h 94636"/>
                <a:gd name="connsiteX204" fmla="*/ 797259 w 1259071"/>
                <a:gd name="connsiteY204" fmla="*/ 28656 h 94636"/>
                <a:gd name="connsiteX205" fmla="*/ 704580 w 1259071"/>
                <a:gd name="connsiteY205" fmla="*/ 28302 h 94636"/>
                <a:gd name="connsiteX206" fmla="*/ 715955 w 1259071"/>
                <a:gd name="connsiteY206" fmla="*/ 31486 h 94636"/>
                <a:gd name="connsiteX207" fmla="*/ 724068 w 1259071"/>
                <a:gd name="connsiteY207" fmla="*/ 39889 h 94636"/>
                <a:gd name="connsiteX208" fmla="*/ 727066 w 1259071"/>
                <a:gd name="connsiteY208" fmla="*/ 51564 h 94636"/>
                <a:gd name="connsiteX209" fmla="*/ 723980 w 1259071"/>
                <a:gd name="connsiteY209" fmla="*/ 63239 h 94636"/>
                <a:gd name="connsiteX210" fmla="*/ 715867 w 1259071"/>
                <a:gd name="connsiteY210" fmla="*/ 71641 h 94636"/>
                <a:gd name="connsiteX211" fmla="*/ 704492 w 1259071"/>
                <a:gd name="connsiteY211" fmla="*/ 74736 h 94636"/>
                <a:gd name="connsiteX212" fmla="*/ 704404 w 1259071"/>
                <a:gd name="connsiteY212" fmla="*/ 74648 h 94636"/>
                <a:gd name="connsiteX213" fmla="*/ 693116 w 1259071"/>
                <a:gd name="connsiteY213" fmla="*/ 71464 h 94636"/>
                <a:gd name="connsiteX214" fmla="*/ 685003 w 1259071"/>
                <a:gd name="connsiteY214" fmla="*/ 63061 h 94636"/>
                <a:gd name="connsiteX215" fmla="*/ 682005 w 1259071"/>
                <a:gd name="connsiteY215" fmla="*/ 51386 h 94636"/>
                <a:gd name="connsiteX216" fmla="*/ 685091 w 1259071"/>
                <a:gd name="connsiteY216" fmla="*/ 39712 h 94636"/>
                <a:gd name="connsiteX217" fmla="*/ 693292 w 1259071"/>
                <a:gd name="connsiteY217" fmla="*/ 31398 h 94636"/>
                <a:gd name="connsiteX218" fmla="*/ 704580 w 1259071"/>
                <a:gd name="connsiteY218" fmla="*/ 28302 h 94636"/>
                <a:gd name="connsiteX219" fmla="*/ 1203075 w 1259071"/>
                <a:gd name="connsiteY219" fmla="*/ 28213 h 94636"/>
                <a:gd name="connsiteX220" fmla="*/ 1213922 w 1259071"/>
                <a:gd name="connsiteY220" fmla="*/ 31132 h 94636"/>
                <a:gd name="connsiteX221" fmla="*/ 1221770 w 1259071"/>
                <a:gd name="connsiteY221" fmla="*/ 39092 h 94636"/>
                <a:gd name="connsiteX222" fmla="*/ 1224680 w 1259071"/>
                <a:gd name="connsiteY222" fmla="*/ 50413 h 94636"/>
                <a:gd name="connsiteX223" fmla="*/ 1224680 w 1259071"/>
                <a:gd name="connsiteY223" fmla="*/ 53686 h 94636"/>
                <a:gd name="connsiteX224" fmla="*/ 1196814 w 1259071"/>
                <a:gd name="connsiteY224" fmla="*/ 53686 h 94636"/>
                <a:gd name="connsiteX225" fmla="*/ 1193021 w 1259071"/>
                <a:gd name="connsiteY225" fmla="*/ 53509 h 94636"/>
                <a:gd name="connsiteX226" fmla="*/ 1189230 w 1259071"/>
                <a:gd name="connsiteY226" fmla="*/ 53066 h 94636"/>
                <a:gd name="connsiteX227" fmla="*/ 1194345 w 1259071"/>
                <a:gd name="connsiteY227" fmla="*/ 63061 h 94636"/>
                <a:gd name="connsiteX228" fmla="*/ 1204750 w 1259071"/>
                <a:gd name="connsiteY228" fmla="*/ 67130 h 94636"/>
                <a:gd name="connsiteX229" fmla="*/ 1212334 w 1259071"/>
                <a:gd name="connsiteY229" fmla="*/ 65184 h 94636"/>
                <a:gd name="connsiteX230" fmla="*/ 1217977 w 1259071"/>
                <a:gd name="connsiteY230" fmla="*/ 60054 h 94636"/>
                <a:gd name="connsiteX231" fmla="*/ 1220095 w 1259071"/>
                <a:gd name="connsiteY231" fmla="*/ 69164 h 94636"/>
                <a:gd name="connsiteX232" fmla="*/ 1213039 w 1259071"/>
                <a:gd name="connsiteY232" fmla="*/ 73232 h 94636"/>
                <a:gd name="connsiteX233" fmla="*/ 1204662 w 1259071"/>
                <a:gd name="connsiteY233" fmla="*/ 74647 h 94636"/>
                <a:gd name="connsiteX234" fmla="*/ 1192669 w 1259071"/>
                <a:gd name="connsiteY234" fmla="*/ 71463 h 94636"/>
                <a:gd name="connsiteX235" fmla="*/ 1184380 w 1259071"/>
                <a:gd name="connsiteY235" fmla="*/ 62972 h 94636"/>
                <a:gd name="connsiteX236" fmla="*/ 1181382 w 1259071"/>
                <a:gd name="connsiteY236" fmla="*/ 50944 h 94636"/>
                <a:gd name="connsiteX237" fmla="*/ 1184292 w 1259071"/>
                <a:gd name="connsiteY237" fmla="*/ 39446 h 94636"/>
                <a:gd name="connsiteX238" fmla="*/ 1192140 w 1259071"/>
                <a:gd name="connsiteY238" fmla="*/ 31221 h 94636"/>
                <a:gd name="connsiteX239" fmla="*/ 1203075 w 1259071"/>
                <a:gd name="connsiteY239" fmla="*/ 28213 h 94636"/>
                <a:gd name="connsiteX240" fmla="*/ 1126091 w 1259071"/>
                <a:gd name="connsiteY240" fmla="*/ 28213 h 94636"/>
                <a:gd name="connsiteX241" fmla="*/ 1134557 w 1259071"/>
                <a:gd name="connsiteY241" fmla="*/ 30602 h 94636"/>
                <a:gd name="connsiteX242" fmla="*/ 1140818 w 1259071"/>
                <a:gd name="connsiteY242" fmla="*/ 37412 h 94636"/>
                <a:gd name="connsiteX243" fmla="*/ 1143199 w 1259071"/>
                <a:gd name="connsiteY243" fmla="*/ 48202 h 94636"/>
                <a:gd name="connsiteX244" fmla="*/ 1143199 w 1259071"/>
                <a:gd name="connsiteY244" fmla="*/ 73851 h 94636"/>
                <a:gd name="connsiteX245" fmla="*/ 1135439 w 1259071"/>
                <a:gd name="connsiteY245" fmla="*/ 73851 h 94636"/>
                <a:gd name="connsiteX246" fmla="*/ 1135439 w 1259071"/>
                <a:gd name="connsiteY246" fmla="*/ 49352 h 94636"/>
                <a:gd name="connsiteX247" fmla="*/ 1132441 w 1259071"/>
                <a:gd name="connsiteY247" fmla="*/ 39976 h 94636"/>
                <a:gd name="connsiteX248" fmla="*/ 1123975 w 1259071"/>
                <a:gd name="connsiteY248" fmla="*/ 35908 h 94636"/>
                <a:gd name="connsiteX249" fmla="*/ 1115950 w 1259071"/>
                <a:gd name="connsiteY249" fmla="*/ 39269 h 94636"/>
                <a:gd name="connsiteX250" fmla="*/ 1112423 w 1259071"/>
                <a:gd name="connsiteY250" fmla="*/ 48998 h 94636"/>
                <a:gd name="connsiteX251" fmla="*/ 1112423 w 1259071"/>
                <a:gd name="connsiteY251" fmla="*/ 73763 h 94636"/>
                <a:gd name="connsiteX252" fmla="*/ 1104663 w 1259071"/>
                <a:gd name="connsiteY252" fmla="*/ 73763 h 94636"/>
                <a:gd name="connsiteX253" fmla="*/ 1104663 w 1259071"/>
                <a:gd name="connsiteY253" fmla="*/ 73586 h 94636"/>
                <a:gd name="connsiteX254" fmla="*/ 1104663 w 1259071"/>
                <a:gd name="connsiteY254" fmla="*/ 29009 h 94636"/>
                <a:gd name="connsiteX255" fmla="*/ 1111894 w 1259071"/>
                <a:gd name="connsiteY255" fmla="*/ 29009 h 94636"/>
                <a:gd name="connsiteX256" fmla="*/ 1111894 w 1259071"/>
                <a:gd name="connsiteY256" fmla="*/ 36262 h 94636"/>
                <a:gd name="connsiteX257" fmla="*/ 1117978 w 1259071"/>
                <a:gd name="connsiteY257" fmla="*/ 30248 h 94636"/>
                <a:gd name="connsiteX258" fmla="*/ 1126091 w 1259071"/>
                <a:gd name="connsiteY258" fmla="*/ 28213 h 94636"/>
                <a:gd name="connsiteX259" fmla="*/ 655109 w 1259071"/>
                <a:gd name="connsiteY259" fmla="*/ 28213 h 94636"/>
                <a:gd name="connsiteX260" fmla="*/ 663575 w 1259071"/>
                <a:gd name="connsiteY260" fmla="*/ 30602 h 94636"/>
                <a:gd name="connsiteX261" fmla="*/ 669836 w 1259071"/>
                <a:gd name="connsiteY261" fmla="*/ 37412 h 94636"/>
                <a:gd name="connsiteX262" fmla="*/ 672217 w 1259071"/>
                <a:gd name="connsiteY262" fmla="*/ 48202 h 94636"/>
                <a:gd name="connsiteX263" fmla="*/ 672217 w 1259071"/>
                <a:gd name="connsiteY263" fmla="*/ 73851 h 94636"/>
                <a:gd name="connsiteX264" fmla="*/ 664457 w 1259071"/>
                <a:gd name="connsiteY264" fmla="*/ 73851 h 94636"/>
                <a:gd name="connsiteX265" fmla="*/ 664457 w 1259071"/>
                <a:gd name="connsiteY265" fmla="*/ 49352 h 94636"/>
                <a:gd name="connsiteX266" fmla="*/ 661459 w 1259071"/>
                <a:gd name="connsiteY266" fmla="*/ 39976 h 94636"/>
                <a:gd name="connsiteX267" fmla="*/ 652993 w 1259071"/>
                <a:gd name="connsiteY267" fmla="*/ 35908 h 94636"/>
                <a:gd name="connsiteX268" fmla="*/ 644968 w 1259071"/>
                <a:gd name="connsiteY268" fmla="*/ 39269 h 94636"/>
                <a:gd name="connsiteX269" fmla="*/ 641441 w 1259071"/>
                <a:gd name="connsiteY269" fmla="*/ 48998 h 94636"/>
                <a:gd name="connsiteX270" fmla="*/ 641441 w 1259071"/>
                <a:gd name="connsiteY270" fmla="*/ 73763 h 94636"/>
                <a:gd name="connsiteX271" fmla="*/ 633681 w 1259071"/>
                <a:gd name="connsiteY271" fmla="*/ 73763 h 94636"/>
                <a:gd name="connsiteX272" fmla="*/ 633681 w 1259071"/>
                <a:gd name="connsiteY272" fmla="*/ 73586 h 94636"/>
                <a:gd name="connsiteX273" fmla="*/ 633681 w 1259071"/>
                <a:gd name="connsiteY273" fmla="*/ 29009 h 94636"/>
                <a:gd name="connsiteX274" fmla="*/ 640912 w 1259071"/>
                <a:gd name="connsiteY274" fmla="*/ 29009 h 94636"/>
                <a:gd name="connsiteX275" fmla="*/ 640912 w 1259071"/>
                <a:gd name="connsiteY275" fmla="*/ 36262 h 94636"/>
                <a:gd name="connsiteX276" fmla="*/ 646996 w 1259071"/>
                <a:gd name="connsiteY276" fmla="*/ 30248 h 94636"/>
                <a:gd name="connsiteX277" fmla="*/ 655109 w 1259071"/>
                <a:gd name="connsiteY277" fmla="*/ 28213 h 94636"/>
                <a:gd name="connsiteX278" fmla="*/ 603875 w 1259071"/>
                <a:gd name="connsiteY278" fmla="*/ 28125 h 94636"/>
                <a:gd name="connsiteX279" fmla="*/ 612341 w 1259071"/>
                <a:gd name="connsiteY279" fmla="*/ 30514 h 94636"/>
                <a:gd name="connsiteX280" fmla="*/ 618602 w 1259071"/>
                <a:gd name="connsiteY280" fmla="*/ 37324 h 94636"/>
                <a:gd name="connsiteX281" fmla="*/ 620983 w 1259071"/>
                <a:gd name="connsiteY281" fmla="*/ 48114 h 94636"/>
                <a:gd name="connsiteX282" fmla="*/ 620983 w 1259071"/>
                <a:gd name="connsiteY282" fmla="*/ 73763 h 94636"/>
                <a:gd name="connsiteX283" fmla="*/ 613223 w 1259071"/>
                <a:gd name="connsiteY283" fmla="*/ 73763 h 94636"/>
                <a:gd name="connsiteX284" fmla="*/ 613223 w 1259071"/>
                <a:gd name="connsiteY284" fmla="*/ 49264 h 94636"/>
                <a:gd name="connsiteX285" fmla="*/ 610225 w 1259071"/>
                <a:gd name="connsiteY285" fmla="*/ 39888 h 94636"/>
                <a:gd name="connsiteX286" fmla="*/ 601759 w 1259071"/>
                <a:gd name="connsiteY286" fmla="*/ 35820 h 94636"/>
                <a:gd name="connsiteX287" fmla="*/ 593734 w 1259071"/>
                <a:gd name="connsiteY287" fmla="*/ 39181 h 94636"/>
                <a:gd name="connsiteX288" fmla="*/ 590207 w 1259071"/>
                <a:gd name="connsiteY288" fmla="*/ 48910 h 94636"/>
                <a:gd name="connsiteX289" fmla="*/ 590207 w 1259071"/>
                <a:gd name="connsiteY289" fmla="*/ 73675 h 94636"/>
                <a:gd name="connsiteX290" fmla="*/ 582447 w 1259071"/>
                <a:gd name="connsiteY290" fmla="*/ 73675 h 94636"/>
                <a:gd name="connsiteX291" fmla="*/ 582447 w 1259071"/>
                <a:gd name="connsiteY291" fmla="*/ 73498 h 94636"/>
                <a:gd name="connsiteX292" fmla="*/ 582447 w 1259071"/>
                <a:gd name="connsiteY292" fmla="*/ 28921 h 94636"/>
                <a:gd name="connsiteX293" fmla="*/ 589678 w 1259071"/>
                <a:gd name="connsiteY293" fmla="*/ 28921 h 94636"/>
                <a:gd name="connsiteX294" fmla="*/ 589678 w 1259071"/>
                <a:gd name="connsiteY294" fmla="*/ 36174 h 94636"/>
                <a:gd name="connsiteX295" fmla="*/ 595762 w 1259071"/>
                <a:gd name="connsiteY295" fmla="*/ 30160 h 94636"/>
                <a:gd name="connsiteX296" fmla="*/ 603875 w 1259071"/>
                <a:gd name="connsiteY296" fmla="*/ 28125 h 94636"/>
                <a:gd name="connsiteX297" fmla="*/ 1072918 w 1259071"/>
                <a:gd name="connsiteY297" fmla="*/ 27949 h 94636"/>
                <a:gd name="connsiteX298" fmla="*/ 1083765 w 1259071"/>
                <a:gd name="connsiteY298" fmla="*/ 30868 h 94636"/>
                <a:gd name="connsiteX299" fmla="*/ 1091613 w 1259071"/>
                <a:gd name="connsiteY299" fmla="*/ 38828 h 94636"/>
                <a:gd name="connsiteX300" fmla="*/ 1094523 w 1259071"/>
                <a:gd name="connsiteY300" fmla="*/ 50149 h 94636"/>
                <a:gd name="connsiteX301" fmla="*/ 1094523 w 1259071"/>
                <a:gd name="connsiteY301" fmla="*/ 53422 h 94636"/>
                <a:gd name="connsiteX302" fmla="*/ 1066657 w 1259071"/>
                <a:gd name="connsiteY302" fmla="*/ 53422 h 94636"/>
                <a:gd name="connsiteX303" fmla="*/ 1062865 w 1259071"/>
                <a:gd name="connsiteY303" fmla="*/ 53245 h 94636"/>
                <a:gd name="connsiteX304" fmla="*/ 1059073 w 1259071"/>
                <a:gd name="connsiteY304" fmla="*/ 52802 h 94636"/>
                <a:gd name="connsiteX305" fmla="*/ 1064188 w 1259071"/>
                <a:gd name="connsiteY305" fmla="*/ 62797 h 94636"/>
                <a:gd name="connsiteX306" fmla="*/ 1074593 w 1259071"/>
                <a:gd name="connsiteY306" fmla="*/ 66866 h 94636"/>
                <a:gd name="connsiteX307" fmla="*/ 1082178 w 1259071"/>
                <a:gd name="connsiteY307" fmla="*/ 64920 h 94636"/>
                <a:gd name="connsiteX308" fmla="*/ 1087820 w 1259071"/>
                <a:gd name="connsiteY308" fmla="*/ 59790 h 94636"/>
                <a:gd name="connsiteX309" fmla="*/ 1089938 w 1259071"/>
                <a:gd name="connsiteY309" fmla="*/ 68900 h 94636"/>
                <a:gd name="connsiteX310" fmla="*/ 1082882 w 1259071"/>
                <a:gd name="connsiteY310" fmla="*/ 72968 h 94636"/>
                <a:gd name="connsiteX311" fmla="*/ 1074506 w 1259071"/>
                <a:gd name="connsiteY311" fmla="*/ 74383 h 94636"/>
                <a:gd name="connsiteX312" fmla="*/ 1062512 w 1259071"/>
                <a:gd name="connsiteY312" fmla="*/ 71199 h 94636"/>
                <a:gd name="connsiteX313" fmla="*/ 1054223 w 1259071"/>
                <a:gd name="connsiteY313" fmla="*/ 62708 h 94636"/>
                <a:gd name="connsiteX314" fmla="*/ 1051225 w 1259071"/>
                <a:gd name="connsiteY314" fmla="*/ 50680 h 94636"/>
                <a:gd name="connsiteX315" fmla="*/ 1054135 w 1259071"/>
                <a:gd name="connsiteY315" fmla="*/ 39182 h 94636"/>
                <a:gd name="connsiteX316" fmla="*/ 1061983 w 1259071"/>
                <a:gd name="connsiteY316" fmla="*/ 30956 h 94636"/>
                <a:gd name="connsiteX317" fmla="*/ 1072918 w 1259071"/>
                <a:gd name="connsiteY317" fmla="*/ 27949 h 94636"/>
                <a:gd name="connsiteX318" fmla="*/ 1029003 w 1259071"/>
                <a:gd name="connsiteY318" fmla="*/ 27860 h 94636"/>
                <a:gd name="connsiteX319" fmla="*/ 1037645 w 1259071"/>
                <a:gd name="connsiteY319" fmla="*/ 29629 h 94636"/>
                <a:gd name="connsiteX320" fmla="*/ 1044787 w 1259071"/>
                <a:gd name="connsiteY320" fmla="*/ 34140 h 94636"/>
                <a:gd name="connsiteX321" fmla="*/ 1042406 w 1259071"/>
                <a:gd name="connsiteY321" fmla="*/ 44223 h 94636"/>
                <a:gd name="connsiteX322" fmla="*/ 1037027 w 1259071"/>
                <a:gd name="connsiteY322" fmla="*/ 37943 h 94636"/>
                <a:gd name="connsiteX323" fmla="*/ 1028914 w 1259071"/>
                <a:gd name="connsiteY323" fmla="*/ 35378 h 94636"/>
                <a:gd name="connsiteX324" fmla="*/ 1021419 w 1259071"/>
                <a:gd name="connsiteY324" fmla="*/ 37501 h 94636"/>
                <a:gd name="connsiteX325" fmla="*/ 1016040 w 1259071"/>
                <a:gd name="connsiteY325" fmla="*/ 43161 h 94636"/>
                <a:gd name="connsiteX326" fmla="*/ 1014012 w 1259071"/>
                <a:gd name="connsiteY326" fmla="*/ 51034 h 94636"/>
                <a:gd name="connsiteX327" fmla="*/ 1015952 w 1259071"/>
                <a:gd name="connsiteY327" fmla="*/ 58817 h 94636"/>
                <a:gd name="connsiteX328" fmla="*/ 1021331 w 1259071"/>
                <a:gd name="connsiteY328" fmla="*/ 64477 h 94636"/>
                <a:gd name="connsiteX329" fmla="*/ 1028826 w 1259071"/>
                <a:gd name="connsiteY329" fmla="*/ 66599 h 94636"/>
                <a:gd name="connsiteX330" fmla="*/ 1036939 w 1259071"/>
                <a:gd name="connsiteY330" fmla="*/ 64124 h 94636"/>
                <a:gd name="connsiteX331" fmla="*/ 1042318 w 1259071"/>
                <a:gd name="connsiteY331" fmla="*/ 57844 h 94636"/>
                <a:gd name="connsiteX332" fmla="*/ 1044610 w 1259071"/>
                <a:gd name="connsiteY332" fmla="*/ 67926 h 94636"/>
                <a:gd name="connsiteX333" fmla="*/ 1037468 w 1259071"/>
                <a:gd name="connsiteY333" fmla="*/ 72437 h 94636"/>
                <a:gd name="connsiteX334" fmla="*/ 1028826 w 1259071"/>
                <a:gd name="connsiteY334" fmla="*/ 74118 h 94636"/>
                <a:gd name="connsiteX335" fmla="*/ 1028914 w 1259071"/>
                <a:gd name="connsiteY335" fmla="*/ 74294 h 94636"/>
                <a:gd name="connsiteX336" fmla="*/ 1017539 w 1259071"/>
                <a:gd name="connsiteY336" fmla="*/ 71110 h 94636"/>
                <a:gd name="connsiteX337" fmla="*/ 1009338 w 1259071"/>
                <a:gd name="connsiteY337" fmla="*/ 62708 h 94636"/>
                <a:gd name="connsiteX338" fmla="*/ 1006340 w 1259071"/>
                <a:gd name="connsiteY338" fmla="*/ 51034 h 94636"/>
                <a:gd name="connsiteX339" fmla="*/ 1009426 w 1259071"/>
                <a:gd name="connsiteY339" fmla="*/ 39358 h 94636"/>
                <a:gd name="connsiteX340" fmla="*/ 1017627 w 1259071"/>
                <a:gd name="connsiteY340" fmla="*/ 30956 h 94636"/>
                <a:gd name="connsiteX341" fmla="*/ 1029003 w 1259071"/>
                <a:gd name="connsiteY341" fmla="*/ 27860 h 94636"/>
                <a:gd name="connsiteX342" fmla="*/ 195412 w 1259071"/>
                <a:gd name="connsiteY342" fmla="*/ 26799 h 94636"/>
                <a:gd name="connsiteX343" fmla="*/ 203172 w 1259071"/>
                <a:gd name="connsiteY343" fmla="*/ 26799 h 94636"/>
                <a:gd name="connsiteX344" fmla="*/ 203172 w 1259071"/>
                <a:gd name="connsiteY344" fmla="*/ 71376 h 94636"/>
                <a:gd name="connsiteX345" fmla="*/ 195412 w 1259071"/>
                <a:gd name="connsiteY345" fmla="*/ 71376 h 94636"/>
                <a:gd name="connsiteX346" fmla="*/ 1147 w 1259071"/>
                <a:gd name="connsiteY346" fmla="*/ 26533 h 94636"/>
                <a:gd name="connsiteX347" fmla="*/ 8907 w 1259071"/>
                <a:gd name="connsiteY347" fmla="*/ 26533 h 94636"/>
                <a:gd name="connsiteX348" fmla="*/ 8907 w 1259071"/>
                <a:gd name="connsiteY348" fmla="*/ 71110 h 94636"/>
                <a:gd name="connsiteX349" fmla="*/ 1147 w 1259071"/>
                <a:gd name="connsiteY349" fmla="*/ 71110 h 94636"/>
                <a:gd name="connsiteX350" fmla="*/ 436152 w 1259071"/>
                <a:gd name="connsiteY350" fmla="*/ 26268 h 94636"/>
                <a:gd name="connsiteX351" fmla="*/ 446999 w 1259071"/>
                <a:gd name="connsiteY351" fmla="*/ 29187 h 94636"/>
                <a:gd name="connsiteX352" fmla="*/ 454847 w 1259071"/>
                <a:gd name="connsiteY352" fmla="*/ 37147 h 94636"/>
                <a:gd name="connsiteX353" fmla="*/ 457757 w 1259071"/>
                <a:gd name="connsiteY353" fmla="*/ 48468 h 94636"/>
                <a:gd name="connsiteX354" fmla="*/ 457757 w 1259071"/>
                <a:gd name="connsiteY354" fmla="*/ 51741 h 94636"/>
                <a:gd name="connsiteX355" fmla="*/ 429891 w 1259071"/>
                <a:gd name="connsiteY355" fmla="*/ 51741 h 94636"/>
                <a:gd name="connsiteX356" fmla="*/ 426099 w 1259071"/>
                <a:gd name="connsiteY356" fmla="*/ 51563 h 94636"/>
                <a:gd name="connsiteX357" fmla="*/ 422307 w 1259071"/>
                <a:gd name="connsiteY357" fmla="*/ 51121 h 94636"/>
                <a:gd name="connsiteX358" fmla="*/ 427422 w 1259071"/>
                <a:gd name="connsiteY358" fmla="*/ 61116 h 94636"/>
                <a:gd name="connsiteX359" fmla="*/ 437827 w 1259071"/>
                <a:gd name="connsiteY359" fmla="*/ 65185 h 94636"/>
                <a:gd name="connsiteX360" fmla="*/ 445412 w 1259071"/>
                <a:gd name="connsiteY360" fmla="*/ 63239 h 94636"/>
                <a:gd name="connsiteX361" fmla="*/ 451055 w 1259071"/>
                <a:gd name="connsiteY361" fmla="*/ 58109 h 94636"/>
                <a:gd name="connsiteX362" fmla="*/ 453172 w 1259071"/>
                <a:gd name="connsiteY362" fmla="*/ 67219 h 94636"/>
                <a:gd name="connsiteX363" fmla="*/ 446116 w 1259071"/>
                <a:gd name="connsiteY363" fmla="*/ 71287 h 94636"/>
                <a:gd name="connsiteX364" fmla="*/ 437739 w 1259071"/>
                <a:gd name="connsiteY364" fmla="*/ 72702 h 94636"/>
                <a:gd name="connsiteX365" fmla="*/ 425746 w 1259071"/>
                <a:gd name="connsiteY365" fmla="*/ 69518 h 94636"/>
                <a:gd name="connsiteX366" fmla="*/ 417457 w 1259071"/>
                <a:gd name="connsiteY366" fmla="*/ 61027 h 94636"/>
                <a:gd name="connsiteX367" fmla="*/ 414459 w 1259071"/>
                <a:gd name="connsiteY367" fmla="*/ 48999 h 94636"/>
                <a:gd name="connsiteX368" fmla="*/ 417369 w 1259071"/>
                <a:gd name="connsiteY368" fmla="*/ 37501 h 94636"/>
                <a:gd name="connsiteX369" fmla="*/ 425217 w 1259071"/>
                <a:gd name="connsiteY369" fmla="*/ 29275 h 94636"/>
                <a:gd name="connsiteX370" fmla="*/ 436152 w 1259071"/>
                <a:gd name="connsiteY370" fmla="*/ 26268 h 94636"/>
                <a:gd name="connsiteX371" fmla="*/ 342765 w 1259071"/>
                <a:gd name="connsiteY371" fmla="*/ 26268 h 94636"/>
                <a:gd name="connsiteX372" fmla="*/ 351231 w 1259071"/>
                <a:gd name="connsiteY372" fmla="*/ 28656 h 94636"/>
                <a:gd name="connsiteX373" fmla="*/ 357492 w 1259071"/>
                <a:gd name="connsiteY373" fmla="*/ 35467 h 94636"/>
                <a:gd name="connsiteX374" fmla="*/ 359873 w 1259071"/>
                <a:gd name="connsiteY374" fmla="*/ 46257 h 94636"/>
                <a:gd name="connsiteX375" fmla="*/ 359873 w 1259071"/>
                <a:gd name="connsiteY375" fmla="*/ 71906 h 94636"/>
                <a:gd name="connsiteX376" fmla="*/ 352113 w 1259071"/>
                <a:gd name="connsiteY376" fmla="*/ 71906 h 94636"/>
                <a:gd name="connsiteX377" fmla="*/ 352113 w 1259071"/>
                <a:gd name="connsiteY377" fmla="*/ 47407 h 94636"/>
                <a:gd name="connsiteX378" fmla="*/ 349115 w 1259071"/>
                <a:gd name="connsiteY378" fmla="*/ 38031 h 94636"/>
                <a:gd name="connsiteX379" fmla="*/ 340649 w 1259071"/>
                <a:gd name="connsiteY379" fmla="*/ 33963 h 94636"/>
                <a:gd name="connsiteX380" fmla="*/ 332624 w 1259071"/>
                <a:gd name="connsiteY380" fmla="*/ 37324 h 94636"/>
                <a:gd name="connsiteX381" fmla="*/ 329097 w 1259071"/>
                <a:gd name="connsiteY381" fmla="*/ 47053 h 94636"/>
                <a:gd name="connsiteX382" fmla="*/ 329097 w 1259071"/>
                <a:gd name="connsiteY382" fmla="*/ 71818 h 94636"/>
                <a:gd name="connsiteX383" fmla="*/ 321337 w 1259071"/>
                <a:gd name="connsiteY383" fmla="*/ 71818 h 94636"/>
                <a:gd name="connsiteX384" fmla="*/ 321337 w 1259071"/>
                <a:gd name="connsiteY384" fmla="*/ 71641 h 94636"/>
                <a:gd name="connsiteX385" fmla="*/ 321337 w 1259071"/>
                <a:gd name="connsiteY385" fmla="*/ 27064 h 94636"/>
                <a:gd name="connsiteX386" fmla="*/ 328568 w 1259071"/>
                <a:gd name="connsiteY386" fmla="*/ 27064 h 94636"/>
                <a:gd name="connsiteX387" fmla="*/ 328568 w 1259071"/>
                <a:gd name="connsiteY387" fmla="*/ 34317 h 94636"/>
                <a:gd name="connsiteX388" fmla="*/ 334652 w 1259071"/>
                <a:gd name="connsiteY388" fmla="*/ 28302 h 94636"/>
                <a:gd name="connsiteX389" fmla="*/ 342765 w 1259071"/>
                <a:gd name="connsiteY389" fmla="*/ 26268 h 94636"/>
                <a:gd name="connsiteX390" fmla="*/ 235272 w 1259071"/>
                <a:gd name="connsiteY390" fmla="*/ 26268 h 94636"/>
                <a:gd name="connsiteX391" fmla="*/ 243561 w 1259071"/>
                <a:gd name="connsiteY391" fmla="*/ 27948 h 94636"/>
                <a:gd name="connsiteX392" fmla="*/ 250262 w 1259071"/>
                <a:gd name="connsiteY392" fmla="*/ 32725 h 94636"/>
                <a:gd name="connsiteX393" fmla="*/ 250262 w 1259071"/>
                <a:gd name="connsiteY393" fmla="*/ 26887 h 94636"/>
                <a:gd name="connsiteX394" fmla="*/ 257406 w 1259071"/>
                <a:gd name="connsiteY394" fmla="*/ 26887 h 94636"/>
                <a:gd name="connsiteX395" fmla="*/ 257406 w 1259071"/>
                <a:gd name="connsiteY395" fmla="*/ 71464 h 94636"/>
                <a:gd name="connsiteX396" fmla="*/ 254055 w 1259071"/>
                <a:gd name="connsiteY396" fmla="*/ 83935 h 94636"/>
                <a:gd name="connsiteX397" fmla="*/ 245501 w 1259071"/>
                <a:gd name="connsiteY397" fmla="*/ 91895 h 94636"/>
                <a:gd name="connsiteX398" fmla="*/ 234125 w 1259071"/>
                <a:gd name="connsiteY398" fmla="*/ 94636 h 94636"/>
                <a:gd name="connsiteX399" fmla="*/ 234038 w 1259071"/>
                <a:gd name="connsiteY399" fmla="*/ 94636 h 94636"/>
                <a:gd name="connsiteX400" fmla="*/ 225131 w 1259071"/>
                <a:gd name="connsiteY400" fmla="*/ 93133 h 94636"/>
                <a:gd name="connsiteX401" fmla="*/ 217987 w 1259071"/>
                <a:gd name="connsiteY401" fmla="*/ 89064 h 94636"/>
                <a:gd name="connsiteX402" fmla="*/ 220105 w 1259071"/>
                <a:gd name="connsiteY402" fmla="*/ 79955 h 94636"/>
                <a:gd name="connsiteX403" fmla="*/ 225748 w 1259071"/>
                <a:gd name="connsiteY403" fmla="*/ 85173 h 94636"/>
                <a:gd name="connsiteX404" fmla="*/ 233949 w 1259071"/>
                <a:gd name="connsiteY404" fmla="*/ 87207 h 94636"/>
                <a:gd name="connsiteX405" fmla="*/ 245589 w 1259071"/>
                <a:gd name="connsiteY405" fmla="*/ 82697 h 94636"/>
                <a:gd name="connsiteX406" fmla="*/ 250086 w 1259071"/>
                <a:gd name="connsiteY406" fmla="*/ 71021 h 94636"/>
                <a:gd name="connsiteX407" fmla="*/ 250086 w 1259071"/>
                <a:gd name="connsiteY407" fmla="*/ 65626 h 94636"/>
                <a:gd name="connsiteX408" fmla="*/ 243385 w 1259071"/>
                <a:gd name="connsiteY408" fmla="*/ 70314 h 94636"/>
                <a:gd name="connsiteX409" fmla="*/ 235095 w 1259071"/>
                <a:gd name="connsiteY409" fmla="*/ 72083 h 94636"/>
                <a:gd name="connsiteX410" fmla="*/ 224425 w 1259071"/>
                <a:gd name="connsiteY410" fmla="*/ 68988 h 94636"/>
                <a:gd name="connsiteX411" fmla="*/ 216753 w 1259071"/>
                <a:gd name="connsiteY411" fmla="*/ 60673 h 94636"/>
                <a:gd name="connsiteX412" fmla="*/ 213931 w 1259071"/>
                <a:gd name="connsiteY412" fmla="*/ 49176 h 94636"/>
                <a:gd name="connsiteX413" fmla="*/ 216842 w 1259071"/>
                <a:gd name="connsiteY413" fmla="*/ 37677 h 94636"/>
                <a:gd name="connsiteX414" fmla="*/ 224602 w 1259071"/>
                <a:gd name="connsiteY414" fmla="*/ 29364 h 94636"/>
                <a:gd name="connsiteX415" fmla="*/ 235272 w 1259071"/>
                <a:gd name="connsiteY415" fmla="*/ 26268 h 94636"/>
                <a:gd name="connsiteX416" fmla="*/ 392325 w 1259071"/>
                <a:gd name="connsiteY416" fmla="*/ 26180 h 94636"/>
                <a:gd name="connsiteX417" fmla="*/ 400967 w 1259071"/>
                <a:gd name="connsiteY417" fmla="*/ 27949 h 94636"/>
                <a:gd name="connsiteX418" fmla="*/ 408109 w 1259071"/>
                <a:gd name="connsiteY418" fmla="*/ 32460 h 94636"/>
                <a:gd name="connsiteX419" fmla="*/ 405728 w 1259071"/>
                <a:gd name="connsiteY419" fmla="*/ 42543 h 94636"/>
                <a:gd name="connsiteX420" fmla="*/ 400349 w 1259071"/>
                <a:gd name="connsiteY420" fmla="*/ 36264 h 94636"/>
                <a:gd name="connsiteX421" fmla="*/ 392236 w 1259071"/>
                <a:gd name="connsiteY421" fmla="*/ 33698 h 94636"/>
                <a:gd name="connsiteX422" fmla="*/ 384741 w 1259071"/>
                <a:gd name="connsiteY422" fmla="*/ 35821 h 94636"/>
                <a:gd name="connsiteX423" fmla="*/ 379362 w 1259071"/>
                <a:gd name="connsiteY423" fmla="*/ 41481 h 94636"/>
                <a:gd name="connsiteX424" fmla="*/ 377334 w 1259071"/>
                <a:gd name="connsiteY424" fmla="*/ 49353 h 94636"/>
                <a:gd name="connsiteX425" fmla="*/ 379274 w 1259071"/>
                <a:gd name="connsiteY425" fmla="*/ 57137 h 94636"/>
                <a:gd name="connsiteX426" fmla="*/ 384653 w 1259071"/>
                <a:gd name="connsiteY426" fmla="*/ 62797 h 94636"/>
                <a:gd name="connsiteX427" fmla="*/ 392148 w 1259071"/>
                <a:gd name="connsiteY427" fmla="*/ 64920 h 94636"/>
                <a:gd name="connsiteX428" fmla="*/ 400261 w 1259071"/>
                <a:gd name="connsiteY428" fmla="*/ 62444 h 94636"/>
                <a:gd name="connsiteX429" fmla="*/ 405640 w 1259071"/>
                <a:gd name="connsiteY429" fmla="*/ 56164 h 94636"/>
                <a:gd name="connsiteX430" fmla="*/ 407932 w 1259071"/>
                <a:gd name="connsiteY430" fmla="*/ 66246 h 94636"/>
                <a:gd name="connsiteX431" fmla="*/ 400790 w 1259071"/>
                <a:gd name="connsiteY431" fmla="*/ 70757 h 94636"/>
                <a:gd name="connsiteX432" fmla="*/ 392148 w 1259071"/>
                <a:gd name="connsiteY432" fmla="*/ 72438 h 94636"/>
                <a:gd name="connsiteX433" fmla="*/ 392236 w 1259071"/>
                <a:gd name="connsiteY433" fmla="*/ 72614 h 94636"/>
                <a:gd name="connsiteX434" fmla="*/ 380861 w 1259071"/>
                <a:gd name="connsiteY434" fmla="*/ 69430 h 94636"/>
                <a:gd name="connsiteX435" fmla="*/ 372660 w 1259071"/>
                <a:gd name="connsiteY435" fmla="*/ 61028 h 94636"/>
                <a:gd name="connsiteX436" fmla="*/ 369662 w 1259071"/>
                <a:gd name="connsiteY436" fmla="*/ 49353 h 94636"/>
                <a:gd name="connsiteX437" fmla="*/ 372748 w 1259071"/>
                <a:gd name="connsiteY437" fmla="*/ 37679 h 94636"/>
                <a:gd name="connsiteX438" fmla="*/ 380949 w 1259071"/>
                <a:gd name="connsiteY438" fmla="*/ 29276 h 94636"/>
                <a:gd name="connsiteX439" fmla="*/ 392325 w 1259071"/>
                <a:gd name="connsiteY439" fmla="*/ 26180 h 94636"/>
                <a:gd name="connsiteX440" fmla="*/ 289592 w 1259071"/>
                <a:gd name="connsiteY440" fmla="*/ 26002 h 94636"/>
                <a:gd name="connsiteX441" fmla="*/ 300439 w 1259071"/>
                <a:gd name="connsiteY441" fmla="*/ 28921 h 94636"/>
                <a:gd name="connsiteX442" fmla="*/ 308287 w 1259071"/>
                <a:gd name="connsiteY442" fmla="*/ 36881 h 94636"/>
                <a:gd name="connsiteX443" fmla="*/ 311197 w 1259071"/>
                <a:gd name="connsiteY443" fmla="*/ 48202 h 94636"/>
                <a:gd name="connsiteX444" fmla="*/ 311197 w 1259071"/>
                <a:gd name="connsiteY444" fmla="*/ 51475 h 94636"/>
                <a:gd name="connsiteX445" fmla="*/ 283331 w 1259071"/>
                <a:gd name="connsiteY445" fmla="*/ 51475 h 94636"/>
                <a:gd name="connsiteX446" fmla="*/ 279539 w 1259071"/>
                <a:gd name="connsiteY446" fmla="*/ 51298 h 94636"/>
                <a:gd name="connsiteX447" fmla="*/ 275747 w 1259071"/>
                <a:gd name="connsiteY447" fmla="*/ 50855 h 94636"/>
                <a:gd name="connsiteX448" fmla="*/ 280862 w 1259071"/>
                <a:gd name="connsiteY448" fmla="*/ 60850 h 94636"/>
                <a:gd name="connsiteX449" fmla="*/ 291267 w 1259071"/>
                <a:gd name="connsiteY449" fmla="*/ 64919 h 94636"/>
                <a:gd name="connsiteX450" fmla="*/ 298851 w 1259071"/>
                <a:gd name="connsiteY450" fmla="*/ 62973 h 94636"/>
                <a:gd name="connsiteX451" fmla="*/ 304495 w 1259071"/>
                <a:gd name="connsiteY451" fmla="*/ 57843 h 94636"/>
                <a:gd name="connsiteX452" fmla="*/ 306612 w 1259071"/>
                <a:gd name="connsiteY452" fmla="*/ 66953 h 94636"/>
                <a:gd name="connsiteX453" fmla="*/ 299556 w 1259071"/>
                <a:gd name="connsiteY453" fmla="*/ 71021 h 94636"/>
                <a:gd name="connsiteX454" fmla="*/ 291179 w 1259071"/>
                <a:gd name="connsiteY454" fmla="*/ 72436 h 94636"/>
                <a:gd name="connsiteX455" fmla="*/ 279186 w 1259071"/>
                <a:gd name="connsiteY455" fmla="*/ 69252 h 94636"/>
                <a:gd name="connsiteX456" fmla="*/ 270897 w 1259071"/>
                <a:gd name="connsiteY456" fmla="*/ 60761 h 94636"/>
                <a:gd name="connsiteX457" fmla="*/ 267899 w 1259071"/>
                <a:gd name="connsiteY457" fmla="*/ 48733 h 94636"/>
                <a:gd name="connsiteX458" fmla="*/ 270809 w 1259071"/>
                <a:gd name="connsiteY458" fmla="*/ 37235 h 94636"/>
                <a:gd name="connsiteX459" fmla="*/ 278657 w 1259071"/>
                <a:gd name="connsiteY459" fmla="*/ 29010 h 94636"/>
                <a:gd name="connsiteX460" fmla="*/ 289592 w 1259071"/>
                <a:gd name="connsiteY460" fmla="*/ 26002 h 94636"/>
                <a:gd name="connsiteX461" fmla="*/ 120987 w 1259071"/>
                <a:gd name="connsiteY461" fmla="*/ 25738 h 94636"/>
                <a:gd name="connsiteX462" fmla="*/ 131834 w 1259071"/>
                <a:gd name="connsiteY462" fmla="*/ 28656 h 94636"/>
                <a:gd name="connsiteX463" fmla="*/ 139682 w 1259071"/>
                <a:gd name="connsiteY463" fmla="*/ 36617 h 94636"/>
                <a:gd name="connsiteX464" fmla="*/ 142592 w 1259071"/>
                <a:gd name="connsiteY464" fmla="*/ 47938 h 94636"/>
                <a:gd name="connsiteX465" fmla="*/ 142592 w 1259071"/>
                <a:gd name="connsiteY465" fmla="*/ 51211 h 94636"/>
                <a:gd name="connsiteX466" fmla="*/ 114726 w 1259071"/>
                <a:gd name="connsiteY466" fmla="*/ 51211 h 94636"/>
                <a:gd name="connsiteX467" fmla="*/ 110934 w 1259071"/>
                <a:gd name="connsiteY467" fmla="*/ 51034 h 94636"/>
                <a:gd name="connsiteX468" fmla="*/ 107142 w 1259071"/>
                <a:gd name="connsiteY468" fmla="*/ 50591 h 94636"/>
                <a:gd name="connsiteX469" fmla="*/ 112257 w 1259071"/>
                <a:gd name="connsiteY469" fmla="*/ 60586 h 94636"/>
                <a:gd name="connsiteX470" fmla="*/ 122662 w 1259071"/>
                <a:gd name="connsiteY470" fmla="*/ 64655 h 94636"/>
                <a:gd name="connsiteX471" fmla="*/ 130246 w 1259071"/>
                <a:gd name="connsiteY471" fmla="*/ 62709 h 94636"/>
                <a:gd name="connsiteX472" fmla="*/ 135889 w 1259071"/>
                <a:gd name="connsiteY472" fmla="*/ 57579 h 94636"/>
                <a:gd name="connsiteX473" fmla="*/ 138007 w 1259071"/>
                <a:gd name="connsiteY473" fmla="*/ 66689 h 94636"/>
                <a:gd name="connsiteX474" fmla="*/ 130951 w 1259071"/>
                <a:gd name="connsiteY474" fmla="*/ 70757 h 94636"/>
                <a:gd name="connsiteX475" fmla="*/ 122574 w 1259071"/>
                <a:gd name="connsiteY475" fmla="*/ 72172 h 94636"/>
                <a:gd name="connsiteX476" fmla="*/ 110581 w 1259071"/>
                <a:gd name="connsiteY476" fmla="*/ 68988 h 94636"/>
                <a:gd name="connsiteX477" fmla="*/ 102292 w 1259071"/>
                <a:gd name="connsiteY477" fmla="*/ 60497 h 94636"/>
                <a:gd name="connsiteX478" fmla="*/ 99294 w 1259071"/>
                <a:gd name="connsiteY478" fmla="*/ 48469 h 94636"/>
                <a:gd name="connsiteX479" fmla="*/ 102204 w 1259071"/>
                <a:gd name="connsiteY479" fmla="*/ 36971 h 94636"/>
                <a:gd name="connsiteX480" fmla="*/ 110052 w 1259071"/>
                <a:gd name="connsiteY480" fmla="*/ 28745 h 94636"/>
                <a:gd name="connsiteX481" fmla="*/ 120987 w 1259071"/>
                <a:gd name="connsiteY481" fmla="*/ 25738 h 94636"/>
                <a:gd name="connsiteX482" fmla="*/ 43915 w 1259071"/>
                <a:gd name="connsiteY482" fmla="*/ 25738 h 94636"/>
                <a:gd name="connsiteX483" fmla="*/ 52381 w 1259071"/>
                <a:gd name="connsiteY483" fmla="*/ 28126 h 94636"/>
                <a:gd name="connsiteX484" fmla="*/ 58642 w 1259071"/>
                <a:gd name="connsiteY484" fmla="*/ 34937 h 94636"/>
                <a:gd name="connsiteX485" fmla="*/ 61023 w 1259071"/>
                <a:gd name="connsiteY485" fmla="*/ 45726 h 94636"/>
                <a:gd name="connsiteX486" fmla="*/ 61023 w 1259071"/>
                <a:gd name="connsiteY486" fmla="*/ 71376 h 94636"/>
                <a:gd name="connsiteX487" fmla="*/ 53263 w 1259071"/>
                <a:gd name="connsiteY487" fmla="*/ 71376 h 94636"/>
                <a:gd name="connsiteX488" fmla="*/ 53263 w 1259071"/>
                <a:gd name="connsiteY488" fmla="*/ 46877 h 94636"/>
                <a:gd name="connsiteX489" fmla="*/ 50265 w 1259071"/>
                <a:gd name="connsiteY489" fmla="*/ 37501 h 94636"/>
                <a:gd name="connsiteX490" fmla="*/ 41799 w 1259071"/>
                <a:gd name="connsiteY490" fmla="*/ 33433 h 94636"/>
                <a:gd name="connsiteX491" fmla="*/ 33774 w 1259071"/>
                <a:gd name="connsiteY491" fmla="*/ 36794 h 94636"/>
                <a:gd name="connsiteX492" fmla="*/ 30247 w 1259071"/>
                <a:gd name="connsiteY492" fmla="*/ 46523 h 94636"/>
                <a:gd name="connsiteX493" fmla="*/ 30247 w 1259071"/>
                <a:gd name="connsiteY493" fmla="*/ 71288 h 94636"/>
                <a:gd name="connsiteX494" fmla="*/ 22487 w 1259071"/>
                <a:gd name="connsiteY494" fmla="*/ 71288 h 94636"/>
                <a:gd name="connsiteX495" fmla="*/ 22487 w 1259071"/>
                <a:gd name="connsiteY495" fmla="*/ 71111 h 94636"/>
                <a:gd name="connsiteX496" fmla="*/ 22487 w 1259071"/>
                <a:gd name="connsiteY496" fmla="*/ 26534 h 94636"/>
                <a:gd name="connsiteX497" fmla="*/ 29718 w 1259071"/>
                <a:gd name="connsiteY497" fmla="*/ 26534 h 94636"/>
                <a:gd name="connsiteX498" fmla="*/ 29718 w 1259071"/>
                <a:gd name="connsiteY498" fmla="*/ 33787 h 94636"/>
                <a:gd name="connsiteX499" fmla="*/ 35802 w 1259071"/>
                <a:gd name="connsiteY499" fmla="*/ 27772 h 94636"/>
                <a:gd name="connsiteX500" fmla="*/ 43915 w 1259071"/>
                <a:gd name="connsiteY500" fmla="*/ 25738 h 94636"/>
                <a:gd name="connsiteX501" fmla="*/ 504141 w 1259071"/>
                <a:gd name="connsiteY501" fmla="*/ 22110 h 94636"/>
                <a:gd name="connsiteX502" fmla="*/ 499907 w 1259071"/>
                <a:gd name="connsiteY502" fmla="*/ 23968 h 94636"/>
                <a:gd name="connsiteX503" fmla="*/ 498232 w 1259071"/>
                <a:gd name="connsiteY503" fmla="*/ 28390 h 94636"/>
                <a:gd name="connsiteX504" fmla="*/ 499114 w 1259071"/>
                <a:gd name="connsiteY504" fmla="*/ 31575 h 94636"/>
                <a:gd name="connsiteX505" fmla="*/ 501054 w 1259071"/>
                <a:gd name="connsiteY505" fmla="*/ 34848 h 94636"/>
                <a:gd name="connsiteX506" fmla="*/ 502641 w 1259071"/>
                <a:gd name="connsiteY506" fmla="*/ 37235 h 94636"/>
                <a:gd name="connsiteX507" fmla="*/ 502641 w 1259071"/>
                <a:gd name="connsiteY507" fmla="*/ 37147 h 94636"/>
                <a:gd name="connsiteX508" fmla="*/ 505022 w 1259071"/>
                <a:gd name="connsiteY508" fmla="*/ 35909 h 94636"/>
                <a:gd name="connsiteX509" fmla="*/ 507051 w 1259071"/>
                <a:gd name="connsiteY509" fmla="*/ 34671 h 94636"/>
                <a:gd name="connsiteX510" fmla="*/ 509255 w 1259071"/>
                <a:gd name="connsiteY510" fmla="*/ 32282 h 94636"/>
                <a:gd name="connsiteX511" fmla="*/ 510226 w 1259071"/>
                <a:gd name="connsiteY511" fmla="*/ 28568 h 94636"/>
                <a:gd name="connsiteX512" fmla="*/ 508461 w 1259071"/>
                <a:gd name="connsiteY512" fmla="*/ 23968 h 94636"/>
                <a:gd name="connsiteX513" fmla="*/ 504141 w 1259071"/>
                <a:gd name="connsiteY513" fmla="*/ 22110 h 94636"/>
                <a:gd name="connsiteX514" fmla="*/ 868732 w 1259071"/>
                <a:gd name="connsiteY514" fmla="*/ 21384 h 94636"/>
                <a:gd name="connsiteX515" fmla="*/ 868775 w 1259071"/>
                <a:gd name="connsiteY515" fmla="*/ 21403 h 94636"/>
                <a:gd name="connsiteX516" fmla="*/ 868687 w 1259071"/>
                <a:gd name="connsiteY516" fmla="*/ 21403 h 94636"/>
                <a:gd name="connsiteX517" fmla="*/ 564942 w 1259071"/>
                <a:gd name="connsiteY517" fmla="*/ 20853 h 94636"/>
                <a:gd name="connsiteX518" fmla="*/ 564985 w 1259071"/>
                <a:gd name="connsiteY518" fmla="*/ 20872 h 94636"/>
                <a:gd name="connsiteX519" fmla="*/ 564897 w 1259071"/>
                <a:gd name="connsiteY519" fmla="*/ 20872 h 94636"/>
                <a:gd name="connsiteX520" fmla="*/ 199337 w 1259071"/>
                <a:gd name="connsiteY520" fmla="*/ 18731 h 94636"/>
                <a:gd name="connsiteX521" fmla="*/ 199380 w 1259071"/>
                <a:gd name="connsiteY521" fmla="*/ 18750 h 94636"/>
                <a:gd name="connsiteX522" fmla="*/ 199292 w 1259071"/>
                <a:gd name="connsiteY522" fmla="*/ 18750 h 94636"/>
                <a:gd name="connsiteX523" fmla="*/ 5071 w 1259071"/>
                <a:gd name="connsiteY523" fmla="*/ 18465 h 94636"/>
                <a:gd name="connsiteX524" fmla="*/ 5114 w 1259071"/>
                <a:gd name="connsiteY524" fmla="*/ 18484 h 94636"/>
                <a:gd name="connsiteX525" fmla="*/ 5026 w 1259071"/>
                <a:gd name="connsiteY525" fmla="*/ 18484 h 94636"/>
                <a:gd name="connsiteX526" fmla="*/ 504229 w 1259071"/>
                <a:gd name="connsiteY526" fmla="*/ 15920 h 94636"/>
                <a:gd name="connsiteX527" fmla="*/ 510401 w 1259071"/>
                <a:gd name="connsiteY527" fmla="*/ 17600 h 94636"/>
                <a:gd name="connsiteX528" fmla="*/ 514899 w 1259071"/>
                <a:gd name="connsiteY528" fmla="*/ 22110 h 94636"/>
                <a:gd name="connsiteX529" fmla="*/ 516574 w 1259071"/>
                <a:gd name="connsiteY529" fmla="*/ 28479 h 94636"/>
                <a:gd name="connsiteX530" fmla="*/ 514899 w 1259071"/>
                <a:gd name="connsiteY530" fmla="*/ 34759 h 94636"/>
                <a:gd name="connsiteX531" fmla="*/ 511107 w 1259071"/>
                <a:gd name="connsiteY531" fmla="*/ 38650 h 94636"/>
                <a:gd name="connsiteX532" fmla="*/ 507844 w 1259071"/>
                <a:gd name="connsiteY532" fmla="*/ 40685 h 94636"/>
                <a:gd name="connsiteX533" fmla="*/ 505904 w 1259071"/>
                <a:gd name="connsiteY533" fmla="*/ 41746 h 94636"/>
                <a:gd name="connsiteX534" fmla="*/ 518074 w 1259071"/>
                <a:gd name="connsiteY534" fmla="*/ 59435 h 94636"/>
                <a:gd name="connsiteX535" fmla="*/ 522482 w 1259071"/>
                <a:gd name="connsiteY535" fmla="*/ 48468 h 94636"/>
                <a:gd name="connsiteX536" fmla="*/ 527156 w 1259071"/>
                <a:gd name="connsiteY536" fmla="*/ 55190 h 94636"/>
                <a:gd name="connsiteX537" fmla="*/ 521336 w 1259071"/>
                <a:gd name="connsiteY537" fmla="*/ 64653 h 94636"/>
                <a:gd name="connsiteX538" fmla="*/ 526275 w 1259071"/>
                <a:gd name="connsiteY538" fmla="*/ 71729 h 94636"/>
                <a:gd name="connsiteX539" fmla="*/ 518778 w 1259071"/>
                <a:gd name="connsiteY539" fmla="*/ 71729 h 94636"/>
                <a:gd name="connsiteX540" fmla="*/ 516398 w 1259071"/>
                <a:gd name="connsiteY540" fmla="*/ 68368 h 94636"/>
                <a:gd name="connsiteX541" fmla="*/ 510754 w 1259071"/>
                <a:gd name="connsiteY541" fmla="*/ 71463 h 94636"/>
                <a:gd name="connsiteX542" fmla="*/ 504670 w 1259071"/>
                <a:gd name="connsiteY542" fmla="*/ 72437 h 94636"/>
                <a:gd name="connsiteX543" fmla="*/ 504758 w 1259071"/>
                <a:gd name="connsiteY543" fmla="*/ 72702 h 94636"/>
                <a:gd name="connsiteX544" fmla="*/ 495763 w 1259071"/>
                <a:gd name="connsiteY544" fmla="*/ 70490 h 94636"/>
                <a:gd name="connsiteX545" fmla="*/ 489590 w 1259071"/>
                <a:gd name="connsiteY545" fmla="*/ 64388 h 94636"/>
                <a:gd name="connsiteX546" fmla="*/ 487386 w 1259071"/>
                <a:gd name="connsiteY546" fmla="*/ 55455 h 94636"/>
                <a:gd name="connsiteX547" fmla="*/ 488973 w 1259071"/>
                <a:gd name="connsiteY547" fmla="*/ 48202 h 94636"/>
                <a:gd name="connsiteX548" fmla="*/ 492853 w 1259071"/>
                <a:gd name="connsiteY548" fmla="*/ 43249 h 94636"/>
                <a:gd name="connsiteX549" fmla="*/ 496997 w 1259071"/>
                <a:gd name="connsiteY549" fmla="*/ 40154 h 94636"/>
                <a:gd name="connsiteX550" fmla="*/ 495852 w 1259071"/>
                <a:gd name="connsiteY550" fmla="*/ 38562 h 94636"/>
                <a:gd name="connsiteX551" fmla="*/ 493206 w 1259071"/>
                <a:gd name="connsiteY551" fmla="*/ 34139 h 94636"/>
                <a:gd name="connsiteX552" fmla="*/ 491971 w 1259071"/>
                <a:gd name="connsiteY552" fmla="*/ 28568 h 94636"/>
                <a:gd name="connsiteX553" fmla="*/ 493647 w 1259071"/>
                <a:gd name="connsiteY553" fmla="*/ 22110 h 94636"/>
                <a:gd name="connsiteX554" fmla="*/ 498056 w 1259071"/>
                <a:gd name="connsiteY554" fmla="*/ 17600 h 94636"/>
                <a:gd name="connsiteX555" fmla="*/ 504229 w 1259071"/>
                <a:gd name="connsiteY555" fmla="*/ 15920 h 94636"/>
                <a:gd name="connsiteX556" fmla="*/ 838087 w 1259071"/>
                <a:gd name="connsiteY556" fmla="*/ 14417 h 94636"/>
                <a:gd name="connsiteX557" fmla="*/ 845407 w 1259071"/>
                <a:gd name="connsiteY557" fmla="*/ 14417 h 94636"/>
                <a:gd name="connsiteX558" fmla="*/ 845407 w 1259071"/>
                <a:gd name="connsiteY558" fmla="*/ 29276 h 94636"/>
                <a:gd name="connsiteX559" fmla="*/ 855989 w 1259071"/>
                <a:gd name="connsiteY559" fmla="*/ 29276 h 94636"/>
                <a:gd name="connsiteX560" fmla="*/ 855989 w 1259071"/>
                <a:gd name="connsiteY560" fmla="*/ 35998 h 94636"/>
                <a:gd name="connsiteX561" fmla="*/ 845583 w 1259071"/>
                <a:gd name="connsiteY561" fmla="*/ 35998 h 94636"/>
                <a:gd name="connsiteX562" fmla="*/ 845583 w 1259071"/>
                <a:gd name="connsiteY562" fmla="*/ 73940 h 94636"/>
                <a:gd name="connsiteX563" fmla="*/ 837822 w 1259071"/>
                <a:gd name="connsiteY563" fmla="*/ 73940 h 94636"/>
                <a:gd name="connsiteX564" fmla="*/ 837822 w 1259071"/>
                <a:gd name="connsiteY564" fmla="*/ 35998 h 94636"/>
                <a:gd name="connsiteX565" fmla="*/ 828211 w 1259071"/>
                <a:gd name="connsiteY565" fmla="*/ 35998 h 94636"/>
                <a:gd name="connsiteX566" fmla="*/ 828211 w 1259071"/>
                <a:gd name="connsiteY566" fmla="*/ 29276 h 94636"/>
                <a:gd name="connsiteX567" fmla="*/ 838087 w 1259071"/>
                <a:gd name="connsiteY567" fmla="*/ 29276 h 94636"/>
                <a:gd name="connsiteX568" fmla="*/ 1159689 w 1259071"/>
                <a:gd name="connsiteY568" fmla="*/ 14151 h 94636"/>
                <a:gd name="connsiteX569" fmla="*/ 1167009 w 1259071"/>
                <a:gd name="connsiteY569" fmla="*/ 14151 h 94636"/>
                <a:gd name="connsiteX570" fmla="*/ 1167009 w 1259071"/>
                <a:gd name="connsiteY570" fmla="*/ 29010 h 94636"/>
                <a:gd name="connsiteX571" fmla="*/ 1177591 w 1259071"/>
                <a:gd name="connsiteY571" fmla="*/ 29010 h 94636"/>
                <a:gd name="connsiteX572" fmla="*/ 1177591 w 1259071"/>
                <a:gd name="connsiteY572" fmla="*/ 35732 h 94636"/>
                <a:gd name="connsiteX573" fmla="*/ 1167185 w 1259071"/>
                <a:gd name="connsiteY573" fmla="*/ 35732 h 94636"/>
                <a:gd name="connsiteX574" fmla="*/ 1167185 w 1259071"/>
                <a:gd name="connsiteY574" fmla="*/ 73674 h 94636"/>
                <a:gd name="connsiteX575" fmla="*/ 1159424 w 1259071"/>
                <a:gd name="connsiteY575" fmla="*/ 73674 h 94636"/>
                <a:gd name="connsiteX576" fmla="*/ 1159424 w 1259071"/>
                <a:gd name="connsiteY576" fmla="*/ 35732 h 94636"/>
                <a:gd name="connsiteX577" fmla="*/ 1149813 w 1259071"/>
                <a:gd name="connsiteY577" fmla="*/ 35732 h 94636"/>
                <a:gd name="connsiteX578" fmla="*/ 1149813 w 1259071"/>
                <a:gd name="connsiteY578" fmla="*/ 29010 h 94636"/>
                <a:gd name="connsiteX579" fmla="*/ 1159689 w 1259071"/>
                <a:gd name="connsiteY579" fmla="*/ 29010 h 94636"/>
                <a:gd name="connsiteX580" fmla="*/ 77600 w 1259071"/>
                <a:gd name="connsiteY580" fmla="*/ 11675 h 94636"/>
                <a:gd name="connsiteX581" fmla="*/ 84920 w 1259071"/>
                <a:gd name="connsiteY581" fmla="*/ 11675 h 94636"/>
                <a:gd name="connsiteX582" fmla="*/ 84920 w 1259071"/>
                <a:gd name="connsiteY582" fmla="*/ 26533 h 94636"/>
                <a:gd name="connsiteX583" fmla="*/ 95502 w 1259071"/>
                <a:gd name="connsiteY583" fmla="*/ 26533 h 94636"/>
                <a:gd name="connsiteX584" fmla="*/ 95502 w 1259071"/>
                <a:gd name="connsiteY584" fmla="*/ 33256 h 94636"/>
                <a:gd name="connsiteX585" fmla="*/ 85096 w 1259071"/>
                <a:gd name="connsiteY585" fmla="*/ 33256 h 94636"/>
                <a:gd name="connsiteX586" fmla="*/ 85096 w 1259071"/>
                <a:gd name="connsiteY586" fmla="*/ 71198 h 94636"/>
                <a:gd name="connsiteX587" fmla="*/ 77335 w 1259071"/>
                <a:gd name="connsiteY587" fmla="*/ 71198 h 94636"/>
                <a:gd name="connsiteX588" fmla="*/ 77335 w 1259071"/>
                <a:gd name="connsiteY588" fmla="*/ 33256 h 94636"/>
                <a:gd name="connsiteX589" fmla="*/ 67724 w 1259071"/>
                <a:gd name="connsiteY589" fmla="*/ 33256 h 94636"/>
                <a:gd name="connsiteX590" fmla="*/ 67724 w 1259071"/>
                <a:gd name="connsiteY590" fmla="*/ 26533 h 94636"/>
                <a:gd name="connsiteX591" fmla="*/ 77600 w 1259071"/>
                <a:gd name="connsiteY591" fmla="*/ 26533 h 94636"/>
                <a:gd name="connsiteX592" fmla="*/ 868775 w 1259071"/>
                <a:gd name="connsiteY592" fmla="*/ 10702 h 94636"/>
                <a:gd name="connsiteX593" fmla="*/ 872479 w 1259071"/>
                <a:gd name="connsiteY593" fmla="*/ 12205 h 94636"/>
                <a:gd name="connsiteX594" fmla="*/ 873890 w 1259071"/>
                <a:gd name="connsiteY594" fmla="*/ 16008 h 94636"/>
                <a:gd name="connsiteX595" fmla="*/ 872391 w 1259071"/>
                <a:gd name="connsiteY595" fmla="*/ 19812 h 94636"/>
                <a:gd name="connsiteX596" fmla="*/ 868732 w 1259071"/>
                <a:gd name="connsiteY596" fmla="*/ 21384 h 94636"/>
                <a:gd name="connsiteX597" fmla="*/ 865160 w 1259071"/>
                <a:gd name="connsiteY597" fmla="*/ 19812 h 94636"/>
                <a:gd name="connsiteX598" fmla="*/ 863661 w 1259071"/>
                <a:gd name="connsiteY598" fmla="*/ 16008 h 94636"/>
                <a:gd name="connsiteX599" fmla="*/ 865160 w 1259071"/>
                <a:gd name="connsiteY599" fmla="*/ 12205 h 94636"/>
                <a:gd name="connsiteX600" fmla="*/ 868775 w 1259071"/>
                <a:gd name="connsiteY600" fmla="*/ 10702 h 94636"/>
                <a:gd name="connsiteX601" fmla="*/ 564985 w 1259071"/>
                <a:gd name="connsiteY601" fmla="*/ 10171 h 94636"/>
                <a:gd name="connsiteX602" fmla="*/ 568689 w 1259071"/>
                <a:gd name="connsiteY602" fmla="*/ 11674 h 94636"/>
                <a:gd name="connsiteX603" fmla="*/ 570100 w 1259071"/>
                <a:gd name="connsiteY603" fmla="*/ 15477 h 94636"/>
                <a:gd name="connsiteX604" fmla="*/ 568601 w 1259071"/>
                <a:gd name="connsiteY604" fmla="*/ 19281 h 94636"/>
                <a:gd name="connsiteX605" fmla="*/ 564942 w 1259071"/>
                <a:gd name="connsiteY605" fmla="*/ 20853 h 94636"/>
                <a:gd name="connsiteX606" fmla="*/ 561370 w 1259071"/>
                <a:gd name="connsiteY606" fmla="*/ 19281 h 94636"/>
                <a:gd name="connsiteX607" fmla="*/ 559871 w 1259071"/>
                <a:gd name="connsiteY607" fmla="*/ 15477 h 94636"/>
                <a:gd name="connsiteX608" fmla="*/ 561370 w 1259071"/>
                <a:gd name="connsiteY608" fmla="*/ 11674 h 94636"/>
                <a:gd name="connsiteX609" fmla="*/ 564985 w 1259071"/>
                <a:gd name="connsiteY609" fmla="*/ 10171 h 94636"/>
                <a:gd name="connsiteX610" fmla="*/ 199380 w 1259071"/>
                <a:gd name="connsiteY610" fmla="*/ 8049 h 94636"/>
                <a:gd name="connsiteX611" fmla="*/ 203084 w 1259071"/>
                <a:gd name="connsiteY611" fmla="*/ 9552 h 94636"/>
                <a:gd name="connsiteX612" fmla="*/ 204495 w 1259071"/>
                <a:gd name="connsiteY612" fmla="*/ 13355 h 94636"/>
                <a:gd name="connsiteX613" fmla="*/ 202996 w 1259071"/>
                <a:gd name="connsiteY613" fmla="*/ 17159 h 94636"/>
                <a:gd name="connsiteX614" fmla="*/ 199337 w 1259071"/>
                <a:gd name="connsiteY614" fmla="*/ 18731 h 94636"/>
                <a:gd name="connsiteX615" fmla="*/ 195765 w 1259071"/>
                <a:gd name="connsiteY615" fmla="*/ 17159 h 94636"/>
                <a:gd name="connsiteX616" fmla="*/ 194266 w 1259071"/>
                <a:gd name="connsiteY616" fmla="*/ 13355 h 94636"/>
                <a:gd name="connsiteX617" fmla="*/ 195765 w 1259071"/>
                <a:gd name="connsiteY617" fmla="*/ 9552 h 94636"/>
                <a:gd name="connsiteX618" fmla="*/ 199380 w 1259071"/>
                <a:gd name="connsiteY618" fmla="*/ 8049 h 94636"/>
                <a:gd name="connsiteX619" fmla="*/ 5114 w 1259071"/>
                <a:gd name="connsiteY619" fmla="*/ 7783 h 94636"/>
                <a:gd name="connsiteX620" fmla="*/ 8818 w 1259071"/>
                <a:gd name="connsiteY620" fmla="*/ 9286 h 94636"/>
                <a:gd name="connsiteX621" fmla="*/ 10229 w 1259071"/>
                <a:gd name="connsiteY621" fmla="*/ 13089 h 94636"/>
                <a:gd name="connsiteX622" fmla="*/ 8730 w 1259071"/>
                <a:gd name="connsiteY622" fmla="*/ 16893 h 94636"/>
                <a:gd name="connsiteX623" fmla="*/ 5071 w 1259071"/>
                <a:gd name="connsiteY623" fmla="*/ 18465 h 94636"/>
                <a:gd name="connsiteX624" fmla="*/ 1499 w 1259071"/>
                <a:gd name="connsiteY624" fmla="*/ 16893 h 94636"/>
                <a:gd name="connsiteX625" fmla="*/ 0 w 1259071"/>
                <a:gd name="connsiteY625" fmla="*/ 13089 h 94636"/>
                <a:gd name="connsiteX626" fmla="*/ 1499 w 1259071"/>
                <a:gd name="connsiteY626" fmla="*/ 9286 h 94636"/>
                <a:gd name="connsiteX627" fmla="*/ 5114 w 1259071"/>
                <a:gd name="connsiteY627" fmla="*/ 7783 h 94636"/>
                <a:gd name="connsiteX628" fmla="*/ 174073 w 1259071"/>
                <a:gd name="connsiteY628" fmla="*/ 0 h 94636"/>
                <a:gd name="connsiteX629" fmla="*/ 181921 w 1259071"/>
                <a:gd name="connsiteY629" fmla="*/ 0 h 94636"/>
                <a:gd name="connsiteX630" fmla="*/ 181921 w 1259071"/>
                <a:gd name="connsiteY630" fmla="*/ 71376 h 94636"/>
                <a:gd name="connsiteX631" fmla="*/ 174073 w 1259071"/>
                <a:gd name="connsiteY631" fmla="*/ 71376 h 94636"/>
                <a:gd name="connsiteX632" fmla="*/ 152733 w 1259071"/>
                <a:gd name="connsiteY632" fmla="*/ 0 h 94636"/>
                <a:gd name="connsiteX633" fmla="*/ 160581 w 1259071"/>
                <a:gd name="connsiteY633" fmla="*/ 0 h 94636"/>
                <a:gd name="connsiteX634" fmla="*/ 160581 w 1259071"/>
                <a:gd name="connsiteY634" fmla="*/ 71376 h 94636"/>
                <a:gd name="connsiteX635" fmla="*/ 152733 w 1259071"/>
                <a:gd name="connsiteY635" fmla="*/ 71376 h 94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</a:cxnLst>
              <a:rect l="l" t="t" r="r" b="b"/>
              <a:pathLst>
                <a:path w="1259071" h="94636">
                  <a:moveTo>
                    <a:pt x="500348" y="45018"/>
                  </a:moveTo>
                  <a:cubicBezTo>
                    <a:pt x="499556" y="45549"/>
                    <a:pt x="498585" y="46169"/>
                    <a:pt x="497615" y="47053"/>
                  </a:cubicBezTo>
                  <a:cubicBezTo>
                    <a:pt x="496645" y="47938"/>
                    <a:pt x="495763" y="49087"/>
                    <a:pt x="495058" y="50413"/>
                  </a:cubicBezTo>
                  <a:cubicBezTo>
                    <a:pt x="494353" y="51740"/>
                    <a:pt x="494000" y="53421"/>
                    <a:pt x="494000" y="55367"/>
                  </a:cubicBezTo>
                  <a:cubicBezTo>
                    <a:pt x="494000" y="58374"/>
                    <a:pt x="494969" y="61027"/>
                    <a:pt x="496909" y="63238"/>
                  </a:cubicBezTo>
                  <a:lnTo>
                    <a:pt x="505173" y="66589"/>
                  </a:lnTo>
                  <a:lnTo>
                    <a:pt x="505111" y="66599"/>
                  </a:lnTo>
                  <a:lnTo>
                    <a:pt x="505198" y="66599"/>
                  </a:lnTo>
                  <a:lnTo>
                    <a:pt x="505173" y="66589"/>
                  </a:lnTo>
                  <a:lnTo>
                    <a:pt x="509432" y="65891"/>
                  </a:lnTo>
                  <a:cubicBezTo>
                    <a:pt x="510842" y="65361"/>
                    <a:pt x="512165" y="64742"/>
                    <a:pt x="513399" y="64034"/>
                  </a:cubicBezTo>
                  <a:close/>
                  <a:moveTo>
                    <a:pt x="905900" y="36086"/>
                  </a:moveTo>
                  <a:cubicBezTo>
                    <a:pt x="903166" y="36086"/>
                    <a:pt x="900697" y="36793"/>
                    <a:pt x="898405" y="38208"/>
                  </a:cubicBezTo>
                  <a:cubicBezTo>
                    <a:pt x="896199" y="39624"/>
                    <a:pt x="894348" y="41481"/>
                    <a:pt x="893025" y="43869"/>
                  </a:cubicBezTo>
                  <a:cubicBezTo>
                    <a:pt x="891702" y="46257"/>
                    <a:pt x="890997" y="48822"/>
                    <a:pt x="890997" y="51740"/>
                  </a:cubicBezTo>
                  <a:cubicBezTo>
                    <a:pt x="890997" y="54660"/>
                    <a:pt x="891614" y="57225"/>
                    <a:pt x="892936" y="59612"/>
                  </a:cubicBezTo>
                  <a:cubicBezTo>
                    <a:pt x="894260" y="62000"/>
                    <a:pt x="896023" y="63858"/>
                    <a:pt x="898228" y="65273"/>
                  </a:cubicBezTo>
                  <a:cubicBezTo>
                    <a:pt x="900433" y="66688"/>
                    <a:pt x="902902" y="67395"/>
                    <a:pt x="905724" y="67395"/>
                  </a:cubicBezTo>
                  <a:cubicBezTo>
                    <a:pt x="908457" y="67395"/>
                    <a:pt x="910926" y="66688"/>
                    <a:pt x="913219" y="65273"/>
                  </a:cubicBezTo>
                  <a:cubicBezTo>
                    <a:pt x="915423" y="63858"/>
                    <a:pt x="917275" y="62000"/>
                    <a:pt x="918598" y="59612"/>
                  </a:cubicBezTo>
                  <a:cubicBezTo>
                    <a:pt x="919920" y="57225"/>
                    <a:pt x="920626" y="54660"/>
                    <a:pt x="920626" y="51740"/>
                  </a:cubicBezTo>
                  <a:cubicBezTo>
                    <a:pt x="920626" y="48910"/>
                    <a:pt x="920008" y="46257"/>
                    <a:pt x="918686" y="43869"/>
                  </a:cubicBezTo>
                  <a:cubicBezTo>
                    <a:pt x="917364" y="41481"/>
                    <a:pt x="915600" y="39624"/>
                    <a:pt x="913395" y="38208"/>
                  </a:cubicBezTo>
                  <a:cubicBezTo>
                    <a:pt x="911191" y="36793"/>
                    <a:pt x="908722" y="36086"/>
                    <a:pt x="905900" y="36086"/>
                  </a:cubicBezTo>
                  <a:close/>
                  <a:moveTo>
                    <a:pt x="798141" y="35909"/>
                  </a:moveTo>
                  <a:cubicBezTo>
                    <a:pt x="795407" y="35909"/>
                    <a:pt x="792938" y="36617"/>
                    <a:pt x="790733" y="38031"/>
                  </a:cubicBezTo>
                  <a:cubicBezTo>
                    <a:pt x="788528" y="39446"/>
                    <a:pt x="786765" y="41304"/>
                    <a:pt x="785442" y="43692"/>
                  </a:cubicBezTo>
                  <a:cubicBezTo>
                    <a:pt x="784120" y="46080"/>
                    <a:pt x="783502" y="48644"/>
                    <a:pt x="783502" y="51564"/>
                  </a:cubicBezTo>
                  <a:cubicBezTo>
                    <a:pt x="783502" y="54482"/>
                    <a:pt x="784120" y="57047"/>
                    <a:pt x="785442" y="59435"/>
                  </a:cubicBezTo>
                  <a:cubicBezTo>
                    <a:pt x="786765" y="61823"/>
                    <a:pt x="788528" y="63680"/>
                    <a:pt x="790733" y="65096"/>
                  </a:cubicBezTo>
                  <a:cubicBezTo>
                    <a:pt x="792938" y="66511"/>
                    <a:pt x="795407" y="67218"/>
                    <a:pt x="798053" y="67218"/>
                  </a:cubicBezTo>
                  <a:cubicBezTo>
                    <a:pt x="800786" y="67218"/>
                    <a:pt x="803255" y="66511"/>
                    <a:pt x="805460" y="65096"/>
                  </a:cubicBezTo>
                  <a:cubicBezTo>
                    <a:pt x="807664" y="63680"/>
                    <a:pt x="809427" y="61823"/>
                    <a:pt x="810751" y="59435"/>
                  </a:cubicBezTo>
                  <a:cubicBezTo>
                    <a:pt x="812074" y="57047"/>
                    <a:pt x="812690" y="54482"/>
                    <a:pt x="812690" y="51564"/>
                  </a:cubicBezTo>
                  <a:cubicBezTo>
                    <a:pt x="812690" y="48733"/>
                    <a:pt x="812074" y="46080"/>
                    <a:pt x="810751" y="43692"/>
                  </a:cubicBezTo>
                  <a:cubicBezTo>
                    <a:pt x="809427" y="41304"/>
                    <a:pt x="807664" y="39446"/>
                    <a:pt x="805460" y="38031"/>
                  </a:cubicBezTo>
                  <a:cubicBezTo>
                    <a:pt x="803255" y="36617"/>
                    <a:pt x="800786" y="35909"/>
                    <a:pt x="798141" y="35909"/>
                  </a:cubicBezTo>
                  <a:close/>
                  <a:moveTo>
                    <a:pt x="704580" y="35732"/>
                  </a:moveTo>
                  <a:cubicBezTo>
                    <a:pt x="701846" y="35732"/>
                    <a:pt x="699377" y="36439"/>
                    <a:pt x="697084" y="37854"/>
                  </a:cubicBezTo>
                  <a:cubicBezTo>
                    <a:pt x="694879" y="39270"/>
                    <a:pt x="693028" y="41127"/>
                    <a:pt x="691705" y="43515"/>
                  </a:cubicBezTo>
                  <a:cubicBezTo>
                    <a:pt x="690382" y="45903"/>
                    <a:pt x="689677" y="48468"/>
                    <a:pt x="689677" y="51386"/>
                  </a:cubicBezTo>
                  <a:cubicBezTo>
                    <a:pt x="689677" y="54306"/>
                    <a:pt x="690294" y="56871"/>
                    <a:pt x="691616" y="59258"/>
                  </a:cubicBezTo>
                  <a:cubicBezTo>
                    <a:pt x="692940" y="61646"/>
                    <a:pt x="694703" y="63504"/>
                    <a:pt x="696908" y="64919"/>
                  </a:cubicBezTo>
                  <a:cubicBezTo>
                    <a:pt x="699113" y="66334"/>
                    <a:pt x="701582" y="67041"/>
                    <a:pt x="704404" y="67041"/>
                  </a:cubicBezTo>
                  <a:cubicBezTo>
                    <a:pt x="707137" y="67041"/>
                    <a:pt x="709606" y="66334"/>
                    <a:pt x="711899" y="64919"/>
                  </a:cubicBezTo>
                  <a:cubicBezTo>
                    <a:pt x="714103" y="63504"/>
                    <a:pt x="715955" y="61646"/>
                    <a:pt x="717278" y="59258"/>
                  </a:cubicBezTo>
                  <a:cubicBezTo>
                    <a:pt x="718600" y="56871"/>
                    <a:pt x="719306" y="54306"/>
                    <a:pt x="719306" y="51386"/>
                  </a:cubicBezTo>
                  <a:cubicBezTo>
                    <a:pt x="719306" y="48556"/>
                    <a:pt x="718688" y="45903"/>
                    <a:pt x="717366" y="43515"/>
                  </a:cubicBezTo>
                  <a:cubicBezTo>
                    <a:pt x="716043" y="41127"/>
                    <a:pt x="714280" y="39270"/>
                    <a:pt x="712075" y="37854"/>
                  </a:cubicBezTo>
                  <a:cubicBezTo>
                    <a:pt x="709871" y="36439"/>
                    <a:pt x="707402" y="35732"/>
                    <a:pt x="704580" y="35732"/>
                  </a:cubicBezTo>
                  <a:close/>
                  <a:moveTo>
                    <a:pt x="1203163" y="35466"/>
                  </a:moveTo>
                  <a:cubicBezTo>
                    <a:pt x="1199724" y="35466"/>
                    <a:pt x="1196637" y="36616"/>
                    <a:pt x="1194080" y="39092"/>
                  </a:cubicBezTo>
                  <a:lnTo>
                    <a:pt x="1189165" y="47567"/>
                  </a:lnTo>
                  <a:lnTo>
                    <a:pt x="1188965" y="47583"/>
                  </a:lnTo>
                  <a:lnTo>
                    <a:pt x="1189054" y="47760"/>
                  </a:lnTo>
                  <a:lnTo>
                    <a:pt x="1189165" y="47567"/>
                  </a:lnTo>
                  <a:lnTo>
                    <a:pt x="1196725" y="46964"/>
                  </a:lnTo>
                  <a:lnTo>
                    <a:pt x="1210923" y="46964"/>
                  </a:lnTo>
                  <a:cubicBezTo>
                    <a:pt x="1211982" y="46964"/>
                    <a:pt x="1213039" y="46964"/>
                    <a:pt x="1214010" y="47140"/>
                  </a:cubicBezTo>
                  <a:cubicBezTo>
                    <a:pt x="1215067" y="47140"/>
                    <a:pt x="1216038" y="47318"/>
                    <a:pt x="1217096" y="47406"/>
                  </a:cubicBezTo>
                  <a:cubicBezTo>
                    <a:pt x="1216479" y="43957"/>
                    <a:pt x="1214803" y="41038"/>
                    <a:pt x="1212158" y="38827"/>
                  </a:cubicBezTo>
                  <a:cubicBezTo>
                    <a:pt x="1209513" y="36528"/>
                    <a:pt x="1206513" y="35466"/>
                    <a:pt x="1203163" y="35466"/>
                  </a:cubicBezTo>
                  <a:close/>
                  <a:moveTo>
                    <a:pt x="1073006" y="35291"/>
                  </a:moveTo>
                  <a:cubicBezTo>
                    <a:pt x="1069567" y="35291"/>
                    <a:pt x="1066480" y="36440"/>
                    <a:pt x="1063923" y="38917"/>
                  </a:cubicBezTo>
                  <a:lnTo>
                    <a:pt x="1059008" y="47391"/>
                  </a:lnTo>
                  <a:lnTo>
                    <a:pt x="1058808" y="47407"/>
                  </a:lnTo>
                  <a:lnTo>
                    <a:pt x="1058897" y="47584"/>
                  </a:lnTo>
                  <a:lnTo>
                    <a:pt x="1059008" y="47391"/>
                  </a:lnTo>
                  <a:lnTo>
                    <a:pt x="1066568" y="46788"/>
                  </a:lnTo>
                  <a:lnTo>
                    <a:pt x="1080766" y="46788"/>
                  </a:lnTo>
                  <a:cubicBezTo>
                    <a:pt x="1081825" y="46788"/>
                    <a:pt x="1082882" y="46788"/>
                    <a:pt x="1083853" y="46965"/>
                  </a:cubicBezTo>
                  <a:cubicBezTo>
                    <a:pt x="1084911" y="46965"/>
                    <a:pt x="1085881" y="47142"/>
                    <a:pt x="1086939" y="47230"/>
                  </a:cubicBezTo>
                  <a:cubicBezTo>
                    <a:pt x="1086322" y="43781"/>
                    <a:pt x="1084647" y="40862"/>
                    <a:pt x="1082001" y="38651"/>
                  </a:cubicBezTo>
                  <a:cubicBezTo>
                    <a:pt x="1079356" y="36352"/>
                    <a:pt x="1076357" y="35291"/>
                    <a:pt x="1073006" y="35291"/>
                  </a:cubicBezTo>
                  <a:close/>
                  <a:moveTo>
                    <a:pt x="436240" y="33610"/>
                  </a:moveTo>
                  <a:cubicBezTo>
                    <a:pt x="432801" y="33610"/>
                    <a:pt x="429714" y="34759"/>
                    <a:pt x="427157" y="37236"/>
                  </a:cubicBezTo>
                  <a:lnTo>
                    <a:pt x="422243" y="45710"/>
                  </a:lnTo>
                  <a:lnTo>
                    <a:pt x="422042" y="45726"/>
                  </a:lnTo>
                  <a:lnTo>
                    <a:pt x="422131" y="45904"/>
                  </a:lnTo>
                  <a:lnTo>
                    <a:pt x="422243" y="45710"/>
                  </a:lnTo>
                  <a:lnTo>
                    <a:pt x="429802" y="45107"/>
                  </a:lnTo>
                  <a:lnTo>
                    <a:pt x="444000" y="45107"/>
                  </a:lnTo>
                  <a:cubicBezTo>
                    <a:pt x="445059" y="45107"/>
                    <a:pt x="446116" y="45107"/>
                    <a:pt x="447087" y="45284"/>
                  </a:cubicBezTo>
                  <a:cubicBezTo>
                    <a:pt x="448145" y="45284"/>
                    <a:pt x="449115" y="45461"/>
                    <a:pt x="450173" y="45550"/>
                  </a:cubicBezTo>
                  <a:cubicBezTo>
                    <a:pt x="449556" y="42100"/>
                    <a:pt x="447881" y="39182"/>
                    <a:pt x="445235" y="36970"/>
                  </a:cubicBezTo>
                  <a:cubicBezTo>
                    <a:pt x="442590" y="34671"/>
                    <a:pt x="439591" y="33610"/>
                    <a:pt x="436240" y="33610"/>
                  </a:cubicBezTo>
                  <a:close/>
                  <a:moveTo>
                    <a:pt x="236154" y="33520"/>
                  </a:moveTo>
                  <a:cubicBezTo>
                    <a:pt x="233508" y="33520"/>
                    <a:pt x="230951" y="34228"/>
                    <a:pt x="228746" y="35643"/>
                  </a:cubicBezTo>
                  <a:cubicBezTo>
                    <a:pt x="226541" y="37059"/>
                    <a:pt x="224778" y="38916"/>
                    <a:pt x="223455" y="41303"/>
                  </a:cubicBezTo>
                  <a:cubicBezTo>
                    <a:pt x="222133" y="43692"/>
                    <a:pt x="221515" y="46257"/>
                    <a:pt x="221515" y="49176"/>
                  </a:cubicBezTo>
                  <a:cubicBezTo>
                    <a:pt x="221515" y="52094"/>
                    <a:pt x="222133" y="54659"/>
                    <a:pt x="223455" y="57047"/>
                  </a:cubicBezTo>
                  <a:cubicBezTo>
                    <a:pt x="224778" y="59435"/>
                    <a:pt x="226541" y="61293"/>
                    <a:pt x="228746" y="62708"/>
                  </a:cubicBezTo>
                  <a:cubicBezTo>
                    <a:pt x="230951" y="64123"/>
                    <a:pt x="233420" y="64830"/>
                    <a:pt x="236066" y="64830"/>
                  </a:cubicBezTo>
                  <a:cubicBezTo>
                    <a:pt x="238799" y="64830"/>
                    <a:pt x="241268" y="64123"/>
                    <a:pt x="243473" y="62708"/>
                  </a:cubicBezTo>
                  <a:cubicBezTo>
                    <a:pt x="245677" y="61293"/>
                    <a:pt x="247441" y="59435"/>
                    <a:pt x="248764" y="57047"/>
                  </a:cubicBezTo>
                  <a:cubicBezTo>
                    <a:pt x="250086" y="54659"/>
                    <a:pt x="250703" y="52094"/>
                    <a:pt x="250703" y="49176"/>
                  </a:cubicBezTo>
                  <a:cubicBezTo>
                    <a:pt x="250703" y="46346"/>
                    <a:pt x="250086" y="43692"/>
                    <a:pt x="248764" y="41303"/>
                  </a:cubicBezTo>
                  <a:cubicBezTo>
                    <a:pt x="247441" y="38916"/>
                    <a:pt x="245677" y="37059"/>
                    <a:pt x="243473" y="35643"/>
                  </a:cubicBezTo>
                  <a:cubicBezTo>
                    <a:pt x="241268" y="34228"/>
                    <a:pt x="238799" y="33520"/>
                    <a:pt x="236154" y="33520"/>
                  </a:cubicBezTo>
                  <a:close/>
                  <a:moveTo>
                    <a:pt x="289680" y="33344"/>
                  </a:moveTo>
                  <a:cubicBezTo>
                    <a:pt x="286241" y="33344"/>
                    <a:pt x="283154" y="34493"/>
                    <a:pt x="280597" y="36970"/>
                  </a:cubicBezTo>
                  <a:lnTo>
                    <a:pt x="275682" y="45444"/>
                  </a:lnTo>
                  <a:lnTo>
                    <a:pt x="275482" y="45460"/>
                  </a:lnTo>
                  <a:lnTo>
                    <a:pt x="275571" y="45637"/>
                  </a:lnTo>
                  <a:lnTo>
                    <a:pt x="275682" y="45444"/>
                  </a:lnTo>
                  <a:lnTo>
                    <a:pt x="283242" y="44841"/>
                  </a:lnTo>
                  <a:lnTo>
                    <a:pt x="297440" y="44841"/>
                  </a:lnTo>
                  <a:cubicBezTo>
                    <a:pt x="298499" y="44841"/>
                    <a:pt x="299556" y="44841"/>
                    <a:pt x="300527" y="45018"/>
                  </a:cubicBezTo>
                  <a:cubicBezTo>
                    <a:pt x="301585" y="45018"/>
                    <a:pt x="302555" y="45195"/>
                    <a:pt x="303613" y="45283"/>
                  </a:cubicBezTo>
                  <a:cubicBezTo>
                    <a:pt x="302996" y="41834"/>
                    <a:pt x="301321" y="38916"/>
                    <a:pt x="298675" y="36704"/>
                  </a:cubicBezTo>
                  <a:cubicBezTo>
                    <a:pt x="296030" y="34405"/>
                    <a:pt x="293031" y="33344"/>
                    <a:pt x="289680" y="33344"/>
                  </a:cubicBezTo>
                  <a:close/>
                  <a:moveTo>
                    <a:pt x="121075" y="33080"/>
                  </a:moveTo>
                  <a:cubicBezTo>
                    <a:pt x="117636" y="33080"/>
                    <a:pt x="114549" y="34229"/>
                    <a:pt x="111992" y="36706"/>
                  </a:cubicBezTo>
                  <a:lnTo>
                    <a:pt x="107077" y="45180"/>
                  </a:lnTo>
                  <a:lnTo>
                    <a:pt x="106877" y="45196"/>
                  </a:lnTo>
                  <a:lnTo>
                    <a:pt x="106966" y="45373"/>
                  </a:lnTo>
                  <a:lnTo>
                    <a:pt x="107077" y="45180"/>
                  </a:lnTo>
                  <a:lnTo>
                    <a:pt x="114637" y="44577"/>
                  </a:lnTo>
                  <a:lnTo>
                    <a:pt x="128835" y="44577"/>
                  </a:lnTo>
                  <a:cubicBezTo>
                    <a:pt x="129894" y="44577"/>
                    <a:pt x="130951" y="44577"/>
                    <a:pt x="131922" y="44754"/>
                  </a:cubicBezTo>
                  <a:cubicBezTo>
                    <a:pt x="132979" y="44754"/>
                    <a:pt x="133950" y="44931"/>
                    <a:pt x="135008" y="45019"/>
                  </a:cubicBezTo>
                  <a:cubicBezTo>
                    <a:pt x="134391" y="41570"/>
                    <a:pt x="132716" y="38651"/>
                    <a:pt x="130070" y="36440"/>
                  </a:cubicBezTo>
                  <a:cubicBezTo>
                    <a:pt x="127425" y="34141"/>
                    <a:pt x="124426" y="33080"/>
                    <a:pt x="121075" y="33080"/>
                  </a:cubicBezTo>
                  <a:close/>
                  <a:moveTo>
                    <a:pt x="864895" y="29453"/>
                  </a:moveTo>
                  <a:cubicBezTo>
                    <a:pt x="864895" y="29453"/>
                    <a:pt x="872656" y="29453"/>
                    <a:pt x="872656" y="29453"/>
                  </a:cubicBezTo>
                  <a:lnTo>
                    <a:pt x="872656" y="74029"/>
                  </a:lnTo>
                  <a:cubicBezTo>
                    <a:pt x="872656" y="74029"/>
                    <a:pt x="864895" y="74029"/>
                    <a:pt x="864895" y="74029"/>
                  </a:cubicBezTo>
                  <a:close/>
                  <a:moveTo>
                    <a:pt x="730152" y="29186"/>
                  </a:moveTo>
                  <a:lnTo>
                    <a:pt x="738882" y="29186"/>
                  </a:lnTo>
                  <a:cubicBezTo>
                    <a:pt x="738882" y="29186"/>
                    <a:pt x="747524" y="48556"/>
                    <a:pt x="747524" y="48556"/>
                  </a:cubicBezTo>
                  <a:cubicBezTo>
                    <a:pt x="748317" y="50325"/>
                    <a:pt x="749111" y="52006"/>
                    <a:pt x="749817" y="53686"/>
                  </a:cubicBezTo>
                  <a:cubicBezTo>
                    <a:pt x="750522" y="55366"/>
                    <a:pt x="751228" y="57401"/>
                    <a:pt x="751845" y="59877"/>
                  </a:cubicBezTo>
                  <a:cubicBezTo>
                    <a:pt x="752551" y="57489"/>
                    <a:pt x="753256" y="55366"/>
                    <a:pt x="754049" y="53686"/>
                  </a:cubicBezTo>
                  <a:cubicBezTo>
                    <a:pt x="754755" y="52006"/>
                    <a:pt x="755549" y="50325"/>
                    <a:pt x="756342" y="48556"/>
                  </a:cubicBezTo>
                  <a:lnTo>
                    <a:pt x="765161" y="29274"/>
                  </a:lnTo>
                  <a:lnTo>
                    <a:pt x="773362" y="29274"/>
                  </a:lnTo>
                  <a:cubicBezTo>
                    <a:pt x="773362" y="29274"/>
                    <a:pt x="751757" y="76063"/>
                    <a:pt x="751757" y="76063"/>
                  </a:cubicBezTo>
                  <a:lnTo>
                    <a:pt x="751669" y="76063"/>
                  </a:lnTo>
                  <a:close/>
                  <a:moveTo>
                    <a:pt x="561106" y="28922"/>
                  </a:moveTo>
                  <a:cubicBezTo>
                    <a:pt x="561106" y="28922"/>
                    <a:pt x="568866" y="28922"/>
                    <a:pt x="568866" y="28922"/>
                  </a:cubicBezTo>
                  <a:lnTo>
                    <a:pt x="568866" y="73498"/>
                  </a:lnTo>
                  <a:cubicBezTo>
                    <a:pt x="568866" y="73498"/>
                    <a:pt x="561106" y="73498"/>
                    <a:pt x="561106" y="73498"/>
                  </a:cubicBezTo>
                  <a:close/>
                  <a:moveTo>
                    <a:pt x="1257131" y="28744"/>
                  </a:moveTo>
                  <a:lnTo>
                    <a:pt x="1259071" y="36793"/>
                  </a:lnTo>
                  <a:cubicBezTo>
                    <a:pt x="1258189" y="36527"/>
                    <a:pt x="1257131" y="36350"/>
                    <a:pt x="1255985" y="36350"/>
                  </a:cubicBezTo>
                  <a:cubicBezTo>
                    <a:pt x="1252016" y="36350"/>
                    <a:pt x="1248754" y="37677"/>
                    <a:pt x="1246373" y="40331"/>
                  </a:cubicBezTo>
                  <a:cubicBezTo>
                    <a:pt x="1243991" y="42984"/>
                    <a:pt x="1242757" y="46787"/>
                    <a:pt x="1242757" y="51652"/>
                  </a:cubicBezTo>
                  <a:lnTo>
                    <a:pt x="1242757" y="73852"/>
                  </a:lnTo>
                  <a:cubicBezTo>
                    <a:pt x="1242757" y="73852"/>
                    <a:pt x="1234998" y="73852"/>
                    <a:pt x="1234998" y="73852"/>
                  </a:cubicBezTo>
                  <a:lnTo>
                    <a:pt x="1234821" y="73763"/>
                  </a:lnTo>
                  <a:lnTo>
                    <a:pt x="1234821" y="29186"/>
                  </a:lnTo>
                  <a:cubicBezTo>
                    <a:pt x="1234821" y="29186"/>
                    <a:pt x="1242052" y="29186"/>
                    <a:pt x="1242052" y="29186"/>
                  </a:cubicBezTo>
                  <a:lnTo>
                    <a:pt x="1242052" y="37323"/>
                  </a:lnTo>
                  <a:cubicBezTo>
                    <a:pt x="1243551" y="34670"/>
                    <a:pt x="1245579" y="32636"/>
                    <a:pt x="1248137" y="31044"/>
                  </a:cubicBezTo>
                  <a:cubicBezTo>
                    <a:pt x="1250694" y="29452"/>
                    <a:pt x="1253604" y="28744"/>
                    <a:pt x="1257131" y="28744"/>
                  </a:cubicBezTo>
                  <a:close/>
                  <a:moveTo>
                    <a:pt x="960308" y="28744"/>
                  </a:moveTo>
                  <a:cubicBezTo>
                    <a:pt x="963306" y="28744"/>
                    <a:pt x="966128" y="29540"/>
                    <a:pt x="968774" y="31133"/>
                  </a:cubicBezTo>
                  <a:cubicBezTo>
                    <a:pt x="971331" y="32724"/>
                    <a:pt x="973447" y="34935"/>
                    <a:pt x="975034" y="37943"/>
                  </a:cubicBezTo>
                  <a:cubicBezTo>
                    <a:pt x="976622" y="40861"/>
                    <a:pt x="977416" y="44487"/>
                    <a:pt x="977416" y="48733"/>
                  </a:cubicBezTo>
                  <a:lnTo>
                    <a:pt x="977416" y="74382"/>
                  </a:lnTo>
                  <a:cubicBezTo>
                    <a:pt x="977416" y="74382"/>
                    <a:pt x="969656" y="74382"/>
                    <a:pt x="969656" y="74382"/>
                  </a:cubicBezTo>
                  <a:lnTo>
                    <a:pt x="969656" y="49883"/>
                  </a:lnTo>
                  <a:cubicBezTo>
                    <a:pt x="969656" y="46345"/>
                    <a:pt x="968686" y="43249"/>
                    <a:pt x="966658" y="40507"/>
                  </a:cubicBezTo>
                  <a:cubicBezTo>
                    <a:pt x="964629" y="37766"/>
                    <a:pt x="961807" y="36439"/>
                    <a:pt x="958192" y="36439"/>
                  </a:cubicBezTo>
                  <a:cubicBezTo>
                    <a:pt x="955194" y="36439"/>
                    <a:pt x="952548" y="37589"/>
                    <a:pt x="950167" y="39800"/>
                  </a:cubicBezTo>
                  <a:cubicBezTo>
                    <a:pt x="947787" y="42012"/>
                    <a:pt x="946640" y="45284"/>
                    <a:pt x="946640" y="49529"/>
                  </a:cubicBezTo>
                  <a:lnTo>
                    <a:pt x="946640" y="74294"/>
                  </a:lnTo>
                  <a:cubicBezTo>
                    <a:pt x="946640" y="74294"/>
                    <a:pt x="938880" y="74294"/>
                    <a:pt x="938880" y="74294"/>
                  </a:cubicBezTo>
                  <a:lnTo>
                    <a:pt x="938880" y="74117"/>
                  </a:lnTo>
                  <a:lnTo>
                    <a:pt x="938880" y="29540"/>
                  </a:lnTo>
                  <a:cubicBezTo>
                    <a:pt x="938880" y="29540"/>
                    <a:pt x="946111" y="29540"/>
                    <a:pt x="946111" y="29540"/>
                  </a:cubicBezTo>
                  <a:lnTo>
                    <a:pt x="946111" y="36793"/>
                  </a:lnTo>
                  <a:cubicBezTo>
                    <a:pt x="947698" y="34139"/>
                    <a:pt x="949726" y="32194"/>
                    <a:pt x="952195" y="30779"/>
                  </a:cubicBezTo>
                  <a:cubicBezTo>
                    <a:pt x="954664" y="29364"/>
                    <a:pt x="957398" y="28744"/>
                    <a:pt x="960308" y="28744"/>
                  </a:cubicBezTo>
                  <a:close/>
                  <a:moveTo>
                    <a:pt x="905900" y="28656"/>
                  </a:moveTo>
                  <a:cubicBezTo>
                    <a:pt x="910044" y="28656"/>
                    <a:pt x="913836" y="29718"/>
                    <a:pt x="917275" y="31840"/>
                  </a:cubicBezTo>
                  <a:cubicBezTo>
                    <a:pt x="920626" y="33963"/>
                    <a:pt x="923360" y="36705"/>
                    <a:pt x="925388" y="40243"/>
                  </a:cubicBezTo>
                  <a:cubicBezTo>
                    <a:pt x="927416" y="43781"/>
                    <a:pt x="928386" y="47672"/>
                    <a:pt x="928386" y="51918"/>
                  </a:cubicBezTo>
                  <a:cubicBezTo>
                    <a:pt x="928386" y="56163"/>
                    <a:pt x="927328" y="60055"/>
                    <a:pt x="925300" y="63593"/>
                  </a:cubicBezTo>
                  <a:cubicBezTo>
                    <a:pt x="923271" y="67131"/>
                    <a:pt x="920538" y="69873"/>
                    <a:pt x="917187" y="71995"/>
                  </a:cubicBezTo>
                  <a:cubicBezTo>
                    <a:pt x="913836" y="74029"/>
                    <a:pt x="910044" y="75090"/>
                    <a:pt x="905812" y="75090"/>
                  </a:cubicBezTo>
                  <a:lnTo>
                    <a:pt x="905724" y="75002"/>
                  </a:lnTo>
                  <a:cubicBezTo>
                    <a:pt x="901578" y="75002"/>
                    <a:pt x="897787" y="73941"/>
                    <a:pt x="894436" y="71818"/>
                  </a:cubicBezTo>
                  <a:cubicBezTo>
                    <a:pt x="890997" y="69695"/>
                    <a:pt x="888351" y="66953"/>
                    <a:pt x="886323" y="63415"/>
                  </a:cubicBezTo>
                  <a:cubicBezTo>
                    <a:pt x="884295" y="59878"/>
                    <a:pt x="883325" y="55986"/>
                    <a:pt x="883325" y="51740"/>
                  </a:cubicBezTo>
                  <a:cubicBezTo>
                    <a:pt x="883325" y="47407"/>
                    <a:pt x="884383" y="43515"/>
                    <a:pt x="886411" y="40066"/>
                  </a:cubicBezTo>
                  <a:cubicBezTo>
                    <a:pt x="888439" y="36617"/>
                    <a:pt x="891173" y="33786"/>
                    <a:pt x="894612" y="31752"/>
                  </a:cubicBezTo>
                  <a:cubicBezTo>
                    <a:pt x="898052" y="29718"/>
                    <a:pt x="901843" y="28656"/>
                    <a:pt x="905900" y="28656"/>
                  </a:cubicBezTo>
                  <a:close/>
                  <a:moveTo>
                    <a:pt x="797259" y="28656"/>
                  </a:moveTo>
                  <a:cubicBezTo>
                    <a:pt x="800169" y="28656"/>
                    <a:pt x="802991" y="29276"/>
                    <a:pt x="805548" y="30337"/>
                  </a:cubicBezTo>
                  <a:cubicBezTo>
                    <a:pt x="808105" y="31486"/>
                    <a:pt x="810398" y="33078"/>
                    <a:pt x="812249" y="35112"/>
                  </a:cubicBezTo>
                  <a:lnTo>
                    <a:pt x="812249" y="29276"/>
                  </a:lnTo>
                  <a:cubicBezTo>
                    <a:pt x="812249" y="29276"/>
                    <a:pt x="819393" y="29276"/>
                    <a:pt x="819393" y="29276"/>
                  </a:cubicBezTo>
                  <a:lnTo>
                    <a:pt x="819393" y="73852"/>
                  </a:lnTo>
                  <a:cubicBezTo>
                    <a:pt x="819393" y="73852"/>
                    <a:pt x="812162" y="73852"/>
                    <a:pt x="812162" y="73852"/>
                  </a:cubicBezTo>
                  <a:lnTo>
                    <a:pt x="812162" y="68014"/>
                  </a:lnTo>
                  <a:cubicBezTo>
                    <a:pt x="810310" y="69960"/>
                    <a:pt x="808017" y="71552"/>
                    <a:pt x="805460" y="72702"/>
                  </a:cubicBezTo>
                  <a:cubicBezTo>
                    <a:pt x="802902" y="73852"/>
                    <a:pt x="800081" y="74471"/>
                    <a:pt x="797170" y="74471"/>
                  </a:cubicBezTo>
                  <a:lnTo>
                    <a:pt x="797082" y="74471"/>
                  </a:lnTo>
                  <a:cubicBezTo>
                    <a:pt x="793202" y="74471"/>
                    <a:pt x="789675" y="73410"/>
                    <a:pt x="786412" y="71375"/>
                  </a:cubicBezTo>
                  <a:cubicBezTo>
                    <a:pt x="783149" y="69341"/>
                    <a:pt x="780592" y="66511"/>
                    <a:pt x="778740" y="63061"/>
                  </a:cubicBezTo>
                  <a:cubicBezTo>
                    <a:pt x="776801" y="59612"/>
                    <a:pt x="775830" y="55721"/>
                    <a:pt x="775918" y="51564"/>
                  </a:cubicBezTo>
                  <a:cubicBezTo>
                    <a:pt x="775918" y="47318"/>
                    <a:pt x="776889" y="43515"/>
                    <a:pt x="778829" y="40065"/>
                  </a:cubicBezTo>
                  <a:cubicBezTo>
                    <a:pt x="780768" y="36617"/>
                    <a:pt x="783326" y="33875"/>
                    <a:pt x="786589" y="31752"/>
                  </a:cubicBezTo>
                  <a:cubicBezTo>
                    <a:pt x="789852" y="29718"/>
                    <a:pt x="793379" y="28656"/>
                    <a:pt x="797259" y="28656"/>
                  </a:cubicBezTo>
                  <a:close/>
                  <a:moveTo>
                    <a:pt x="704580" y="28302"/>
                  </a:moveTo>
                  <a:cubicBezTo>
                    <a:pt x="708724" y="28302"/>
                    <a:pt x="712516" y="29364"/>
                    <a:pt x="715955" y="31486"/>
                  </a:cubicBezTo>
                  <a:cubicBezTo>
                    <a:pt x="719306" y="33609"/>
                    <a:pt x="722040" y="36351"/>
                    <a:pt x="724068" y="39889"/>
                  </a:cubicBezTo>
                  <a:cubicBezTo>
                    <a:pt x="726096" y="43427"/>
                    <a:pt x="727066" y="47318"/>
                    <a:pt x="727066" y="51564"/>
                  </a:cubicBezTo>
                  <a:cubicBezTo>
                    <a:pt x="727066" y="55809"/>
                    <a:pt x="726008" y="59701"/>
                    <a:pt x="723980" y="63239"/>
                  </a:cubicBezTo>
                  <a:cubicBezTo>
                    <a:pt x="721951" y="66777"/>
                    <a:pt x="719218" y="69518"/>
                    <a:pt x="715867" y="71641"/>
                  </a:cubicBezTo>
                  <a:cubicBezTo>
                    <a:pt x="712516" y="73675"/>
                    <a:pt x="708724" y="74736"/>
                    <a:pt x="704492" y="74736"/>
                  </a:cubicBezTo>
                  <a:lnTo>
                    <a:pt x="704404" y="74648"/>
                  </a:lnTo>
                  <a:cubicBezTo>
                    <a:pt x="700258" y="74648"/>
                    <a:pt x="696466" y="73587"/>
                    <a:pt x="693116" y="71464"/>
                  </a:cubicBezTo>
                  <a:cubicBezTo>
                    <a:pt x="689765" y="69341"/>
                    <a:pt x="687031" y="66599"/>
                    <a:pt x="685003" y="63061"/>
                  </a:cubicBezTo>
                  <a:cubicBezTo>
                    <a:pt x="682975" y="59524"/>
                    <a:pt x="682005" y="55632"/>
                    <a:pt x="682005" y="51386"/>
                  </a:cubicBezTo>
                  <a:cubicBezTo>
                    <a:pt x="682005" y="47053"/>
                    <a:pt x="683063" y="43161"/>
                    <a:pt x="685091" y="39712"/>
                  </a:cubicBezTo>
                  <a:cubicBezTo>
                    <a:pt x="687119" y="36263"/>
                    <a:pt x="689853" y="33432"/>
                    <a:pt x="693292" y="31398"/>
                  </a:cubicBezTo>
                  <a:cubicBezTo>
                    <a:pt x="696731" y="29364"/>
                    <a:pt x="700523" y="28302"/>
                    <a:pt x="704580" y="28302"/>
                  </a:cubicBezTo>
                  <a:close/>
                  <a:moveTo>
                    <a:pt x="1203075" y="28213"/>
                  </a:moveTo>
                  <a:cubicBezTo>
                    <a:pt x="1207044" y="28213"/>
                    <a:pt x="1210659" y="29186"/>
                    <a:pt x="1213922" y="31132"/>
                  </a:cubicBezTo>
                  <a:cubicBezTo>
                    <a:pt x="1217185" y="33078"/>
                    <a:pt x="1219830" y="35731"/>
                    <a:pt x="1221770" y="39092"/>
                  </a:cubicBezTo>
                  <a:cubicBezTo>
                    <a:pt x="1223710" y="42453"/>
                    <a:pt x="1224680" y="46168"/>
                    <a:pt x="1224680" y="50413"/>
                  </a:cubicBezTo>
                  <a:lnTo>
                    <a:pt x="1224680" y="53686"/>
                  </a:lnTo>
                  <a:cubicBezTo>
                    <a:pt x="1224680" y="53686"/>
                    <a:pt x="1196814" y="53686"/>
                    <a:pt x="1196814" y="53686"/>
                  </a:cubicBezTo>
                  <a:cubicBezTo>
                    <a:pt x="1195580" y="53686"/>
                    <a:pt x="1194345" y="53686"/>
                    <a:pt x="1193021" y="53509"/>
                  </a:cubicBezTo>
                  <a:cubicBezTo>
                    <a:pt x="1191699" y="53420"/>
                    <a:pt x="1190465" y="53244"/>
                    <a:pt x="1189230" y="53066"/>
                  </a:cubicBezTo>
                  <a:cubicBezTo>
                    <a:pt x="1189759" y="57046"/>
                    <a:pt x="1191435" y="60319"/>
                    <a:pt x="1194345" y="63061"/>
                  </a:cubicBezTo>
                  <a:cubicBezTo>
                    <a:pt x="1197255" y="65714"/>
                    <a:pt x="1200694" y="67130"/>
                    <a:pt x="1204750" y="67130"/>
                  </a:cubicBezTo>
                  <a:cubicBezTo>
                    <a:pt x="1207484" y="67130"/>
                    <a:pt x="1209953" y="66510"/>
                    <a:pt x="1212334" y="65184"/>
                  </a:cubicBezTo>
                  <a:cubicBezTo>
                    <a:pt x="1214627" y="63857"/>
                    <a:pt x="1216567" y="62177"/>
                    <a:pt x="1217977" y="60054"/>
                  </a:cubicBezTo>
                  <a:lnTo>
                    <a:pt x="1220095" y="69164"/>
                  </a:lnTo>
                  <a:cubicBezTo>
                    <a:pt x="1218066" y="70933"/>
                    <a:pt x="1215685" y="72260"/>
                    <a:pt x="1213039" y="73232"/>
                  </a:cubicBezTo>
                  <a:cubicBezTo>
                    <a:pt x="1210394" y="74205"/>
                    <a:pt x="1207660" y="74647"/>
                    <a:pt x="1204662" y="74647"/>
                  </a:cubicBezTo>
                  <a:cubicBezTo>
                    <a:pt x="1200165" y="74647"/>
                    <a:pt x="1196196" y="73586"/>
                    <a:pt x="1192669" y="71463"/>
                  </a:cubicBezTo>
                  <a:cubicBezTo>
                    <a:pt x="1189142" y="69340"/>
                    <a:pt x="1186408" y="66510"/>
                    <a:pt x="1184380" y="62972"/>
                  </a:cubicBezTo>
                  <a:cubicBezTo>
                    <a:pt x="1182352" y="59346"/>
                    <a:pt x="1181382" y="55366"/>
                    <a:pt x="1181382" y="50944"/>
                  </a:cubicBezTo>
                  <a:cubicBezTo>
                    <a:pt x="1181382" y="46698"/>
                    <a:pt x="1182352" y="42896"/>
                    <a:pt x="1184292" y="39446"/>
                  </a:cubicBezTo>
                  <a:cubicBezTo>
                    <a:pt x="1186232" y="35997"/>
                    <a:pt x="1188877" y="33254"/>
                    <a:pt x="1192140" y="31221"/>
                  </a:cubicBezTo>
                  <a:cubicBezTo>
                    <a:pt x="1195403" y="29186"/>
                    <a:pt x="1199106" y="28213"/>
                    <a:pt x="1203075" y="28213"/>
                  </a:cubicBezTo>
                  <a:close/>
                  <a:moveTo>
                    <a:pt x="1126091" y="28213"/>
                  </a:moveTo>
                  <a:cubicBezTo>
                    <a:pt x="1129089" y="28213"/>
                    <a:pt x="1131911" y="29009"/>
                    <a:pt x="1134557" y="30602"/>
                  </a:cubicBezTo>
                  <a:cubicBezTo>
                    <a:pt x="1137114" y="32193"/>
                    <a:pt x="1139230" y="34405"/>
                    <a:pt x="1140818" y="37412"/>
                  </a:cubicBezTo>
                  <a:cubicBezTo>
                    <a:pt x="1142405" y="40330"/>
                    <a:pt x="1143199" y="43957"/>
                    <a:pt x="1143199" y="48202"/>
                  </a:cubicBezTo>
                  <a:lnTo>
                    <a:pt x="1143199" y="73851"/>
                  </a:lnTo>
                  <a:cubicBezTo>
                    <a:pt x="1143199" y="73851"/>
                    <a:pt x="1135439" y="73851"/>
                    <a:pt x="1135439" y="73851"/>
                  </a:cubicBezTo>
                  <a:lnTo>
                    <a:pt x="1135439" y="49352"/>
                  </a:lnTo>
                  <a:cubicBezTo>
                    <a:pt x="1135439" y="45814"/>
                    <a:pt x="1134469" y="42718"/>
                    <a:pt x="1132441" y="39976"/>
                  </a:cubicBezTo>
                  <a:cubicBezTo>
                    <a:pt x="1130413" y="37235"/>
                    <a:pt x="1127591" y="35908"/>
                    <a:pt x="1123975" y="35908"/>
                  </a:cubicBezTo>
                  <a:cubicBezTo>
                    <a:pt x="1120977" y="35908"/>
                    <a:pt x="1118331" y="37058"/>
                    <a:pt x="1115950" y="39269"/>
                  </a:cubicBezTo>
                  <a:cubicBezTo>
                    <a:pt x="1113570" y="41481"/>
                    <a:pt x="1112423" y="44753"/>
                    <a:pt x="1112423" y="48998"/>
                  </a:cubicBezTo>
                  <a:lnTo>
                    <a:pt x="1112423" y="73763"/>
                  </a:lnTo>
                  <a:cubicBezTo>
                    <a:pt x="1112423" y="73763"/>
                    <a:pt x="1104663" y="73763"/>
                    <a:pt x="1104663" y="73763"/>
                  </a:cubicBezTo>
                  <a:lnTo>
                    <a:pt x="1104663" y="73586"/>
                  </a:lnTo>
                  <a:lnTo>
                    <a:pt x="1104663" y="29009"/>
                  </a:lnTo>
                  <a:cubicBezTo>
                    <a:pt x="1104663" y="29009"/>
                    <a:pt x="1111894" y="29009"/>
                    <a:pt x="1111894" y="29009"/>
                  </a:cubicBezTo>
                  <a:lnTo>
                    <a:pt x="1111894" y="36262"/>
                  </a:lnTo>
                  <a:cubicBezTo>
                    <a:pt x="1113481" y="33608"/>
                    <a:pt x="1115509" y="31663"/>
                    <a:pt x="1117978" y="30248"/>
                  </a:cubicBezTo>
                  <a:cubicBezTo>
                    <a:pt x="1120447" y="28833"/>
                    <a:pt x="1123181" y="28213"/>
                    <a:pt x="1126091" y="28213"/>
                  </a:cubicBezTo>
                  <a:close/>
                  <a:moveTo>
                    <a:pt x="655109" y="28213"/>
                  </a:moveTo>
                  <a:cubicBezTo>
                    <a:pt x="658107" y="28213"/>
                    <a:pt x="660929" y="29009"/>
                    <a:pt x="663575" y="30602"/>
                  </a:cubicBezTo>
                  <a:cubicBezTo>
                    <a:pt x="666132" y="32193"/>
                    <a:pt x="668248" y="34405"/>
                    <a:pt x="669836" y="37412"/>
                  </a:cubicBezTo>
                  <a:cubicBezTo>
                    <a:pt x="671423" y="40330"/>
                    <a:pt x="672217" y="43957"/>
                    <a:pt x="672217" y="48202"/>
                  </a:cubicBezTo>
                  <a:lnTo>
                    <a:pt x="672217" y="73851"/>
                  </a:lnTo>
                  <a:cubicBezTo>
                    <a:pt x="672217" y="73851"/>
                    <a:pt x="664457" y="73851"/>
                    <a:pt x="664457" y="73851"/>
                  </a:cubicBezTo>
                  <a:lnTo>
                    <a:pt x="664457" y="49352"/>
                  </a:lnTo>
                  <a:cubicBezTo>
                    <a:pt x="664457" y="45814"/>
                    <a:pt x="663487" y="42718"/>
                    <a:pt x="661459" y="39976"/>
                  </a:cubicBezTo>
                  <a:cubicBezTo>
                    <a:pt x="659431" y="37235"/>
                    <a:pt x="656609" y="35908"/>
                    <a:pt x="652993" y="35908"/>
                  </a:cubicBezTo>
                  <a:cubicBezTo>
                    <a:pt x="649995" y="35908"/>
                    <a:pt x="647349" y="37058"/>
                    <a:pt x="644968" y="39269"/>
                  </a:cubicBezTo>
                  <a:cubicBezTo>
                    <a:pt x="642588" y="41481"/>
                    <a:pt x="641441" y="44753"/>
                    <a:pt x="641441" y="48998"/>
                  </a:cubicBezTo>
                  <a:lnTo>
                    <a:pt x="641441" y="73763"/>
                  </a:lnTo>
                  <a:cubicBezTo>
                    <a:pt x="641441" y="73763"/>
                    <a:pt x="633681" y="73763"/>
                    <a:pt x="633681" y="73763"/>
                  </a:cubicBezTo>
                  <a:lnTo>
                    <a:pt x="633681" y="73586"/>
                  </a:lnTo>
                  <a:lnTo>
                    <a:pt x="633681" y="29009"/>
                  </a:lnTo>
                  <a:cubicBezTo>
                    <a:pt x="633681" y="29009"/>
                    <a:pt x="640912" y="29009"/>
                    <a:pt x="640912" y="29009"/>
                  </a:cubicBezTo>
                  <a:lnTo>
                    <a:pt x="640912" y="36262"/>
                  </a:lnTo>
                  <a:cubicBezTo>
                    <a:pt x="642499" y="33608"/>
                    <a:pt x="644527" y="31663"/>
                    <a:pt x="646996" y="30248"/>
                  </a:cubicBezTo>
                  <a:cubicBezTo>
                    <a:pt x="649465" y="28833"/>
                    <a:pt x="652199" y="28213"/>
                    <a:pt x="655109" y="28213"/>
                  </a:cubicBezTo>
                  <a:close/>
                  <a:moveTo>
                    <a:pt x="603875" y="28125"/>
                  </a:moveTo>
                  <a:cubicBezTo>
                    <a:pt x="606873" y="28125"/>
                    <a:pt x="609695" y="28921"/>
                    <a:pt x="612341" y="30514"/>
                  </a:cubicBezTo>
                  <a:cubicBezTo>
                    <a:pt x="614898" y="32105"/>
                    <a:pt x="617014" y="34316"/>
                    <a:pt x="618602" y="37324"/>
                  </a:cubicBezTo>
                  <a:cubicBezTo>
                    <a:pt x="620189" y="40242"/>
                    <a:pt x="620983" y="43868"/>
                    <a:pt x="620983" y="48114"/>
                  </a:cubicBezTo>
                  <a:lnTo>
                    <a:pt x="620983" y="73763"/>
                  </a:lnTo>
                  <a:cubicBezTo>
                    <a:pt x="620983" y="73763"/>
                    <a:pt x="613223" y="73763"/>
                    <a:pt x="613223" y="73763"/>
                  </a:cubicBezTo>
                  <a:lnTo>
                    <a:pt x="613223" y="49264"/>
                  </a:lnTo>
                  <a:cubicBezTo>
                    <a:pt x="613223" y="45726"/>
                    <a:pt x="612253" y="42630"/>
                    <a:pt x="610225" y="39888"/>
                  </a:cubicBezTo>
                  <a:cubicBezTo>
                    <a:pt x="608197" y="37146"/>
                    <a:pt x="605375" y="35820"/>
                    <a:pt x="601759" y="35820"/>
                  </a:cubicBezTo>
                  <a:cubicBezTo>
                    <a:pt x="598761" y="35820"/>
                    <a:pt x="596115" y="36970"/>
                    <a:pt x="593734" y="39181"/>
                  </a:cubicBezTo>
                  <a:cubicBezTo>
                    <a:pt x="591354" y="41393"/>
                    <a:pt x="590207" y="44665"/>
                    <a:pt x="590207" y="48910"/>
                  </a:cubicBezTo>
                  <a:lnTo>
                    <a:pt x="590207" y="73675"/>
                  </a:lnTo>
                  <a:cubicBezTo>
                    <a:pt x="590207" y="73675"/>
                    <a:pt x="582447" y="73675"/>
                    <a:pt x="582447" y="73675"/>
                  </a:cubicBezTo>
                  <a:lnTo>
                    <a:pt x="582447" y="73498"/>
                  </a:lnTo>
                  <a:lnTo>
                    <a:pt x="582447" y="28921"/>
                  </a:lnTo>
                  <a:cubicBezTo>
                    <a:pt x="582447" y="28921"/>
                    <a:pt x="589678" y="28921"/>
                    <a:pt x="589678" y="28921"/>
                  </a:cubicBezTo>
                  <a:lnTo>
                    <a:pt x="589678" y="36174"/>
                  </a:lnTo>
                  <a:cubicBezTo>
                    <a:pt x="591265" y="33520"/>
                    <a:pt x="593293" y="31575"/>
                    <a:pt x="595762" y="30160"/>
                  </a:cubicBezTo>
                  <a:cubicBezTo>
                    <a:pt x="598231" y="28745"/>
                    <a:pt x="600965" y="28125"/>
                    <a:pt x="603875" y="28125"/>
                  </a:cubicBezTo>
                  <a:close/>
                  <a:moveTo>
                    <a:pt x="1072918" y="27949"/>
                  </a:moveTo>
                  <a:cubicBezTo>
                    <a:pt x="1076887" y="27949"/>
                    <a:pt x="1080502" y="28922"/>
                    <a:pt x="1083765" y="30868"/>
                  </a:cubicBezTo>
                  <a:cubicBezTo>
                    <a:pt x="1087028" y="32814"/>
                    <a:pt x="1089673" y="35467"/>
                    <a:pt x="1091613" y="38828"/>
                  </a:cubicBezTo>
                  <a:cubicBezTo>
                    <a:pt x="1093553" y="42189"/>
                    <a:pt x="1094523" y="45904"/>
                    <a:pt x="1094523" y="50149"/>
                  </a:cubicBezTo>
                  <a:lnTo>
                    <a:pt x="1094523" y="53422"/>
                  </a:lnTo>
                  <a:cubicBezTo>
                    <a:pt x="1094523" y="53422"/>
                    <a:pt x="1066657" y="53422"/>
                    <a:pt x="1066657" y="53422"/>
                  </a:cubicBezTo>
                  <a:cubicBezTo>
                    <a:pt x="1065423" y="53422"/>
                    <a:pt x="1064188" y="53422"/>
                    <a:pt x="1062865" y="53245"/>
                  </a:cubicBezTo>
                  <a:cubicBezTo>
                    <a:pt x="1061542" y="53156"/>
                    <a:pt x="1060308" y="52980"/>
                    <a:pt x="1059073" y="52802"/>
                  </a:cubicBezTo>
                  <a:cubicBezTo>
                    <a:pt x="1059602" y="56782"/>
                    <a:pt x="1061278" y="60055"/>
                    <a:pt x="1064188" y="62797"/>
                  </a:cubicBezTo>
                  <a:cubicBezTo>
                    <a:pt x="1067098" y="65450"/>
                    <a:pt x="1070537" y="66866"/>
                    <a:pt x="1074593" y="66866"/>
                  </a:cubicBezTo>
                  <a:cubicBezTo>
                    <a:pt x="1077327" y="66866"/>
                    <a:pt x="1079796" y="66246"/>
                    <a:pt x="1082178" y="64920"/>
                  </a:cubicBezTo>
                  <a:cubicBezTo>
                    <a:pt x="1084470" y="63593"/>
                    <a:pt x="1086410" y="61913"/>
                    <a:pt x="1087820" y="59790"/>
                  </a:cubicBezTo>
                  <a:lnTo>
                    <a:pt x="1089938" y="68900"/>
                  </a:lnTo>
                  <a:cubicBezTo>
                    <a:pt x="1087909" y="70669"/>
                    <a:pt x="1085528" y="71996"/>
                    <a:pt x="1082882" y="72968"/>
                  </a:cubicBezTo>
                  <a:cubicBezTo>
                    <a:pt x="1080237" y="73941"/>
                    <a:pt x="1077503" y="74383"/>
                    <a:pt x="1074506" y="74383"/>
                  </a:cubicBezTo>
                  <a:cubicBezTo>
                    <a:pt x="1070008" y="74383"/>
                    <a:pt x="1066039" y="73322"/>
                    <a:pt x="1062512" y="71199"/>
                  </a:cubicBezTo>
                  <a:cubicBezTo>
                    <a:pt x="1058985" y="69076"/>
                    <a:pt x="1056251" y="66246"/>
                    <a:pt x="1054223" y="62708"/>
                  </a:cubicBezTo>
                  <a:cubicBezTo>
                    <a:pt x="1052195" y="59082"/>
                    <a:pt x="1051225" y="55102"/>
                    <a:pt x="1051225" y="50680"/>
                  </a:cubicBezTo>
                  <a:cubicBezTo>
                    <a:pt x="1051225" y="46434"/>
                    <a:pt x="1052195" y="42631"/>
                    <a:pt x="1054135" y="39182"/>
                  </a:cubicBezTo>
                  <a:cubicBezTo>
                    <a:pt x="1056075" y="35733"/>
                    <a:pt x="1058720" y="32990"/>
                    <a:pt x="1061983" y="30956"/>
                  </a:cubicBezTo>
                  <a:cubicBezTo>
                    <a:pt x="1065246" y="28922"/>
                    <a:pt x="1068950" y="27949"/>
                    <a:pt x="1072918" y="27949"/>
                  </a:cubicBezTo>
                  <a:close/>
                  <a:moveTo>
                    <a:pt x="1029003" y="27860"/>
                  </a:moveTo>
                  <a:cubicBezTo>
                    <a:pt x="1032089" y="27860"/>
                    <a:pt x="1034999" y="28479"/>
                    <a:pt x="1037645" y="29629"/>
                  </a:cubicBezTo>
                  <a:cubicBezTo>
                    <a:pt x="1040378" y="30779"/>
                    <a:pt x="1042671" y="32283"/>
                    <a:pt x="1044787" y="34140"/>
                  </a:cubicBezTo>
                  <a:lnTo>
                    <a:pt x="1042406" y="44223"/>
                  </a:lnTo>
                  <a:cubicBezTo>
                    <a:pt x="1041259" y="41746"/>
                    <a:pt x="1039408" y="39623"/>
                    <a:pt x="1037027" y="37943"/>
                  </a:cubicBezTo>
                  <a:cubicBezTo>
                    <a:pt x="1034646" y="36263"/>
                    <a:pt x="1031913" y="35378"/>
                    <a:pt x="1028914" y="35378"/>
                  </a:cubicBezTo>
                  <a:cubicBezTo>
                    <a:pt x="1026181" y="35378"/>
                    <a:pt x="1023623" y="36086"/>
                    <a:pt x="1021419" y="37501"/>
                  </a:cubicBezTo>
                  <a:cubicBezTo>
                    <a:pt x="1019127" y="38916"/>
                    <a:pt x="1017362" y="40773"/>
                    <a:pt x="1016040" y="43161"/>
                  </a:cubicBezTo>
                  <a:cubicBezTo>
                    <a:pt x="1014717" y="45549"/>
                    <a:pt x="1014012" y="48114"/>
                    <a:pt x="1014012" y="51034"/>
                  </a:cubicBezTo>
                  <a:cubicBezTo>
                    <a:pt x="1014012" y="53864"/>
                    <a:pt x="1014629" y="56429"/>
                    <a:pt x="1015952" y="58817"/>
                  </a:cubicBezTo>
                  <a:cubicBezTo>
                    <a:pt x="1017274" y="61204"/>
                    <a:pt x="1019038" y="63062"/>
                    <a:pt x="1021331" y="64477"/>
                  </a:cubicBezTo>
                  <a:cubicBezTo>
                    <a:pt x="1023623" y="65892"/>
                    <a:pt x="1026092" y="66599"/>
                    <a:pt x="1028826" y="66599"/>
                  </a:cubicBezTo>
                  <a:cubicBezTo>
                    <a:pt x="1031824" y="66599"/>
                    <a:pt x="1034558" y="65803"/>
                    <a:pt x="1036939" y="64124"/>
                  </a:cubicBezTo>
                  <a:cubicBezTo>
                    <a:pt x="1039320" y="62531"/>
                    <a:pt x="1041171" y="60408"/>
                    <a:pt x="1042318" y="57844"/>
                  </a:cubicBezTo>
                  <a:lnTo>
                    <a:pt x="1044610" y="67926"/>
                  </a:lnTo>
                  <a:cubicBezTo>
                    <a:pt x="1042583" y="69784"/>
                    <a:pt x="1040202" y="71288"/>
                    <a:pt x="1037468" y="72437"/>
                  </a:cubicBezTo>
                  <a:cubicBezTo>
                    <a:pt x="1034734" y="73587"/>
                    <a:pt x="1031824" y="74118"/>
                    <a:pt x="1028826" y="74118"/>
                  </a:cubicBezTo>
                  <a:lnTo>
                    <a:pt x="1028914" y="74294"/>
                  </a:lnTo>
                  <a:cubicBezTo>
                    <a:pt x="1024770" y="74294"/>
                    <a:pt x="1020978" y="73233"/>
                    <a:pt x="1017539" y="71110"/>
                  </a:cubicBezTo>
                  <a:cubicBezTo>
                    <a:pt x="1014100" y="68987"/>
                    <a:pt x="1011367" y="66245"/>
                    <a:pt x="1009338" y="62708"/>
                  </a:cubicBezTo>
                  <a:cubicBezTo>
                    <a:pt x="1007310" y="59171"/>
                    <a:pt x="1006251" y="55279"/>
                    <a:pt x="1006340" y="51034"/>
                  </a:cubicBezTo>
                  <a:cubicBezTo>
                    <a:pt x="1006340" y="46787"/>
                    <a:pt x="1007398" y="42897"/>
                    <a:pt x="1009426" y="39358"/>
                  </a:cubicBezTo>
                  <a:cubicBezTo>
                    <a:pt x="1011454" y="35821"/>
                    <a:pt x="1014188" y="33079"/>
                    <a:pt x="1017627" y="30956"/>
                  </a:cubicBezTo>
                  <a:cubicBezTo>
                    <a:pt x="1021066" y="28922"/>
                    <a:pt x="1024858" y="27860"/>
                    <a:pt x="1029003" y="27860"/>
                  </a:cubicBezTo>
                  <a:close/>
                  <a:moveTo>
                    <a:pt x="195412" y="26799"/>
                  </a:moveTo>
                  <a:cubicBezTo>
                    <a:pt x="195412" y="26799"/>
                    <a:pt x="203172" y="26799"/>
                    <a:pt x="203172" y="26799"/>
                  </a:cubicBezTo>
                  <a:lnTo>
                    <a:pt x="203172" y="71376"/>
                  </a:lnTo>
                  <a:cubicBezTo>
                    <a:pt x="203172" y="71376"/>
                    <a:pt x="195412" y="71376"/>
                    <a:pt x="195412" y="71376"/>
                  </a:cubicBezTo>
                  <a:close/>
                  <a:moveTo>
                    <a:pt x="1147" y="26533"/>
                  </a:moveTo>
                  <a:cubicBezTo>
                    <a:pt x="1147" y="26533"/>
                    <a:pt x="8907" y="26533"/>
                    <a:pt x="8907" y="26533"/>
                  </a:cubicBezTo>
                  <a:lnTo>
                    <a:pt x="8907" y="71110"/>
                  </a:lnTo>
                  <a:cubicBezTo>
                    <a:pt x="8907" y="71110"/>
                    <a:pt x="1147" y="71110"/>
                    <a:pt x="1147" y="71110"/>
                  </a:cubicBezTo>
                  <a:close/>
                  <a:moveTo>
                    <a:pt x="436152" y="26268"/>
                  </a:moveTo>
                  <a:cubicBezTo>
                    <a:pt x="440121" y="26268"/>
                    <a:pt x="443736" y="27241"/>
                    <a:pt x="446999" y="29187"/>
                  </a:cubicBezTo>
                  <a:cubicBezTo>
                    <a:pt x="450262" y="31133"/>
                    <a:pt x="452907" y="33786"/>
                    <a:pt x="454847" y="37147"/>
                  </a:cubicBezTo>
                  <a:cubicBezTo>
                    <a:pt x="456787" y="40508"/>
                    <a:pt x="457757" y="44223"/>
                    <a:pt x="457757" y="48468"/>
                  </a:cubicBezTo>
                  <a:lnTo>
                    <a:pt x="457757" y="51741"/>
                  </a:lnTo>
                  <a:cubicBezTo>
                    <a:pt x="457757" y="51741"/>
                    <a:pt x="429891" y="51741"/>
                    <a:pt x="429891" y="51741"/>
                  </a:cubicBezTo>
                  <a:cubicBezTo>
                    <a:pt x="428657" y="51741"/>
                    <a:pt x="427422" y="51741"/>
                    <a:pt x="426099" y="51563"/>
                  </a:cubicBezTo>
                  <a:cubicBezTo>
                    <a:pt x="424776" y="51475"/>
                    <a:pt x="423542" y="51299"/>
                    <a:pt x="422307" y="51121"/>
                  </a:cubicBezTo>
                  <a:cubicBezTo>
                    <a:pt x="422836" y="55102"/>
                    <a:pt x="424512" y="58374"/>
                    <a:pt x="427422" y="61116"/>
                  </a:cubicBezTo>
                  <a:cubicBezTo>
                    <a:pt x="430332" y="63769"/>
                    <a:pt x="433771" y="65185"/>
                    <a:pt x="437827" y="65185"/>
                  </a:cubicBezTo>
                  <a:cubicBezTo>
                    <a:pt x="440561" y="65185"/>
                    <a:pt x="443030" y="64565"/>
                    <a:pt x="445412" y="63239"/>
                  </a:cubicBezTo>
                  <a:cubicBezTo>
                    <a:pt x="447704" y="61912"/>
                    <a:pt x="449644" y="60232"/>
                    <a:pt x="451055" y="58109"/>
                  </a:cubicBezTo>
                  <a:lnTo>
                    <a:pt x="453172" y="67219"/>
                  </a:lnTo>
                  <a:cubicBezTo>
                    <a:pt x="451143" y="68988"/>
                    <a:pt x="448762" y="70314"/>
                    <a:pt x="446116" y="71287"/>
                  </a:cubicBezTo>
                  <a:cubicBezTo>
                    <a:pt x="443471" y="72260"/>
                    <a:pt x="440737" y="72702"/>
                    <a:pt x="437739" y="72702"/>
                  </a:cubicBezTo>
                  <a:cubicBezTo>
                    <a:pt x="433242" y="72702"/>
                    <a:pt x="429274" y="71641"/>
                    <a:pt x="425746" y="69518"/>
                  </a:cubicBezTo>
                  <a:cubicBezTo>
                    <a:pt x="422219" y="67395"/>
                    <a:pt x="419485" y="64565"/>
                    <a:pt x="417457" y="61027"/>
                  </a:cubicBezTo>
                  <a:cubicBezTo>
                    <a:pt x="415429" y="57401"/>
                    <a:pt x="414459" y="53421"/>
                    <a:pt x="414459" y="48999"/>
                  </a:cubicBezTo>
                  <a:cubicBezTo>
                    <a:pt x="414459" y="44753"/>
                    <a:pt x="415429" y="40950"/>
                    <a:pt x="417369" y="37501"/>
                  </a:cubicBezTo>
                  <a:cubicBezTo>
                    <a:pt x="419309" y="34052"/>
                    <a:pt x="421954" y="31309"/>
                    <a:pt x="425217" y="29275"/>
                  </a:cubicBezTo>
                  <a:cubicBezTo>
                    <a:pt x="428480" y="27241"/>
                    <a:pt x="432184" y="26268"/>
                    <a:pt x="436152" y="26268"/>
                  </a:cubicBezTo>
                  <a:close/>
                  <a:moveTo>
                    <a:pt x="342765" y="26268"/>
                  </a:moveTo>
                  <a:cubicBezTo>
                    <a:pt x="345763" y="26268"/>
                    <a:pt x="348585" y="27064"/>
                    <a:pt x="351231" y="28656"/>
                  </a:cubicBezTo>
                  <a:cubicBezTo>
                    <a:pt x="353788" y="30248"/>
                    <a:pt x="355904" y="32459"/>
                    <a:pt x="357492" y="35467"/>
                  </a:cubicBezTo>
                  <a:cubicBezTo>
                    <a:pt x="359079" y="38385"/>
                    <a:pt x="359873" y="42011"/>
                    <a:pt x="359873" y="46257"/>
                  </a:cubicBezTo>
                  <a:lnTo>
                    <a:pt x="359873" y="71906"/>
                  </a:lnTo>
                  <a:cubicBezTo>
                    <a:pt x="359873" y="71906"/>
                    <a:pt x="352113" y="71906"/>
                    <a:pt x="352113" y="71906"/>
                  </a:cubicBezTo>
                  <a:lnTo>
                    <a:pt x="352113" y="47407"/>
                  </a:lnTo>
                  <a:cubicBezTo>
                    <a:pt x="352113" y="43869"/>
                    <a:pt x="351143" y="40773"/>
                    <a:pt x="349115" y="38031"/>
                  </a:cubicBezTo>
                  <a:cubicBezTo>
                    <a:pt x="347086" y="35289"/>
                    <a:pt x="344265" y="33963"/>
                    <a:pt x="340649" y="33963"/>
                  </a:cubicBezTo>
                  <a:cubicBezTo>
                    <a:pt x="337651" y="33963"/>
                    <a:pt x="335005" y="35113"/>
                    <a:pt x="332624" y="37324"/>
                  </a:cubicBezTo>
                  <a:cubicBezTo>
                    <a:pt x="330244" y="39536"/>
                    <a:pt x="329097" y="42808"/>
                    <a:pt x="329097" y="47053"/>
                  </a:cubicBezTo>
                  <a:lnTo>
                    <a:pt x="329097" y="71818"/>
                  </a:lnTo>
                  <a:cubicBezTo>
                    <a:pt x="329097" y="71818"/>
                    <a:pt x="321337" y="71818"/>
                    <a:pt x="321337" y="71818"/>
                  </a:cubicBezTo>
                  <a:lnTo>
                    <a:pt x="321337" y="71641"/>
                  </a:lnTo>
                  <a:lnTo>
                    <a:pt x="321337" y="27064"/>
                  </a:lnTo>
                  <a:cubicBezTo>
                    <a:pt x="321337" y="27064"/>
                    <a:pt x="328568" y="27064"/>
                    <a:pt x="328568" y="27064"/>
                  </a:cubicBezTo>
                  <a:lnTo>
                    <a:pt x="328568" y="34317"/>
                  </a:lnTo>
                  <a:cubicBezTo>
                    <a:pt x="330155" y="31663"/>
                    <a:pt x="332183" y="29718"/>
                    <a:pt x="334652" y="28302"/>
                  </a:cubicBezTo>
                  <a:cubicBezTo>
                    <a:pt x="337121" y="26887"/>
                    <a:pt x="339855" y="26268"/>
                    <a:pt x="342765" y="26268"/>
                  </a:cubicBezTo>
                  <a:close/>
                  <a:moveTo>
                    <a:pt x="235272" y="26268"/>
                  </a:moveTo>
                  <a:cubicBezTo>
                    <a:pt x="238182" y="26268"/>
                    <a:pt x="241004" y="26887"/>
                    <a:pt x="243561" y="27948"/>
                  </a:cubicBezTo>
                  <a:cubicBezTo>
                    <a:pt x="246118" y="29099"/>
                    <a:pt x="248411" y="30691"/>
                    <a:pt x="250262" y="32725"/>
                  </a:cubicBezTo>
                  <a:lnTo>
                    <a:pt x="250262" y="26887"/>
                  </a:lnTo>
                  <a:cubicBezTo>
                    <a:pt x="250262" y="26887"/>
                    <a:pt x="257406" y="26887"/>
                    <a:pt x="257406" y="26887"/>
                  </a:cubicBezTo>
                  <a:lnTo>
                    <a:pt x="257406" y="71464"/>
                  </a:lnTo>
                  <a:cubicBezTo>
                    <a:pt x="257406" y="76329"/>
                    <a:pt x="256259" y="80485"/>
                    <a:pt x="254055" y="83935"/>
                  </a:cubicBezTo>
                  <a:cubicBezTo>
                    <a:pt x="251850" y="87384"/>
                    <a:pt x="249028" y="90037"/>
                    <a:pt x="245501" y="91895"/>
                  </a:cubicBezTo>
                  <a:cubicBezTo>
                    <a:pt x="241974" y="93752"/>
                    <a:pt x="238182" y="94636"/>
                    <a:pt x="234125" y="94636"/>
                  </a:cubicBezTo>
                  <a:lnTo>
                    <a:pt x="234038" y="94636"/>
                  </a:lnTo>
                  <a:cubicBezTo>
                    <a:pt x="230775" y="94636"/>
                    <a:pt x="227776" y="94106"/>
                    <a:pt x="225131" y="93133"/>
                  </a:cubicBezTo>
                  <a:cubicBezTo>
                    <a:pt x="222485" y="92160"/>
                    <a:pt x="220105" y="90745"/>
                    <a:pt x="217987" y="89064"/>
                  </a:cubicBezTo>
                  <a:lnTo>
                    <a:pt x="220105" y="79955"/>
                  </a:lnTo>
                  <a:cubicBezTo>
                    <a:pt x="221515" y="82077"/>
                    <a:pt x="223455" y="83846"/>
                    <a:pt x="225748" y="85173"/>
                  </a:cubicBezTo>
                  <a:cubicBezTo>
                    <a:pt x="228129" y="86499"/>
                    <a:pt x="230863" y="87207"/>
                    <a:pt x="233949" y="87207"/>
                  </a:cubicBezTo>
                  <a:cubicBezTo>
                    <a:pt x="238711" y="87207"/>
                    <a:pt x="242591" y="85704"/>
                    <a:pt x="245589" y="82697"/>
                  </a:cubicBezTo>
                  <a:cubicBezTo>
                    <a:pt x="248587" y="79689"/>
                    <a:pt x="250086" y="75798"/>
                    <a:pt x="250086" y="71021"/>
                  </a:cubicBezTo>
                  <a:lnTo>
                    <a:pt x="250086" y="65626"/>
                  </a:lnTo>
                  <a:cubicBezTo>
                    <a:pt x="248234" y="67572"/>
                    <a:pt x="245942" y="69164"/>
                    <a:pt x="243385" y="70314"/>
                  </a:cubicBezTo>
                  <a:cubicBezTo>
                    <a:pt x="240827" y="71464"/>
                    <a:pt x="238005" y="72083"/>
                    <a:pt x="235095" y="72083"/>
                  </a:cubicBezTo>
                  <a:cubicBezTo>
                    <a:pt x="231215" y="72083"/>
                    <a:pt x="227688" y="71021"/>
                    <a:pt x="224425" y="68988"/>
                  </a:cubicBezTo>
                  <a:cubicBezTo>
                    <a:pt x="221162" y="66953"/>
                    <a:pt x="218605" y="64123"/>
                    <a:pt x="216753" y="60673"/>
                  </a:cubicBezTo>
                  <a:cubicBezTo>
                    <a:pt x="214814" y="57225"/>
                    <a:pt x="213843" y="53332"/>
                    <a:pt x="213931" y="49176"/>
                  </a:cubicBezTo>
                  <a:cubicBezTo>
                    <a:pt x="213931" y="44930"/>
                    <a:pt x="214902" y="41127"/>
                    <a:pt x="216842" y="37677"/>
                  </a:cubicBezTo>
                  <a:cubicBezTo>
                    <a:pt x="218781" y="34228"/>
                    <a:pt x="221339" y="31487"/>
                    <a:pt x="224602" y="29364"/>
                  </a:cubicBezTo>
                  <a:cubicBezTo>
                    <a:pt x="227865" y="27329"/>
                    <a:pt x="231391" y="26268"/>
                    <a:pt x="235272" y="26268"/>
                  </a:cubicBezTo>
                  <a:close/>
                  <a:moveTo>
                    <a:pt x="392325" y="26180"/>
                  </a:moveTo>
                  <a:cubicBezTo>
                    <a:pt x="395411" y="26180"/>
                    <a:pt x="398321" y="26799"/>
                    <a:pt x="400967" y="27949"/>
                  </a:cubicBezTo>
                  <a:cubicBezTo>
                    <a:pt x="403700" y="29099"/>
                    <a:pt x="405993" y="30603"/>
                    <a:pt x="408109" y="32460"/>
                  </a:cubicBezTo>
                  <a:lnTo>
                    <a:pt x="405728" y="42543"/>
                  </a:lnTo>
                  <a:cubicBezTo>
                    <a:pt x="404581" y="40066"/>
                    <a:pt x="402730" y="37943"/>
                    <a:pt x="400349" y="36264"/>
                  </a:cubicBezTo>
                  <a:cubicBezTo>
                    <a:pt x="397968" y="34583"/>
                    <a:pt x="395235" y="33698"/>
                    <a:pt x="392236" y="33698"/>
                  </a:cubicBezTo>
                  <a:cubicBezTo>
                    <a:pt x="389503" y="33698"/>
                    <a:pt x="386945" y="34406"/>
                    <a:pt x="384741" y="35821"/>
                  </a:cubicBezTo>
                  <a:cubicBezTo>
                    <a:pt x="382449" y="37236"/>
                    <a:pt x="380684" y="39094"/>
                    <a:pt x="379362" y="41481"/>
                  </a:cubicBezTo>
                  <a:cubicBezTo>
                    <a:pt x="378039" y="43869"/>
                    <a:pt x="377334" y="46434"/>
                    <a:pt x="377334" y="49353"/>
                  </a:cubicBezTo>
                  <a:cubicBezTo>
                    <a:pt x="377334" y="52184"/>
                    <a:pt x="377951" y="54749"/>
                    <a:pt x="379274" y="57137"/>
                  </a:cubicBezTo>
                  <a:cubicBezTo>
                    <a:pt x="380596" y="59524"/>
                    <a:pt x="382360" y="61382"/>
                    <a:pt x="384653" y="62797"/>
                  </a:cubicBezTo>
                  <a:cubicBezTo>
                    <a:pt x="386945" y="64213"/>
                    <a:pt x="389414" y="64920"/>
                    <a:pt x="392148" y="64920"/>
                  </a:cubicBezTo>
                  <a:cubicBezTo>
                    <a:pt x="395146" y="64920"/>
                    <a:pt x="397880" y="64123"/>
                    <a:pt x="400261" y="62444"/>
                  </a:cubicBezTo>
                  <a:cubicBezTo>
                    <a:pt x="402642" y="60851"/>
                    <a:pt x="404494" y="58728"/>
                    <a:pt x="405640" y="56164"/>
                  </a:cubicBezTo>
                  <a:lnTo>
                    <a:pt x="407932" y="66246"/>
                  </a:lnTo>
                  <a:cubicBezTo>
                    <a:pt x="405905" y="68103"/>
                    <a:pt x="403524" y="69608"/>
                    <a:pt x="400790" y="70757"/>
                  </a:cubicBezTo>
                  <a:cubicBezTo>
                    <a:pt x="398056" y="71907"/>
                    <a:pt x="395146" y="72438"/>
                    <a:pt x="392148" y="72438"/>
                  </a:cubicBezTo>
                  <a:lnTo>
                    <a:pt x="392236" y="72614"/>
                  </a:lnTo>
                  <a:cubicBezTo>
                    <a:pt x="388092" y="72614"/>
                    <a:pt x="384300" y="71553"/>
                    <a:pt x="380861" y="69430"/>
                  </a:cubicBezTo>
                  <a:cubicBezTo>
                    <a:pt x="377422" y="67307"/>
                    <a:pt x="374689" y="64566"/>
                    <a:pt x="372660" y="61028"/>
                  </a:cubicBezTo>
                  <a:cubicBezTo>
                    <a:pt x="370632" y="57491"/>
                    <a:pt x="369573" y="53599"/>
                    <a:pt x="369662" y="49353"/>
                  </a:cubicBezTo>
                  <a:cubicBezTo>
                    <a:pt x="369662" y="45108"/>
                    <a:pt x="370720" y="41216"/>
                    <a:pt x="372748" y="37679"/>
                  </a:cubicBezTo>
                  <a:cubicBezTo>
                    <a:pt x="374776" y="34140"/>
                    <a:pt x="377511" y="31399"/>
                    <a:pt x="380949" y="29276"/>
                  </a:cubicBezTo>
                  <a:cubicBezTo>
                    <a:pt x="384388" y="27241"/>
                    <a:pt x="388180" y="26180"/>
                    <a:pt x="392325" y="26180"/>
                  </a:cubicBezTo>
                  <a:close/>
                  <a:moveTo>
                    <a:pt x="289592" y="26002"/>
                  </a:moveTo>
                  <a:cubicBezTo>
                    <a:pt x="293561" y="26002"/>
                    <a:pt x="297087" y="26975"/>
                    <a:pt x="300439" y="28921"/>
                  </a:cubicBezTo>
                  <a:cubicBezTo>
                    <a:pt x="303702" y="30867"/>
                    <a:pt x="306347" y="33520"/>
                    <a:pt x="308287" y="36881"/>
                  </a:cubicBezTo>
                  <a:cubicBezTo>
                    <a:pt x="310227" y="40242"/>
                    <a:pt x="311197" y="43957"/>
                    <a:pt x="311197" y="48202"/>
                  </a:cubicBezTo>
                  <a:lnTo>
                    <a:pt x="311197" y="51475"/>
                  </a:lnTo>
                  <a:cubicBezTo>
                    <a:pt x="311197" y="51475"/>
                    <a:pt x="283331" y="51475"/>
                    <a:pt x="283331" y="51475"/>
                  </a:cubicBezTo>
                  <a:cubicBezTo>
                    <a:pt x="282097" y="51475"/>
                    <a:pt x="280862" y="51475"/>
                    <a:pt x="279539" y="51298"/>
                  </a:cubicBezTo>
                  <a:cubicBezTo>
                    <a:pt x="278216" y="51209"/>
                    <a:pt x="276982" y="51033"/>
                    <a:pt x="275747" y="50855"/>
                  </a:cubicBezTo>
                  <a:cubicBezTo>
                    <a:pt x="276276" y="54835"/>
                    <a:pt x="277952" y="58108"/>
                    <a:pt x="280862" y="60850"/>
                  </a:cubicBezTo>
                  <a:cubicBezTo>
                    <a:pt x="283772" y="63503"/>
                    <a:pt x="287211" y="64919"/>
                    <a:pt x="291267" y="64919"/>
                  </a:cubicBezTo>
                  <a:cubicBezTo>
                    <a:pt x="294001" y="64919"/>
                    <a:pt x="296470" y="64299"/>
                    <a:pt x="298851" y="62973"/>
                  </a:cubicBezTo>
                  <a:cubicBezTo>
                    <a:pt x="301144" y="61646"/>
                    <a:pt x="303084" y="59966"/>
                    <a:pt x="304495" y="57843"/>
                  </a:cubicBezTo>
                  <a:lnTo>
                    <a:pt x="306612" y="66953"/>
                  </a:lnTo>
                  <a:cubicBezTo>
                    <a:pt x="304583" y="68722"/>
                    <a:pt x="302202" y="70049"/>
                    <a:pt x="299556" y="71021"/>
                  </a:cubicBezTo>
                  <a:cubicBezTo>
                    <a:pt x="296911" y="71994"/>
                    <a:pt x="294177" y="72436"/>
                    <a:pt x="291179" y="72436"/>
                  </a:cubicBezTo>
                  <a:cubicBezTo>
                    <a:pt x="286682" y="72436"/>
                    <a:pt x="282714" y="71375"/>
                    <a:pt x="279186" y="69252"/>
                  </a:cubicBezTo>
                  <a:cubicBezTo>
                    <a:pt x="275659" y="67129"/>
                    <a:pt x="272925" y="64299"/>
                    <a:pt x="270897" y="60761"/>
                  </a:cubicBezTo>
                  <a:cubicBezTo>
                    <a:pt x="268869" y="57135"/>
                    <a:pt x="267899" y="53155"/>
                    <a:pt x="267899" y="48733"/>
                  </a:cubicBezTo>
                  <a:cubicBezTo>
                    <a:pt x="267899" y="44487"/>
                    <a:pt x="268869" y="40685"/>
                    <a:pt x="270809" y="37235"/>
                  </a:cubicBezTo>
                  <a:cubicBezTo>
                    <a:pt x="272749" y="33786"/>
                    <a:pt x="275394" y="31043"/>
                    <a:pt x="278657" y="29010"/>
                  </a:cubicBezTo>
                  <a:cubicBezTo>
                    <a:pt x="281920" y="26975"/>
                    <a:pt x="285623" y="26002"/>
                    <a:pt x="289592" y="26002"/>
                  </a:cubicBezTo>
                  <a:close/>
                  <a:moveTo>
                    <a:pt x="120987" y="25738"/>
                  </a:moveTo>
                  <a:cubicBezTo>
                    <a:pt x="124956" y="25738"/>
                    <a:pt x="128571" y="26711"/>
                    <a:pt x="131834" y="28656"/>
                  </a:cubicBezTo>
                  <a:cubicBezTo>
                    <a:pt x="135097" y="30603"/>
                    <a:pt x="137742" y="33256"/>
                    <a:pt x="139682" y="36617"/>
                  </a:cubicBezTo>
                  <a:cubicBezTo>
                    <a:pt x="141622" y="39978"/>
                    <a:pt x="142592" y="43693"/>
                    <a:pt x="142592" y="47938"/>
                  </a:cubicBezTo>
                  <a:lnTo>
                    <a:pt x="142592" y="51211"/>
                  </a:lnTo>
                  <a:cubicBezTo>
                    <a:pt x="142592" y="51211"/>
                    <a:pt x="114726" y="51211"/>
                    <a:pt x="114726" y="51211"/>
                  </a:cubicBezTo>
                  <a:cubicBezTo>
                    <a:pt x="113492" y="51211"/>
                    <a:pt x="112257" y="51211"/>
                    <a:pt x="110934" y="51034"/>
                  </a:cubicBezTo>
                  <a:cubicBezTo>
                    <a:pt x="109611" y="50945"/>
                    <a:pt x="108377" y="50769"/>
                    <a:pt x="107142" y="50591"/>
                  </a:cubicBezTo>
                  <a:cubicBezTo>
                    <a:pt x="107671" y="54571"/>
                    <a:pt x="109347" y="57844"/>
                    <a:pt x="112257" y="60586"/>
                  </a:cubicBezTo>
                  <a:cubicBezTo>
                    <a:pt x="115167" y="63239"/>
                    <a:pt x="118606" y="64655"/>
                    <a:pt x="122662" y="64655"/>
                  </a:cubicBezTo>
                  <a:cubicBezTo>
                    <a:pt x="125396" y="64655"/>
                    <a:pt x="127865" y="64035"/>
                    <a:pt x="130246" y="62709"/>
                  </a:cubicBezTo>
                  <a:cubicBezTo>
                    <a:pt x="132539" y="61382"/>
                    <a:pt x="134479" y="59702"/>
                    <a:pt x="135889" y="57579"/>
                  </a:cubicBezTo>
                  <a:lnTo>
                    <a:pt x="138007" y="66689"/>
                  </a:lnTo>
                  <a:cubicBezTo>
                    <a:pt x="135978" y="68458"/>
                    <a:pt x="133597" y="69785"/>
                    <a:pt x="130951" y="70757"/>
                  </a:cubicBezTo>
                  <a:cubicBezTo>
                    <a:pt x="128306" y="71730"/>
                    <a:pt x="125572" y="72172"/>
                    <a:pt x="122574" y="72172"/>
                  </a:cubicBezTo>
                  <a:cubicBezTo>
                    <a:pt x="118077" y="72172"/>
                    <a:pt x="114108" y="71111"/>
                    <a:pt x="110581" y="68988"/>
                  </a:cubicBezTo>
                  <a:cubicBezTo>
                    <a:pt x="107054" y="66865"/>
                    <a:pt x="104320" y="64035"/>
                    <a:pt x="102292" y="60497"/>
                  </a:cubicBezTo>
                  <a:cubicBezTo>
                    <a:pt x="100264" y="56871"/>
                    <a:pt x="99294" y="52891"/>
                    <a:pt x="99294" y="48469"/>
                  </a:cubicBezTo>
                  <a:cubicBezTo>
                    <a:pt x="99294" y="44223"/>
                    <a:pt x="100264" y="40420"/>
                    <a:pt x="102204" y="36971"/>
                  </a:cubicBezTo>
                  <a:cubicBezTo>
                    <a:pt x="104144" y="33522"/>
                    <a:pt x="106789" y="30779"/>
                    <a:pt x="110052" y="28745"/>
                  </a:cubicBezTo>
                  <a:cubicBezTo>
                    <a:pt x="113315" y="26711"/>
                    <a:pt x="117018" y="25738"/>
                    <a:pt x="120987" y="25738"/>
                  </a:cubicBezTo>
                  <a:close/>
                  <a:moveTo>
                    <a:pt x="43915" y="25738"/>
                  </a:moveTo>
                  <a:cubicBezTo>
                    <a:pt x="46913" y="25738"/>
                    <a:pt x="49735" y="26534"/>
                    <a:pt x="52381" y="28126"/>
                  </a:cubicBezTo>
                  <a:cubicBezTo>
                    <a:pt x="54938" y="29718"/>
                    <a:pt x="57054" y="31929"/>
                    <a:pt x="58642" y="34937"/>
                  </a:cubicBezTo>
                  <a:cubicBezTo>
                    <a:pt x="60229" y="37855"/>
                    <a:pt x="61023" y="41482"/>
                    <a:pt x="61023" y="45726"/>
                  </a:cubicBezTo>
                  <a:lnTo>
                    <a:pt x="61023" y="71376"/>
                  </a:lnTo>
                  <a:cubicBezTo>
                    <a:pt x="61023" y="71376"/>
                    <a:pt x="53263" y="71376"/>
                    <a:pt x="53263" y="71376"/>
                  </a:cubicBezTo>
                  <a:lnTo>
                    <a:pt x="53263" y="46877"/>
                  </a:lnTo>
                  <a:cubicBezTo>
                    <a:pt x="53263" y="43339"/>
                    <a:pt x="52293" y="40243"/>
                    <a:pt x="50265" y="37501"/>
                  </a:cubicBezTo>
                  <a:cubicBezTo>
                    <a:pt x="48236" y="34760"/>
                    <a:pt x="45415" y="33433"/>
                    <a:pt x="41799" y="33433"/>
                  </a:cubicBezTo>
                  <a:cubicBezTo>
                    <a:pt x="38801" y="33433"/>
                    <a:pt x="36155" y="34583"/>
                    <a:pt x="33774" y="36794"/>
                  </a:cubicBezTo>
                  <a:cubicBezTo>
                    <a:pt x="31394" y="39005"/>
                    <a:pt x="30247" y="42278"/>
                    <a:pt x="30247" y="46523"/>
                  </a:cubicBezTo>
                  <a:lnTo>
                    <a:pt x="30247" y="71288"/>
                  </a:lnTo>
                  <a:cubicBezTo>
                    <a:pt x="30247" y="71288"/>
                    <a:pt x="22487" y="71288"/>
                    <a:pt x="22487" y="71288"/>
                  </a:cubicBezTo>
                  <a:lnTo>
                    <a:pt x="22487" y="71111"/>
                  </a:lnTo>
                  <a:lnTo>
                    <a:pt x="22487" y="26534"/>
                  </a:lnTo>
                  <a:cubicBezTo>
                    <a:pt x="22487" y="26534"/>
                    <a:pt x="29718" y="26534"/>
                    <a:pt x="29718" y="26534"/>
                  </a:cubicBezTo>
                  <a:lnTo>
                    <a:pt x="29718" y="33787"/>
                  </a:lnTo>
                  <a:cubicBezTo>
                    <a:pt x="31305" y="31133"/>
                    <a:pt x="33333" y="29188"/>
                    <a:pt x="35802" y="27772"/>
                  </a:cubicBezTo>
                  <a:cubicBezTo>
                    <a:pt x="38271" y="26357"/>
                    <a:pt x="41005" y="25738"/>
                    <a:pt x="43915" y="25738"/>
                  </a:cubicBezTo>
                  <a:close/>
                  <a:moveTo>
                    <a:pt x="504141" y="22110"/>
                  </a:moveTo>
                  <a:cubicBezTo>
                    <a:pt x="502465" y="22110"/>
                    <a:pt x="500966" y="22730"/>
                    <a:pt x="499907" y="23968"/>
                  </a:cubicBezTo>
                  <a:cubicBezTo>
                    <a:pt x="498762" y="25206"/>
                    <a:pt x="498232" y="26621"/>
                    <a:pt x="498232" y="28390"/>
                  </a:cubicBezTo>
                  <a:cubicBezTo>
                    <a:pt x="498232" y="29541"/>
                    <a:pt x="498497" y="30602"/>
                    <a:pt x="499114" y="31575"/>
                  </a:cubicBezTo>
                  <a:cubicBezTo>
                    <a:pt x="499643" y="32548"/>
                    <a:pt x="500348" y="33697"/>
                    <a:pt x="501054" y="34848"/>
                  </a:cubicBezTo>
                  <a:lnTo>
                    <a:pt x="502641" y="37235"/>
                  </a:lnTo>
                  <a:lnTo>
                    <a:pt x="502641" y="37147"/>
                  </a:lnTo>
                  <a:lnTo>
                    <a:pt x="505022" y="35909"/>
                  </a:lnTo>
                  <a:cubicBezTo>
                    <a:pt x="505551" y="35644"/>
                    <a:pt x="506169" y="35202"/>
                    <a:pt x="507051" y="34671"/>
                  </a:cubicBezTo>
                  <a:cubicBezTo>
                    <a:pt x="507844" y="34139"/>
                    <a:pt x="508638" y="33344"/>
                    <a:pt x="509255" y="32282"/>
                  </a:cubicBezTo>
                  <a:cubicBezTo>
                    <a:pt x="509873" y="31221"/>
                    <a:pt x="510226" y="29983"/>
                    <a:pt x="510226" y="28568"/>
                  </a:cubicBezTo>
                  <a:cubicBezTo>
                    <a:pt x="510226" y="26799"/>
                    <a:pt x="509696" y="25294"/>
                    <a:pt x="508461" y="23968"/>
                  </a:cubicBezTo>
                  <a:cubicBezTo>
                    <a:pt x="507315" y="22730"/>
                    <a:pt x="505904" y="22110"/>
                    <a:pt x="504141" y="22110"/>
                  </a:cubicBezTo>
                  <a:close/>
                  <a:moveTo>
                    <a:pt x="868732" y="21384"/>
                  </a:moveTo>
                  <a:lnTo>
                    <a:pt x="868775" y="21403"/>
                  </a:lnTo>
                  <a:lnTo>
                    <a:pt x="868687" y="21403"/>
                  </a:lnTo>
                  <a:close/>
                  <a:moveTo>
                    <a:pt x="564942" y="20853"/>
                  </a:moveTo>
                  <a:lnTo>
                    <a:pt x="564985" y="20872"/>
                  </a:lnTo>
                  <a:lnTo>
                    <a:pt x="564897" y="20872"/>
                  </a:lnTo>
                  <a:close/>
                  <a:moveTo>
                    <a:pt x="199337" y="18731"/>
                  </a:moveTo>
                  <a:lnTo>
                    <a:pt x="199380" y="18750"/>
                  </a:lnTo>
                  <a:lnTo>
                    <a:pt x="199292" y="18750"/>
                  </a:lnTo>
                  <a:close/>
                  <a:moveTo>
                    <a:pt x="5071" y="18465"/>
                  </a:moveTo>
                  <a:lnTo>
                    <a:pt x="5114" y="18484"/>
                  </a:lnTo>
                  <a:lnTo>
                    <a:pt x="5026" y="18484"/>
                  </a:lnTo>
                  <a:close/>
                  <a:moveTo>
                    <a:pt x="504229" y="15920"/>
                  </a:moveTo>
                  <a:cubicBezTo>
                    <a:pt x="506522" y="15920"/>
                    <a:pt x="508549" y="16450"/>
                    <a:pt x="510401" y="17600"/>
                  </a:cubicBezTo>
                  <a:cubicBezTo>
                    <a:pt x="512253" y="18750"/>
                    <a:pt x="513752" y="20253"/>
                    <a:pt x="514899" y="22110"/>
                  </a:cubicBezTo>
                  <a:cubicBezTo>
                    <a:pt x="516045" y="23968"/>
                    <a:pt x="516574" y="26179"/>
                    <a:pt x="516574" y="28479"/>
                  </a:cubicBezTo>
                  <a:cubicBezTo>
                    <a:pt x="516574" y="31045"/>
                    <a:pt x="515957" y="33078"/>
                    <a:pt x="514899" y="34759"/>
                  </a:cubicBezTo>
                  <a:cubicBezTo>
                    <a:pt x="513752" y="36439"/>
                    <a:pt x="512518" y="37678"/>
                    <a:pt x="511107" y="38650"/>
                  </a:cubicBezTo>
                  <a:cubicBezTo>
                    <a:pt x="509696" y="39535"/>
                    <a:pt x="508638" y="40243"/>
                    <a:pt x="507844" y="40685"/>
                  </a:cubicBezTo>
                  <a:lnTo>
                    <a:pt x="505904" y="41746"/>
                  </a:lnTo>
                  <a:lnTo>
                    <a:pt x="518074" y="59435"/>
                  </a:lnTo>
                  <a:cubicBezTo>
                    <a:pt x="520631" y="56251"/>
                    <a:pt x="522130" y="52625"/>
                    <a:pt x="522482" y="48468"/>
                  </a:cubicBezTo>
                  <a:lnTo>
                    <a:pt x="527156" y="55190"/>
                  </a:lnTo>
                  <a:cubicBezTo>
                    <a:pt x="525834" y="58816"/>
                    <a:pt x="523893" y="62000"/>
                    <a:pt x="521336" y="64653"/>
                  </a:cubicBezTo>
                  <a:lnTo>
                    <a:pt x="526275" y="71729"/>
                  </a:lnTo>
                  <a:lnTo>
                    <a:pt x="518778" y="71729"/>
                  </a:lnTo>
                  <a:cubicBezTo>
                    <a:pt x="518778" y="71729"/>
                    <a:pt x="516398" y="68368"/>
                    <a:pt x="516398" y="68368"/>
                  </a:cubicBezTo>
                  <a:cubicBezTo>
                    <a:pt x="514634" y="69783"/>
                    <a:pt x="512783" y="70756"/>
                    <a:pt x="510754" y="71463"/>
                  </a:cubicBezTo>
                  <a:cubicBezTo>
                    <a:pt x="508726" y="72171"/>
                    <a:pt x="506698" y="72437"/>
                    <a:pt x="504670" y="72437"/>
                  </a:cubicBezTo>
                  <a:lnTo>
                    <a:pt x="504758" y="72702"/>
                  </a:lnTo>
                  <a:cubicBezTo>
                    <a:pt x="501407" y="72702"/>
                    <a:pt x="498409" y="71995"/>
                    <a:pt x="495763" y="70490"/>
                  </a:cubicBezTo>
                  <a:cubicBezTo>
                    <a:pt x="493118" y="69075"/>
                    <a:pt x="491090" y="67041"/>
                    <a:pt x="489590" y="64388"/>
                  </a:cubicBezTo>
                  <a:cubicBezTo>
                    <a:pt x="488092" y="61823"/>
                    <a:pt x="487386" y="58816"/>
                    <a:pt x="487386" y="55455"/>
                  </a:cubicBezTo>
                  <a:cubicBezTo>
                    <a:pt x="487386" y="52625"/>
                    <a:pt x="487915" y="50149"/>
                    <a:pt x="488973" y="48202"/>
                  </a:cubicBezTo>
                  <a:cubicBezTo>
                    <a:pt x="490031" y="46257"/>
                    <a:pt x="491355" y="44576"/>
                    <a:pt x="492853" y="43249"/>
                  </a:cubicBezTo>
                  <a:cubicBezTo>
                    <a:pt x="494353" y="41923"/>
                    <a:pt x="495763" y="40950"/>
                    <a:pt x="496997" y="40154"/>
                  </a:cubicBezTo>
                  <a:lnTo>
                    <a:pt x="495852" y="38562"/>
                  </a:lnTo>
                  <a:cubicBezTo>
                    <a:pt x="494881" y="37235"/>
                    <a:pt x="494000" y="35732"/>
                    <a:pt x="493206" y="34139"/>
                  </a:cubicBezTo>
                  <a:cubicBezTo>
                    <a:pt x="492412" y="32548"/>
                    <a:pt x="491971" y="30691"/>
                    <a:pt x="491971" y="28568"/>
                  </a:cubicBezTo>
                  <a:cubicBezTo>
                    <a:pt x="491971" y="26179"/>
                    <a:pt x="492500" y="23968"/>
                    <a:pt x="493647" y="22110"/>
                  </a:cubicBezTo>
                  <a:cubicBezTo>
                    <a:pt x="494705" y="20253"/>
                    <a:pt x="496204" y="18750"/>
                    <a:pt x="498056" y="17600"/>
                  </a:cubicBezTo>
                  <a:cubicBezTo>
                    <a:pt x="499907" y="16450"/>
                    <a:pt x="501936" y="15920"/>
                    <a:pt x="504229" y="15920"/>
                  </a:cubicBezTo>
                  <a:close/>
                  <a:moveTo>
                    <a:pt x="838087" y="14417"/>
                  </a:moveTo>
                  <a:cubicBezTo>
                    <a:pt x="838087" y="14417"/>
                    <a:pt x="845407" y="14417"/>
                    <a:pt x="845407" y="14417"/>
                  </a:cubicBezTo>
                  <a:lnTo>
                    <a:pt x="845407" y="29276"/>
                  </a:lnTo>
                  <a:cubicBezTo>
                    <a:pt x="845407" y="29276"/>
                    <a:pt x="855989" y="29276"/>
                    <a:pt x="855989" y="29276"/>
                  </a:cubicBezTo>
                  <a:lnTo>
                    <a:pt x="855989" y="35998"/>
                  </a:lnTo>
                  <a:cubicBezTo>
                    <a:pt x="855989" y="35998"/>
                    <a:pt x="845583" y="35998"/>
                    <a:pt x="845583" y="35998"/>
                  </a:cubicBezTo>
                  <a:lnTo>
                    <a:pt x="845583" y="73940"/>
                  </a:lnTo>
                  <a:cubicBezTo>
                    <a:pt x="845583" y="73940"/>
                    <a:pt x="837822" y="73940"/>
                    <a:pt x="837822" y="73940"/>
                  </a:cubicBezTo>
                  <a:lnTo>
                    <a:pt x="837822" y="35998"/>
                  </a:lnTo>
                  <a:cubicBezTo>
                    <a:pt x="837822" y="35998"/>
                    <a:pt x="828211" y="35998"/>
                    <a:pt x="828211" y="35998"/>
                  </a:cubicBezTo>
                  <a:lnTo>
                    <a:pt x="828211" y="29276"/>
                  </a:lnTo>
                  <a:cubicBezTo>
                    <a:pt x="828211" y="29276"/>
                    <a:pt x="838087" y="29276"/>
                    <a:pt x="838087" y="29276"/>
                  </a:cubicBezTo>
                  <a:close/>
                  <a:moveTo>
                    <a:pt x="1159689" y="14151"/>
                  </a:moveTo>
                  <a:cubicBezTo>
                    <a:pt x="1159689" y="14151"/>
                    <a:pt x="1167009" y="14151"/>
                    <a:pt x="1167009" y="14151"/>
                  </a:cubicBezTo>
                  <a:lnTo>
                    <a:pt x="1167009" y="29010"/>
                  </a:lnTo>
                  <a:cubicBezTo>
                    <a:pt x="1167009" y="29010"/>
                    <a:pt x="1177591" y="29010"/>
                    <a:pt x="1177591" y="29010"/>
                  </a:cubicBezTo>
                  <a:lnTo>
                    <a:pt x="1177591" y="35732"/>
                  </a:lnTo>
                  <a:cubicBezTo>
                    <a:pt x="1177591" y="35732"/>
                    <a:pt x="1167185" y="35732"/>
                    <a:pt x="1167185" y="35732"/>
                  </a:cubicBezTo>
                  <a:lnTo>
                    <a:pt x="1167185" y="73674"/>
                  </a:lnTo>
                  <a:cubicBezTo>
                    <a:pt x="1167185" y="73674"/>
                    <a:pt x="1159424" y="73674"/>
                    <a:pt x="1159424" y="73674"/>
                  </a:cubicBezTo>
                  <a:lnTo>
                    <a:pt x="1159424" y="35732"/>
                  </a:lnTo>
                  <a:cubicBezTo>
                    <a:pt x="1159424" y="35732"/>
                    <a:pt x="1149813" y="35732"/>
                    <a:pt x="1149813" y="35732"/>
                  </a:cubicBezTo>
                  <a:lnTo>
                    <a:pt x="1149813" y="29010"/>
                  </a:lnTo>
                  <a:cubicBezTo>
                    <a:pt x="1149813" y="29010"/>
                    <a:pt x="1159689" y="29010"/>
                    <a:pt x="1159689" y="29010"/>
                  </a:cubicBezTo>
                  <a:close/>
                  <a:moveTo>
                    <a:pt x="77600" y="11675"/>
                  </a:moveTo>
                  <a:cubicBezTo>
                    <a:pt x="77600" y="11675"/>
                    <a:pt x="84920" y="11675"/>
                    <a:pt x="84920" y="11675"/>
                  </a:cubicBezTo>
                  <a:lnTo>
                    <a:pt x="84920" y="26533"/>
                  </a:lnTo>
                  <a:cubicBezTo>
                    <a:pt x="84920" y="26533"/>
                    <a:pt x="95502" y="26533"/>
                    <a:pt x="95502" y="26533"/>
                  </a:cubicBezTo>
                  <a:lnTo>
                    <a:pt x="95502" y="33256"/>
                  </a:lnTo>
                  <a:cubicBezTo>
                    <a:pt x="95502" y="33256"/>
                    <a:pt x="85096" y="33256"/>
                    <a:pt x="85096" y="33256"/>
                  </a:cubicBezTo>
                  <a:lnTo>
                    <a:pt x="85096" y="71198"/>
                  </a:lnTo>
                  <a:cubicBezTo>
                    <a:pt x="85096" y="71198"/>
                    <a:pt x="77335" y="71198"/>
                    <a:pt x="77335" y="71198"/>
                  </a:cubicBezTo>
                  <a:lnTo>
                    <a:pt x="77335" y="33256"/>
                  </a:lnTo>
                  <a:cubicBezTo>
                    <a:pt x="77335" y="33256"/>
                    <a:pt x="67724" y="33256"/>
                    <a:pt x="67724" y="33256"/>
                  </a:cubicBezTo>
                  <a:lnTo>
                    <a:pt x="67724" y="26533"/>
                  </a:lnTo>
                  <a:cubicBezTo>
                    <a:pt x="67724" y="26533"/>
                    <a:pt x="77600" y="26533"/>
                    <a:pt x="77600" y="26533"/>
                  </a:cubicBezTo>
                  <a:close/>
                  <a:moveTo>
                    <a:pt x="868775" y="10702"/>
                  </a:moveTo>
                  <a:cubicBezTo>
                    <a:pt x="870275" y="10702"/>
                    <a:pt x="871509" y="11232"/>
                    <a:pt x="872479" y="12205"/>
                  </a:cubicBezTo>
                  <a:cubicBezTo>
                    <a:pt x="873449" y="13266"/>
                    <a:pt x="873978" y="14505"/>
                    <a:pt x="873890" y="16008"/>
                  </a:cubicBezTo>
                  <a:cubicBezTo>
                    <a:pt x="873890" y="17512"/>
                    <a:pt x="873360" y="18751"/>
                    <a:pt x="872391" y="19812"/>
                  </a:cubicBezTo>
                  <a:lnTo>
                    <a:pt x="868732" y="21384"/>
                  </a:lnTo>
                  <a:lnTo>
                    <a:pt x="865160" y="19812"/>
                  </a:lnTo>
                  <a:cubicBezTo>
                    <a:pt x="864190" y="18751"/>
                    <a:pt x="863661" y="17512"/>
                    <a:pt x="863661" y="16008"/>
                  </a:cubicBezTo>
                  <a:cubicBezTo>
                    <a:pt x="863661" y="14505"/>
                    <a:pt x="864190" y="13178"/>
                    <a:pt x="865160" y="12205"/>
                  </a:cubicBezTo>
                  <a:cubicBezTo>
                    <a:pt x="866130" y="11232"/>
                    <a:pt x="867364" y="10702"/>
                    <a:pt x="868775" y="10702"/>
                  </a:cubicBezTo>
                  <a:close/>
                  <a:moveTo>
                    <a:pt x="564985" y="10171"/>
                  </a:moveTo>
                  <a:cubicBezTo>
                    <a:pt x="566485" y="10171"/>
                    <a:pt x="567719" y="10701"/>
                    <a:pt x="568689" y="11674"/>
                  </a:cubicBezTo>
                  <a:cubicBezTo>
                    <a:pt x="569660" y="12735"/>
                    <a:pt x="570100" y="13974"/>
                    <a:pt x="570100" y="15477"/>
                  </a:cubicBezTo>
                  <a:cubicBezTo>
                    <a:pt x="570100" y="16981"/>
                    <a:pt x="569571" y="18220"/>
                    <a:pt x="568601" y="19281"/>
                  </a:cubicBezTo>
                  <a:lnTo>
                    <a:pt x="564942" y="20853"/>
                  </a:lnTo>
                  <a:lnTo>
                    <a:pt x="561370" y="19281"/>
                  </a:lnTo>
                  <a:cubicBezTo>
                    <a:pt x="560400" y="18220"/>
                    <a:pt x="559871" y="16981"/>
                    <a:pt x="559871" y="15477"/>
                  </a:cubicBezTo>
                  <a:cubicBezTo>
                    <a:pt x="559871" y="13974"/>
                    <a:pt x="560400" y="12647"/>
                    <a:pt x="561370" y="11674"/>
                  </a:cubicBezTo>
                  <a:cubicBezTo>
                    <a:pt x="562340" y="10701"/>
                    <a:pt x="563575" y="10171"/>
                    <a:pt x="564985" y="10171"/>
                  </a:cubicBezTo>
                  <a:close/>
                  <a:moveTo>
                    <a:pt x="199380" y="8049"/>
                  </a:moveTo>
                  <a:cubicBezTo>
                    <a:pt x="200880" y="8049"/>
                    <a:pt x="202114" y="8579"/>
                    <a:pt x="203084" y="9552"/>
                  </a:cubicBezTo>
                  <a:cubicBezTo>
                    <a:pt x="204054" y="10613"/>
                    <a:pt x="204583" y="11852"/>
                    <a:pt x="204495" y="13355"/>
                  </a:cubicBezTo>
                  <a:cubicBezTo>
                    <a:pt x="204495" y="14859"/>
                    <a:pt x="203965" y="16098"/>
                    <a:pt x="202996" y="17159"/>
                  </a:cubicBezTo>
                  <a:lnTo>
                    <a:pt x="199337" y="18731"/>
                  </a:lnTo>
                  <a:lnTo>
                    <a:pt x="195765" y="17159"/>
                  </a:lnTo>
                  <a:cubicBezTo>
                    <a:pt x="194795" y="16098"/>
                    <a:pt x="194266" y="14859"/>
                    <a:pt x="194266" y="13355"/>
                  </a:cubicBezTo>
                  <a:cubicBezTo>
                    <a:pt x="194266" y="11852"/>
                    <a:pt x="194795" y="10525"/>
                    <a:pt x="195765" y="9552"/>
                  </a:cubicBezTo>
                  <a:cubicBezTo>
                    <a:pt x="196735" y="8579"/>
                    <a:pt x="197970" y="8049"/>
                    <a:pt x="199380" y="8049"/>
                  </a:cubicBezTo>
                  <a:close/>
                  <a:moveTo>
                    <a:pt x="5114" y="7783"/>
                  </a:moveTo>
                  <a:cubicBezTo>
                    <a:pt x="6614" y="7783"/>
                    <a:pt x="7848" y="8313"/>
                    <a:pt x="8818" y="9286"/>
                  </a:cubicBezTo>
                  <a:cubicBezTo>
                    <a:pt x="9788" y="10347"/>
                    <a:pt x="10229" y="11586"/>
                    <a:pt x="10229" y="13089"/>
                  </a:cubicBezTo>
                  <a:cubicBezTo>
                    <a:pt x="10229" y="14593"/>
                    <a:pt x="9700" y="15832"/>
                    <a:pt x="8730" y="16893"/>
                  </a:cubicBezTo>
                  <a:lnTo>
                    <a:pt x="5071" y="18465"/>
                  </a:lnTo>
                  <a:lnTo>
                    <a:pt x="1499" y="16893"/>
                  </a:lnTo>
                  <a:cubicBezTo>
                    <a:pt x="529" y="15832"/>
                    <a:pt x="0" y="14593"/>
                    <a:pt x="0" y="13089"/>
                  </a:cubicBezTo>
                  <a:cubicBezTo>
                    <a:pt x="0" y="11586"/>
                    <a:pt x="529" y="10259"/>
                    <a:pt x="1499" y="9286"/>
                  </a:cubicBezTo>
                  <a:cubicBezTo>
                    <a:pt x="2469" y="8313"/>
                    <a:pt x="3704" y="7783"/>
                    <a:pt x="5114" y="7783"/>
                  </a:cubicBezTo>
                  <a:close/>
                  <a:moveTo>
                    <a:pt x="174073" y="0"/>
                  </a:moveTo>
                  <a:cubicBezTo>
                    <a:pt x="174073" y="0"/>
                    <a:pt x="181921" y="0"/>
                    <a:pt x="181921" y="0"/>
                  </a:cubicBezTo>
                  <a:lnTo>
                    <a:pt x="181921" y="71376"/>
                  </a:lnTo>
                  <a:cubicBezTo>
                    <a:pt x="181921" y="71376"/>
                    <a:pt x="174073" y="71376"/>
                    <a:pt x="174073" y="71376"/>
                  </a:cubicBezTo>
                  <a:close/>
                  <a:moveTo>
                    <a:pt x="152733" y="0"/>
                  </a:moveTo>
                  <a:cubicBezTo>
                    <a:pt x="152733" y="0"/>
                    <a:pt x="160581" y="0"/>
                    <a:pt x="160581" y="0"/>
                  </a:cubicBezTo>
                  <a:lnTo>
                    <a:pt x="160581" y="71376"/>
                  </a:lnTo>
                  <a:cubicBezTo>
                    <a:pt x="160581" y="71376"/>
                    <a:pt x="152733" y="71376"/>
                    <a:pt x="152733" y="71376"/>
                  </a:cubicBezTo>
                  <a:close/>
                </a:path>
              </a:pathLst>
            </a:custGeom>
            <a:grpFill/>
            <a:ln w="9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C0D44A-09F2-439A-B140-54DD8EC1B8E6}"/>
                </a:ext>
              </a:extLst>
            </p:cNvPr>
            <p:cNvSpPr/>
            <p:nvPr userDrawn="1"/>
          </p:nvSpPr>
          <p:spPr>
            <a:xfrm rot="5400000">
              <a:off x="7353790" y="4931255"/>
              <a:ext cx="108000" cy="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Gráfico 1">
              <a:extLst>
                <a:ext uri="{FF2B5EF4-FFF2-40B4-BE49-F238E27FC236}">
                  <a16:creationId xmlns:a16="http://schemas.microsoft.com/office/drawing/2014/main" id="{FDFCC41A-23ED-4F17-87D5-B7858D3BB00B}"/>
                </a:ext>
              </a:extLst>
            </p:cNvPr>
            <p:cNvSpPr/>
            <p:nvPr/>
          </p:nvSpPr>
          <p:spPr>
            <a:xfrm>
              <a:off x="7294503" y="4887538"/>
              <a:ext cx="68148" cy="94636"/>
            </a:xfrm>
            <a:custGeom>
              <a:avLst/>
              <a:gdLst>
                <a:gd name="connsiteX0" fmla="*/ 100826 w 120479"/>
                <a:gd name="connsiteY0" fmla="*/ 67247 h 167306"/>
                <a:gd name="connsiteX1" fmla="*/ 80069 w 120479"/>
                <a:gd name="connsiteY1" fmla="*/ 61466 h 167306"/>
                <a:gd name="connsiteX2" fmla="*/ 96849 w 120479"/>
                <a:gd name="connsiteY2" fmla="*/ 46657 h 167306"/>
                <a:gd name="connsiteX3" fmla="*/ 98990 w 120479"/>
                <a:gd name="connsiteY3" fmla="*/ 8922 h 167306"/>
                <a:gd name="connsiteX4" fmla="*/ 60766 w 120479"/>
                <a:gd name="connsiteY4" fmla="*/ 6808 h 167306"/>
                <a:gd name="connsiteX5" fmla="*/ 9245 w 120479"/>
                <a:gd name="connsiteY5" fmla="*/ 52276 h 167306"/>
                <a:gd name="connsiteX6" fmla="*/ 264 w 120479"/>
                <a:gd name="connsiteY6" fmla="*/ 70819 h 167306"/>
                <a:gd name="connsiteX7" fmla="*/ 19615 w 120479"/>
                <a:gd name="connsiteY7" fmla="*/ 100158 h 167306"/>
                <a:gd name="connsiteX8" fmla="*/ 40012 w 120479"/>
                <a:gd name="connsiteY8" fmla="*/ 105840 h 167306"/>
                <a:gd name="connsiteX9" fmla="*/ 23118 w 120479"/>
                <a:gd name="connsiteY9" fmla="*/ 120752 h 167306"/>
                <a:gd name="connsiteX10" fmla="*/ 20977 w 120479"/>
                <a:gd name="connsiteY10" fmla="*/ 158487 h 167306"/>
                <a:gd name="connsiteX11" fmla="*/ 20977 w 120479"/>
                <a:gd name="connsiteY11" fmla="*/ 158487 h 167306"/>
                <a:gd name="connsiteX12" fmla="*/ 59202 w 120479"/>
                <a:gd name="connsiteY12" fmla="*/ 160601 h 167306"/>
                <a:gd name="connsiteX13" fmla="*/ 110722 w 120479"/>
                <a:gd name="connsiteY13" fmla="*/ 115133 h 167306"/>
                <a:gd name="connsiteX14" fmla="*/ 118935 w 120479"/>
                <a:gd name="connsiteY14" fmla="*/ 101722 h 167306"/>
                <a:gd name="connsiteX15" fmla="*/ 119532 w 120479"/>
                <a:gd name="connsiteY15" fmla="*/ 100228 h 167306"/>
                <a:gd name="connsiteX16" fmla="*/ 119532 w 120479"/>
                <a:gd name="connsiteY16" fmla="*/ 100228 h 167306"/>
                <a:gd name="connsiteX17" fmla="*/ 100829 w 120479"/>
                <a:gd name="connsiteY17" fmla="*/ 67250 h 167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479" h="167306">
                  <a:moveTo>
                    <a:pt x="100826" y="67247"/>
                  </a:moveTo>
                  <a:lnTo>
                    <a:pt x="80069" y="61466"/>
                  </a:lnTo>
                  <a:lnTo>
                    <a:pt x="96849" y="46657"/>
                  </a:lnTo>
                  <a:cubicBezTo>
                    <a:pt x="107994" y="36821"/>
                    <a:pt x="108954" y="19928"/>
                    <a:pt x="98990" y="8922"/>
                  </a:cubicBezTo>
                  <a:cubicBezTo>
                    <a:pt x="89026" y="-2080"/>
                    <a:pt x="71911" y="-3028"/>
                    <a:pt x="60766" y="6808"/>
                  </a:cubicBezTo>
                  <a:lnTo>
                    <a:pt x="9245" y="52276"/>
                  </a:lnTo>
                  <a:cubicBezTo>
                    <a:pt x="3640" y="57222"/>
                    <a:pt x="623" y="63951"/>
                    <a:pt x="264" y="70819"/>
                  </a:cubicBezTo>
                  <a:cubicBezTo>
                    <a:pt x="-1551" y="83825"/>
                    <a:pt x="6453" y="96491"/>
                    <a:pt x="19615" y="100158"/>
                  </a:cubicBezTo>
                  <a:lnTo>
                    <a:pt x="40012" y="105840"/>
                  </a:lnTo>
                  <a:lnTo>
                    <a:pt x="23118" y="120752"/>
                  </a:lnTo>
                  <a:cubicBezTo>
                    <a:pt x="11973" y="130588"/>
                    <a:pt x="11013" y="147485"/>
                    <a:pt x="20977" y="158487"/>
                  </a:cubicBezTo>
                  <a:lnTo>
                    <a:pt x="20977" y="158487"/>
                  </a:lnTo>
                  <a:cubicBezTo>
                    <a:pt x="30941" y="169489"/>
                    <a:pt x="48053" y="170437"/>
                    <a:pt x="59202" y="160601"/>
                  </a:cubicBezTo>
                  <a:lnTo>
                    <a:pt x="110722" y="115133"/>
                  </a:lnTo>
                  <a:cubicBezTo>
                    <a:pt x="114917" y="111433"/>
                    <a:pt x="117663" y="106731"/>
                    <a:pt x="118935" y="101722"/>
                  </a:cubicBezTo>
                  <a:cubicBezTo>
                    <a:pt x="119116" y="101212"/>
                    <a:pt x="119381" y="100755"/>
                    <a:pt x="119532" y="100228"/>
                  </a:cubicBezTo>
                  <a:lnTo>
                    <a:pt x="119532" y="100228"/>
                  </a:lnTo>
                  <a:cubicBezTo>
                    <a:pt x="123593" y="86022"/>
                    <a:pt x="115219" y="71259"/>
                    <a:pt x="100829" y="67250"/>
                  </a:cubicBezTo>
                  <a:close/>
                </a:path>
              </a:pathLst>
            </a:custGeom>
            <a:grpFill/>
            <a:ln w="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9528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68" r:id="rId2"/>
    <p:sldLayoutId id="2147483773" r:id="rId3"/>
    <p:sldLayoutId id="2147483777" r:id="rId4"/>
    <p:sldLayoutId id="2147483787" r:id="rId5"/>
    <p:sldLayoutId id="2147483769" r:id="rId6"/>
    <p:sldLayoutId id="2147483789" r:id="rId7"/>
    <p:sldLayoutId id="2147483772" r:id="rId8"/>
    <p:sldLayoutId id="2147483782" r:id="rId9"/>
    <p:sldLayoutId id="2147483783" r:id="rId10"/>
    <p:sldLayoutId id="2147483786" r:id="rId11"/>
    <p:sldLayoutId id="2147483775" r:id="rId12"/>
    <p:sldLayoutId id="2147483776" r:id="rId13"/>
    <p:sldLayoutId id="2147483788" r:id="rId14"/>
  </p:sldLayoutIdLst>
  <p:txStyles>
    <p:titleStyle>
      <a:lvl1pPr algn="ctr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DCE574-A2F9-4C46-BEFF-DFB946B313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Sid Automation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25615-64A2-45F6-A794-B15E9A1621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2337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422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23DF166-1C08-403E-B742-4D231CE475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 err="1"/>
              <a:t>Thank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98983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SIDI 2025">
      <a:dk1>
        <a:srgbClr val="000000"/>
      </a:dk1>
      <a:lt1>
        <a:srgbClr val="FFFFFF"/>
      </a:lt1>
      <a:dk2>
        <a:srgbClr val="006325"/>
      </a:dk2>
      <a:lt2>
        <a:srgbClr val="5F5F5F"/>
      </a:lt2>
      <a:accent1>
        <a:srgbClr val="480F5E"/>
      </a:accent1>
      <a:accent2>
        <a:srgbClr val="AF93F8"/>
      </a:accent2>
      <a:accent3>
        <a:srgbClr val="0061D1"/>
      </a:accent3>
      <a:accent4>
        <a:srgbClr val="F55496"/>
      </a:accent4>
      <a:accent5>
        <a:srgbClr val="F7C743"/>
      </a:accent5>
      <a:accent6>
        <a:srgbClr val="FF555D"/>
      </a:accent6>
      <a:hlink>
        <a:srgbClr val="03BC32"/>
      </a:hlink>
      <a:folHlink>
        <a:srgbClr val="88888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0c0eaad-e1dd-4ffa-8a85-891c97b766f4">
      <Terms xmlns="http://schemas.microsoft.com/office/infopath/2007/PartnerControls"/>
    </lcf76f155ced4ddcb4097134ff3c332f>
    <TaxCatchAll xmlns="2610bc98-b7d0-49fb-aff5-13ba1193f1a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FCF2C005002CF4F9C973E51DC8917C7" ma:contentTypeVersion="16" ma:contentTypeDescription="Crie um novo documento." ma:contentTypeScope="" ma:versionID="ff3994698311ceeb918f003ac390e288">
  <xsd:schema xmlns:xsd="http://www.w3.org/2001/XMLSchema" xmlns:xs="http://www.w3.org/2001/XMLSchema" xmlns:p="http://schemas.microsoft.com/office/2006/metadata/properties" xmlns:ns2="90c0eaad-e1dd-4ffa-8a85-891c97b766f4" xmlns:ns3="2610bc98-b7d0-49fb-aff5-13ba1193f1a1" targetNamespace="http://schemas.microsoft.com/office/2006/metadata/properties" ma:root="true" ma:fieldsID="ba2efc5d64b6c3dd36af43fc0c14f797" ns2:_="" ns3:_="">
    <xsd:import namespace="90c0eaad-e1dd-4ffa-8a85-891c97b766f4"/>
    <xsd:import namespace="2610bc98-b7d0-49fb-aff5-13ba1193f1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c0eaad-e1dd-4ffa-8a85-891c97b766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1997a1b9-514f-4211-b16a-794734822a2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10bc98-b7d0-49fb-aff5-13ba1193f1a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e780c8-56dc-4ada-9a84-a3869c4048d4}" ma:internalName="TaxCatchAll" ma:showField="CatchAllData" ma:web="2610bc98-b7d0-49fb-aff5-13ba1193f1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99348E-34A8-4AC0-AA64-9608FEBCEF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799375-02DC-449E-8792-8C97F01E313A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90c0eaad-e1dd-4ffa-8a85-891c97b766f4"/>
    <ds:schemaRef ds:uri="2610bc98-b7d0-49fb-aff5-13ba1193f1a1"/>
    <ds:schemaRef ds:uri="http://purl.org/dc/terms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D14E450-D92A-4655-BA6D-3DE9F1A87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c0eaad-e1dd-4ffa-8a85-891c97b766f4"/>
    <ds:schemaRef ds:uri="2610bc98-b7d0-49fb-aff5-13ba1193f1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8689</TotalTime>
  <Words>5</Words>
  <Application>Microsoft Office PowerPoint</Application>
  <PresentationFormat>On-screen Show (16:9)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Tema do 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SiDi</dc:creator>
  <cp:lastModifiedBy>Gustavo de Melo Nascimento</cp:lastModifiedBy>
  <cp:revision>160</cp:revision>
  <dcterms:modified xsi:type="dcterms:W3CDTF">2026-07-24T18:22:10Z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0x0101006FCF2C005002CF4F9C973E51DC8917C7</vt:lpwstr>
  </property>
  <property fmtid="{D5CDD505-2E9C-101B-9397-08002B2CF9AE}" pid="3" name="MediaServiceImageTags">
    <vt:lpwstr/>
  </property>
</Properties>
</file>